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3" r:id="rId2"/>
    <p:sldMasterId id="2147483659" r:id="rId3"/>
  </p:sldMasterIdLst>
  <p:notesMasterIdLst>
    <p:notesMasterId r:id="rId32"/>
  </p:notesMasterIdLst>
  <p:sldIdLst>
    <p:sldId id="283" r:id="rId4"/>
    <p:sldId id="284" r:id="rId5"/>
    <p:sldId id="268" r:id="rId6"/>
    <p:sldId id="360" r:id="rId7"/>
    <p:sldId id="332" r:id="rId8"/>
    <p:sldId id="361" r:id="rId9"/>
    <p:sldId id="362" r:id="rId10"/>
    <p:sldId id="363" r:id="rId11"/>
    <p:sldId id="364" r:id="rId12"/>
    <p:sldId id="365" r:id="rId13"/>
    <p:sldId id="366" r:id="rId14"/>
    <p:sldId id="368" r:id="rId15"/>
    <p:sldId id="369" r:id="rId16"/>
    <p:sldId id="370" r:id="rId17"/>
    <p:sldId id="371" r:id="rId18"/>
    <p:sldId id="372" r:id="rId19"/>
    <p:sldId id="373" r:id="rId20"/>
    <p:sldId id="374" r:id="rId21"/>
    <p:sldId id="337" r:id="rId22"/>
    <p:sldId id="339" r:id="rId23"/>
    <p:sldId id="376" r:id="rId24"/>
    <p:sldId id="377" r:id="rId25"/>
    <p:sldId id="379" r:id="rId26"/>
    <p:sldId id="378" r:id="rId27"/>
    <p:sldId id="351" r:id="rId28"/>
    <p:sldId id="380" r:id="rId29"/>
    <p:sldId id="375" r:id="rId30"/>
    <p:sldId id="317" r:id="rId31"/>
  </p:sldIdLst>
  <p:sldSz cx="12192000" cy="6858000"/>
  <p:notesSz cx="6858000" cy="9144000"/>
  <p:custDataLst>
    <p:tags r:id="rId3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" id="{58E4A015-F864-4015-A66F-CE436E336F9F}">
          <p14:sldIdLst>
            <p14:sldId id="283"/>
            <p14:sldId id="284"/>
            <p14:sldId id="268"/>
            <p14:sldId id="360"/>
            <p14:sldId id="332"/>
            <p14:sldId id="361"/>
            <p14:sldId id="362"/>
            <p14:sldId id="363"/>
            <p14:sldId id="364"/>
            <p14:sldId id="365"/>
            <p14:sldId id="366"/>
            <p14:sldId id="368"/>
            <p14:sldId id="369"/>
            <p14:sldId id="370"/>
            <p14:sldId id="371"/>
            <p14:sldId id="372"/>
            <p14:sldId id="373"/>
            <p14:sldId id="374"/>
            <p14:sldId id="337"/>
            <p14:sldId id="339"/>
            <p14:sldId id="376"/>
            <p14:sldId id="377"/>
            <p14:sldId id="379"/>
            <p14:sldId id="378"/>
            <p14:sldId id="351"/>
            <p14:sldId id="380"/>
            <p14:sldId id="375"/>
            <p14:sldId id="317"/>
          </p14:sldIdLst>
        </p14:section>
      </p14:sectionLst>
    </p:ext>
    <p:ext uri="{EFAFB233-063F-42B5-8137-9DF3F51BA10A}">
      <p15:sldGuideLst xmlns:p15="http://schemas.microsoft.com/office/powerpoint/2012/main">
        <p15:guide id="1" pos="304" userDrawn="1">
          <p15:clr>
            <a:srgbClr val="A4A3A4"/>
          </p15:clr>
        </p15:guide>
        <p15:guide id="2" pos="7378" userDrawn="1">
          <p15:clr>
            <a:srgbClr val="A4A3A4"/>
          </p15:clr>
        </p15:guide>
        <p15:guide id="3" orient="horz" pos="618" userDrawn="1">
          <p15:clr>
            <a:srgbClr val="A4A3A4"/>
          </p15:clr>
        </p15:guide>
        <p15:guide id="4" orient="horz" pos="624" userDrawn="1">
          <p15:clr>
            <a:srgbClr val="A4A3A4"/>
          </p15:clr>
        </p15:guide>
        <p15:guide id="5" orient="horz" pos="4042" userDrawn="1">
          <p15:clr>
            <a:srgbClr val="A4A3A4"/>
          </p15:clr>
        </p15:guide>
        <p15:guide id="8" orient="horz" pos="3407" userDrawn="1">
          <p15:clr>
            <a:srgbClr val="A4A3A4"/>
          </p15:clr>
        </p15:guide>
        <p15:guide id="9" orient="horz" pos="98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91D86"/>
    <a:srgbClr val="8F1E8C"/>
    <a:srgbClr val="D99ED8"/>
    <a:srgbClr val="B871B6"/>
    <a:srgbClr val="FBE7D9"/>
    <a:srgbClr val="A4A3A4"/>
    <a:srgbClr val="986ABA"/>
    <a:srgbClr val="C0A4D5"/>
    <a:srgbClr val="A9ACCB"/>
    <a:srgbClr val="BFB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浅色样式 2 - 强调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99" autoAdjust="0"/>
    <p:restoredTop sz="94660"/>
  </p:normalViewPr>
  <p:slideViewPr>
    <p:cSldViewPr snapToGrid="0" showGuides="1">
      <p:cViewPr varScale="1">
        <p:scale>
          <a:sx n="78" d="100"/>
          <a:sy n="78" d="100"/>
        </p:scale>
        <p:origin x="874" y="62"/>
      </p:cViewPr>
      <p:guideLst>
        <p:guide pos="304"/>
        <p:guide pos="7378"/>
        <p:guide orient="horz" pos="618"/>
        <p:guide orient="horz" pos="624"/>
        <p:guide orient="horz" pos="4042"/>
        <p:guide orient="horz" pos="3407"/>
        <p:guide orient="horz" pos="98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96" d="100"/>
        <a:sy n="196" d="100"/>
      </p:scale>
      <p:origin x="0" y="-2760"/>
    </p:cViewPr>
  </p:sorterViewPr>
  <p:notesViewPr>
    <p:cSldViewPr snapToGrid="0" showGuides="1">
      <p:cViewPr varScale="1">
        <p:scale>
          <a:sx n="56" d="100"/>
          <a:sy n="56" d="100"/>
        </p:scale>
        <p:origin x="2856" y="7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34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tags" Target="tags/tag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viewProps" Target="viewProp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241393-E2B1-4490-8F56-836F0E6FCF0C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BC0732-1106-48F0-B4AE-FAB426F7906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26738-69F3-0EF0-C8CC-091741341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16A174A-91D6-05C2-7F75-4BD5293D6D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AAE2925-8424-DE4E-261A-FC44C25F10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640BBA7-36D4-F24D-6503-1F165B931E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86579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5C5D4-0D85-EB5E-8CF7-E5A7196C0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27344EC-F451-6925-3BDA-4BB293D336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4834C38-E84F-EBB8-1446-BF76019173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95B3AA1-C553-7AE2-E431-90640DBC5F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72121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557AB-BA95-B098-0233-1AA83AF42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BD5951C-A1B3-5010-5551-80C1E1FC8D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71990C4-4FD7-EF4E-ED57-749FC32BA2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A262481-B47C-460F-8A06-D0B6DE7ED1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03273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BFD891-B65D-82EC-DF4F-266F97F2F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6B67E38-73A9-B3FB-22D4-9DEE6C2530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8CDB441-EBCE-A61C-2CBE-304F560A1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E3AF0CD-7BB4-1B31-0746-9456514C9E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44895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E8BDE-37AC-E229-553C-961021F49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20F1A3C-FA3A-D83B-66D3-7D91EB0A20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EE69B8B-8DA5-F6D4-AF72-4EF76C7645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E331AFC-034C-992A-B8F7-147D106F52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02093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2FEEE-0FA3-7FC1-5817-97A41B98C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36196C6-1079-93B5-0075-5B46E0C804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9EAA895-417A-447F-6316-A7580595A6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2ACF725-D501-70B1-F351-119D972F62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62937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31A65-F7C0-DA80-F206-DCCA5F88C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1A84106-DF2B-39ED-6004-6B30105903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12EDC55-ABED-8FB1-E43F-69D3E2B3F7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D1A8C4A-28EB-1F30-9EC8-1EB59CA946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65952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7A767-0DEC-FB23-F38A-04E985FCF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6F0F3EC-05AC-CF80-BCC1-3AB80E0960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F7571EA-D0C3-7B08-075B-B19EDABC3A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73145EC-15AE-FB41-5A57-E98202A26B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59606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8A2C3A-DD44-F4AA-F80E-0E3E2DBAA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CFAC487-D970-9F4E-0789-E4B81D9AFF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EA09945-019E-7DC3-C757-724EE1BEB8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DD9FD87-15DC-4487-25A2-B89B9A9D37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08844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B4AB4-0FB5-FBD2-B7A4-180C78AEF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C020EEF-EF56-5392-FD51-4170BC6ACA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85BAA17-B10F-4DC4-FF4F-A6EFF837B6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598553E-711D-DCD1-C77F-79D3B41065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71617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D1113-7537-9992-78F2-2F6F41F9F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12048CA-937D-592B-3A75-502EDB186E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4DF90D9-17A6-925C-5AA4-257049740F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88A41EB-3793-791E-D339-4F852FDE07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91897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5C221A-B95F-70FF-6101-829B22F11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AA397D2-0523-DE10-F4C2-9F0B6B600D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1383077-D3B9-8665-CD75-57B1649C30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B4D5801-7833-9738-B23F-079DBE936F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196265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3EE51-DEDF-B56B-B31F-F6FC7F53B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A2D5551-7865-E1C1-05C6-68834C6AA8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3A0B7C9-2D30-410B-32E8-C99276EEBF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4983EE3-04F3-267C-B3C3-ADEB045E16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929427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A5C0F-F584-1794-59B2-123999097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B71DA70-E6DD-E29A-2A56-EE81855EF6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BD0B4FF-F128-2B68-ECFF-0EC1B298E7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2B9EE3C-8648-BEDE-03BF-F38CB99A0C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84533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835477-DBCF-EEA1-7B06-A91FE7557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E068E53-D284-4C97-6B17-88E04053E8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7FD5B07-FC03-8E90-6A64-6B89B7FB65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55AF2D7-FA81-39F6-6B2C-F95F4AA26A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75081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A2D8E-D14F-BAC5-69CB-EFA9921E9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B5C382C-22DB-FB63-2405-B000B29E70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A42812A-CC5C-A204-85B8-0AA5ED91FD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95A3AEB-C859-6DAE-6F42-91C7013E4E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071289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97E80-301C-325B-DBB9-9BDEB0636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4BB4DFE-B095-F3F0-FE79-8EAA60DC5D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4CCFAD6-01D3-AE99-3353-C7930855F7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E17E02C-6798-F12C-2521-AB189D3175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223897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86556-1537-E577-0720-7FDB7BD7F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B564B5E-BAF4-9B2F-BBE2-5B4E6858E3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ECE7510-9B86-D791-0DD0-399D1FC890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A80675-FA3C-B07F-443F-B20174FF2B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41832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FF567-607C-468B-780A-58806B903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1BD1E67-766C-FCAF-4BED-2DABD00BD9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0564ADA-95D6-8122-1CB3-D5844E2BF8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2C53C2B-315B-8E4A-3AE3-8E6715CD68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339464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575DB-058E-C329-6117-0317C8F7F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A39212A-DF48-7F9D-1D5F-B26C614BF0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02E0384-AF65-6DD6-0E04-DD28E5AF47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EF4A72F-B4E2-4727-0719-E6F1CC65B3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028447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8DA60-EF23-8A42-E0DE-D56278011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F1D6584-B3DA-7980-7587-F3440740B4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1F4E55F-C828-433F-34A9-33DD338BB1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402D412-70F4-17C6-43A8-363E676C85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780575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060F6-2DA9-6334-95A7-B2DED9AF5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66BCA7A-B4E7-8DD7-0B76-50F19ADF8B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D77DA1B-2CE3-CC1B-89D8-A12C5EDE4C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6711758-708B-A304-42F5-F2515DF378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473096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21E29-6738-CA0C-8875-9A5AA61F7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571217C-11DB-C872-5796-15108CAD16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026752A-5B9E-3E08-C6D9-192D134076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2943668-D26A-0020-909A-E2C4A78E96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897904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869A3-59DE-2DD1-A166-5871FC21E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ECA1031-504D-C800-2105-1FB5A95AC6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3191F99-A9F6-75F8-45E4-99ACFD6776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D8AB13-97D4-D48D-3B9B-C071481502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811441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7BC0732-1106-48F0-B4AE-FAB426F7906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28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8FF3F-82D0-46F3-A3A1-0B82FBD73DBA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2AD1C-DCAB-4D2E-9343-4B9973E32E2A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65" name="直接连接符 64"/>
          <p:cNvCxnSpPr/>
          <p:nvPr userDrawn="1"/>
        </p:nvCxnSpPr>
        <p:spPr>
          <a:xfrm>
            <a:off x="485775" y="961331"/>
            <a:ext cx="11220450" cy="0"/>
          </a:xfrm>
          <a:prstGeom prst="line">
            <a:avLst/>
          </a:prstGeom>
          <a:ln w="38100">
            <a:solidFill>
              <a:srgbClr val="891D8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椭圆 70"/>
          <p:cNvSpPr/>
          <p:nvPr userDrawn="1"/>
        </p:nvSpPr>
        <p:spPr>
          <a:xfrm>
            <a:off x="3472677" y="1418654"/>
            <a:ext cx="5246645" cy="5246645"/>
          </a:xfrm>
          <a:prstGeom prst="ellipse">
            <a:avLst/>
          </a:prstGeom>
          <a:blipFill dpi="0" rotWithShape="1">
            <a:blip r:embed="rId2">
              <a:alphaModFix amt="7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/>
          <p:cNvGrpSpPr/>
          <p:nvPr userDrawn="1"/>
        </p:nvGrpSpPr>
        <p:grpSpPr>
          <a:xfrm>
            <a:off x="8762206" y="251214"/>
            <a:ext cx="2934494" cy="675437"/>
            <a:chOff x="-2189163" y="-1093788"/>
            <a:chExt cx="5924551" cy="1363663"/>
          </a:xfrm>
          <a:solidFill>
            <a:srgbClr val="891D86"/>
          </a:solidFill>
        </p:grpSpPr>
        <p:sp>
          <p:nvSpPr>
            <p:cNvPr id="6" name="Freeform 5"/>
            <p:cNvSpPr/>
            <p:nvPr/>
          </p:nvSpPr>
          <p:spPr bwMode="auto">
            <a:xfrm>
              <a:off x="2462212" y="-917575"/>
              <a:ext cx="571500" cy="677863"/>
            </a:xfrm>
            <a:custGeom>
              <a:avLst/>
              <a:gdLst>
                <a:gd name="T0" fmla="*/ 687 w 749"/>
                <a:gd name="T1" fmla="*/ 778 h 886"/>
                <a:gd name="T2" fmla="*/ 627 w 749"/>
                <a:gd name="T3" fmla="*/ 739 h 886"/>
                <a:gd name="T4" fmla="*/ 552 w 749"/>
                <a:gd name="T5" fmla="*/ 674 h 886"/>
                <a:gd name="T6" fmla="*/ 491 w 749"/>
                <a:gd name="T7" fmla="*/ 607 h 886"/>
                <a:gd name="T8" fmla="*/ 421 w 749"/>
                <a:gd name="T9" fmla="*/ 518 h 886"/>
                <a:gd name="T10" fmla="*/ 418 w 749"/>
                <a:gd name="T11" fmla="*/ 478 h 886"/>
                <a:gd name="T12" fmla="*/ 431 w 749"/>
                <a:gd name="T13" fmla="*/ 447 h 886"/>
                <a:gd name="T14" fmla="*/ 456 w 749"/>
                <a:gd name="T15" fmla="*/ 405 h 886"/>
                <a:gd name="T16" fmla="*/ 530 w 749"/>
                <a:gd name="T17" fmla="*/ 383 h 886"/>
                <a:gd name="T18" fmla="*/ 574 w 749"/>
                <a:gd name="T19" fmla="*/ 346 h 886"/>
                <a:gd name="T20" fmla="*/ 589 w 749"/>
                <a:gd name="T21" fmla="*/ 313 h 886"/>
                <a:gd name="T22" fmla="*/ 595 w 749"/>
                <a:gd name="T23" fmla="*/ 295 h 886"/>
                <a:gd name="T24" fmla="*/ 600 w 749"/>
                <a:gd name="T25" fmla="*/ 273 h 886"/>
                <a:gd name="T26" fmla="*/ 593 w 749"/>
                <a:gd name="T27" fmla="*/ 250 h 886"/>
                <a:gd name="T28" fmla="*/ 529 w 749"/>
                <a:gd name="T29" fmla="*/ 230 h 886"/>
                <a:gd name="T30" fmla="*/ 489 w 749"/>
                <a:gd name="T31" fmla="*/ 246 h 886"/>
                <a:gd name="T32" fmla="*/ 480 w 749"/>
                <a:gd name="T33" fmla="*/ 251 h 886"/>
                <a:gd name="T34" fmla="*/ 476 w 749"/>
                <a:gd name="T35" fmla="*/ 240 h 886"/>
                <a:gd name="T36" fmla="*/ 485 w 749"/>
                <a:gd name="T37" fmla="*/ 163 h 886"/>
                <a:gd name="T38" fmla="*/ 488 w 749"/>
                <a:gd name="T39" fmla="*/ 76 h 886"/>
                <a:gd name="T40" fmla="*/ 480 w 749"/>
                <a:gd name="T41" fmla="*/ 52 h 886"/>
                <a:gd name="T42" fmla="*/ 428 w 749"/>
                <a:gd name="T43" fmla="*/ 7 h 886"/>
                <a:gd name="T44" fmla="*/ 388 w 749"/>
                <a:gd name="T45" fmla="*/ 13 h 886"/>
                <a:gd name="T46" fmla="*/ 359 w 749"/>
                <a:gd name="T47" fmla="*/ 78 h 886"/>
                <a:gd name="T48" fmla="*/ 363 w 749"/>
                <a:gd name="T49" fmla="*/ 142 h 886"/>
                <a:gd name="T50" fmla="*/ 353 w 749"/>
                <a:gd name="T51" fmla="*/ 282 h 886"/>
                <a:gd name="T52" fmla="*/ 328 w 749"/>
                <a:gd name="T53" fmla="*/ 312 h 886"/>
                <a:gd name="T54" fmla="*/ 281 w 749"/>
                <a:gd name="T55" fmla="*/ 327 h 886"/>
                <a:gd name="T56" fmla="*/ 184 w 749"/>
                <a:gd name="T57" fmla="*/ 352 h 886"/>
                <a:gd name="T58" fmla="*/ 129 w 749"/>
                <a:gd name="T59" fmla="*/ 394 h 886"/>
                <a:gd name="T60" fmla="*/ 129 w 749"/>
                <a:gd name="T61" fmla="*/ 415 h 886"/>
                <a:gd name="T62" fmla="*/ 148 w 749"/>
                <a:gd name="T63" fmla="*/ 464 h 886"/>
                <a:gd name="T64" fmla="*/ 156 w 749"/>
                <a:gd name="T65" fmla="*/ 471 h 886"/>
                <a:gd name="T66" fmla="*/ 208 w 749"/>
                <a:gd name="T67" fmla="*/ 481 h 886"/>
                <a:gd name="T68" fmla="*/ 270 w 749"/>
                <a:gd name="T69" fmla="*/ 471 h 886"/>
                <a:gd name="T70" fmla="*/ 309 w 749"/>
                <a:gd name="T71" fmla="*/ 460 h 886"/>
                <a:gd name="T72" fmla="*/ 271 w 749"/>
                <a:gd name="T73" fmla="*/ 549 h 886"/>
                <a:gd name="T74" fmla="*/ 151 w 749"/>
                <a:gd name="T75" fmla="*/ 723 h 886"/>
                <a:gd name="T76" fmla="*/ 1 w 749"/>
                <a:gd name="T77" fmla="*/ 836 h 886"/>
                <a:gd name="T78" fmla="*/ 11 w 749"/>
                <a:gd name="T79" fmla="*/ 840 h 886"/>
                <a:gd name="T80" fmla="*/ 58 w 749"/>
                <a:gd name="T81" fmla="*/ 843 h 886"/>
                <a:gd name="T82" fmla="*/ 108 w 749"/>
                <a:gd name="T83" fmla="*/ 840 h 886"/>
                <a:gd name="T84" fmla="*/ 240 w 749"/>
                <a:gd name="T85" fmla="*/ 757 h 886"/>
                <a:gd name="T86" fmla="*/ 299 w 749"/>
                <a:gd name="T87" fmla="*/ 693 h 886"/>
                <a:gd name="T88" fmla="*/ 357 w 749"/>
                <a:gd name="T89" fmla="*/ 606 h 886"/>
                <a:gd name="T90" fmla="*/ 371 w 749"/>
                <a:gd name="T91" fmla="*/ 606 h 886"/>
                <a:gd name="T92" fmla="*/ 414 w 749"/>
                <a:gd name="T93" fmla="*/ 689 h 886"/>
                <a:gd name="T94" fmla="*/ 448 w 749"/>
                <a:gd name="T95" fmla="*/ 757 h 886"/>
                <a:gd name="T96" fmla="*/ 475 w 749"/>
                <a:gd name="T97" fmla="*/ 804 h 886"/>
                <a:gd name="T98" fmla="*/ 521 w 749"/>
                <a:gd name="T99" fmla="*/ 853 h 886"/>
                <a:gd name="T100" fmla="*/ 571 w 749"/>
                <a:gd name="T101" fmla="*/ 871 h 886"/>
                <a:gd name="T102" fmla="*/ 616 w 749"/>
                <a:gd name="T103" fmla="*/ 883 h 886"/>
                <a:gd name="T104" fmla="*/ 645 w 749"/>
                <a:gd name="T105" fmla="*/ 885 h 886"/>
                <a:gd name="T106" fmla="*/ 698 w 749"/>
                <a:gd name="T107" fmla="*/ 880 h 886"/>
                <a:gd name="T108" fmla="*/ 710 w 749"/>
                <a:gd name="T109" fmla="*/ 865 h 886"/>
                <a:gd name="T110" fmla="*/ 725 w 749"/>
                <a:gd name="T111" fmla="*/ 849 h 886"/>
                <a:gd name="T112" fmla="*/ 738 w 749"/>
                <a:gd name="T113" fmla="*/ 830 h 886"/>
                <a:gd name="T114" fmla="*/ 747 w 749"/>
                <a:gd name="T115" fmla="*/ 807 h 886"/>
                <a:gd name="T116" fmla="*/ 687 w 749"/>
                <a:gd name="T117" fmla="*/ 778 h 8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749" h="886">
                  <a:moveTo>
                    <a:pt x="687" y="778"/>
                  </a:moveTo>
                  <a:cubicBezTo>
                    <a:pt x="662" y="764"/>
                    <a:pt x="650" y="754"/>
                    <a:pt x="627" y="739"/>
                  </a:cubicBezTo>
                  <a:cubicBezTo>
                    <a:pt x="598" y="718"/>
                    <a:pt x="576" y="700"/>
                    <a:pt x="552" y="674"/>
                  </a:cubicBezTo>
                  <a:cubicBezTo>
                    <a:pt x="532" y="653"/>
                    <a:pt x="510" y="629"/>
                    <a:pt x="491" y="607"/>
                  </a:cubicBezTo>
                  <a:cubicBezTo>
                    <a:pt x="467" y="580"/>
                    <a:pt x="437" y="538"/>
                    <a:pt x="421" y="518"/>
                  </a:cubicBezTo>
                  <a:cubicBezTo>
                    <a:pt x="408" y="502"/>
                    <a:pt x="412" y="489"/>
                    <a:pt x="418" y="478"/>
                  </a:cubicBezTo>
                  <a:cubicBezTo>
                    <a:pt x="424" y="466"/>
                    <a:pt x="427" y="459"/>
                    <a:pt x="431" y="447"/>
                  </a:cubicBezTo>
                  <a:cubicBezTo>
                    <a:pt x="436" y="431"/>
                    <a:pt x="439" y="413"/>
                    <a:pt x="456" y="405"/>
                  </a:cubicBezTo>
                  <a:cubicBezTo>
                    <a:pt x="480" y="394"/>
                    <a:pt x="501" y="381"/>
                    <a:pt x="530" y="383"/>
                  </a:cubicBezTo>
                  <a:cubicBezTo>
                    <a:pt x="548" y="384"/>
                    <a:pt x="568" y="364"/>
                    <a:pt x="574" y="346"/>
                  </a:cubicBezTo>
                  <a:cubicBezTo>
                    <a:pt x="578" y="335"/>
                    <a:pt x="584" y="324"/>
                    <a:pt x="589" y="313"/>
                  </a:cubicBezTo>
                  <a:cubicBezTo>
                    <a:pt x="592" y="307"/>
                    <a:pt x="594" y="301"/>
                    <a:pt x="595" y="295"/>
                  </a:cubicBezTo>
                  <a:cubicBezTo>
                    <a:pt x="597" y="288"/>
                    <a:pt x="597" y="280"/>
                    <a:pt x="600" y="273"/>
                  </a:cubicBezTo>
                  <a:cubicBezTo>
                    <a:pt x="604" y="260"/>
                    <a:pt x="604" y="257"/>
                    <a:pt x="593" y="250"/>
                  </a:cubicBezTo>
                  <a:cubicBezTo>
                    <a:pt x="573" y="239"/>
                    <a:pt x="552" y="231"/>
                    <a:pt x="529" y="230"/>
                  </a:cubicBezTo>
                  <a:cubicBezTo>
                    <a:pt x="513" y="230"/>
                    <a:pt x="499" y="231"/>
                    <a:pt x="489" y="246"/>
                  </a:cubicBezTo>
                  <a:cubicBezTo>
                    <a:pt x="487" y="249"/>
                    <a:pt x="483" y="252"/>
                    <a:pt x="480" y="251"/>
                  </a:cubicBezTo>
                  <a:cubicBezTo>
                    <a:pt x="476" y="250"/>
                    <a:pt x="476" y="244"/>
                    <a:pt x="476" y="240"/>
                  </a:cubicBezTo>
                  <a:cubicBezTo>
                    <a:pt x="479" y="214"/>
                    <a:pt x="483" y="189"/>
                    <a:pt x="485" y="163"/>
                  </a:cubicBezTo>
                  <a:cubicBezTo>
                    <a:pt x="487" y="134"/>
                    <a:pt x="488" y="105"/>
                    <a:pt x="488" y="76"/>
                  </a:cubicBezTo>
                  <a:cubicBezTo>
                    <a:pt x="488" y="68"/>
                    <a:pt x="484" y="60"/>
                    <a:pt x="480" y="52"/>
                  </a:cubicBezTo>
                  <a:cubicBezTo>
                    <a:pt x="468" y="31"/>
                    <a:pt x="450" y="17"/>
                    <a:pt x="428" y="7"/>
                  </a:cubicBezTo>
                  <a:cubicBezTo>
                    <a:pt x="413" y="0"/>
                    <a:pt x="400" y="0"/>
                    <a:pt x="388" y="13"/>
                  </a:cubicBezTo>
                  <a:cubicBezTo>
                    <a:pt x="371" y="31"/>
                    <a:pt x="354" y="49"/>
                    <a:pt x="359" y="78"/>
                  </a:cubicBezTo>
                  <a:cubicBezTo>
                    <a:pt x="362" y="99"/>
                    <a:pt x="363" y="121"/>
                    <a:pt x="363" y="142"/>
                  </a:cubicBezTo>
                  <a:cubicBezTo>
                    <a:pt x="363" y="189"/>
                    <a:pt x="361" y="236"/>
                    <a:pt x="353" y="282"/>
                  </a:cubicBezTo>
                  <a:cubicBezTo>
                    <a:pt x="350" y="297"/>
                    <a:pt x="342" y="307"/>
                    <a:pt x="328" y="312"/>
                  </a:cubicBezTo>
                  <a:cubicBezTo>
                    <a:pt x="312" y="317"/>
                    <a:pt x="297" y="321"/>
                    <a:pt x="281" y="327"/>
                  </a:cubicBezTo>
                  <a:cubicBezTo>
                    <a:pt x="250" y="338"/>
                    <a:pt x="218" y="350"/>
                    <a:pt x="184" y="352"/>
                  </a:cubicBezTo>
                  <a:cubicBezTo>
                    <a:pt x="159" y="353"/>
                    <a:pt x="136" y="370"/>
                    <a:pt x="129" y="394"/>
                  </a:cubicBezTo>
                  <a:cubicBezTo>
                    <a:pt x="128" y="401"/>
                    <a:pt x="127" y="409"/>
                    <a:pt x="129" y="415"/>
                  </a:cubicBezTo>
                  <a:cubicBezTo>
                    <a:pt x="135" y="432"/>
                    <a:pt x="141" y="448"/>
                    <a:pt x="148" y="464"/>
                  </a:cubicBezTo>
                  <a:cubicBezTo>
                    <a:pt x="150" y="467"/>
                    <a:pt x="153" y="469"/>
                    <a:pt x="156" y="471"/>
                  </a:cubicBezTo>
                  <a:cubicBezTo>
                    <a:pt x="172" y="480"/>
                    <a:pt x="190" y="483"/>
                    <a:pt x="208" y="481"/>
                  </a:cubicBezTo>
                  <a:cubicBezTo>
                    <a:pt x="229" y="478"/>
                    <a:pt x="249" y="474"/>
                    <a:pt x="270" y="471"/>
                  </a:cubicBezTo>
                  <a:cubicBezTo>
                    <a:pt x="280" y="469"/>
                    <a:pt x="297" y="463"/>
                    <a:pt x="309" y="460"/>
                  </a:cubicBezTo>
                  <a:cubicBezTo>
                    <a:pt x="307" y="467"/>
                    <a:pt x="289" y="513"/>
                    <a:pt x="271" y="549"/>
                  </a:cubicBezTo>
                  <a:cubicBezTo>
                    <a:pt x="246" y="599"/>
                    <a:pt x="218" y="650"/>
                    <a:pt x="151" y="723"/>
                  </a:cubicBezTo>
                  <a:cubicBezTo>
                    <a:pt x="76" y="807"/>
                    <a:pt x="11" y="826"/>
                    <a:pt x="1" y="836"/>
                  </a:cubicBezTo>
                  <a:cubicBezTo>
                    <a:pt x="0" y="837"/>
                    <a:pt x="4" y="838"/>
                    <a:pt x="11" y="840"/>
                  </a:cubicBezTo>
                  <a:cubicBezTo>
                    <a:pt x="21" y="841"/>
                    <a:pt x="54" y="843"/>
                    <a:pt x="58" y="843"/>
                  </a:cubicBezTo>
                  <a:cubicBezTo>
                    <a:pt x="74" y="843"/>
                    <a:pt x="93" y="845"/>
                    <a:pt x="108" y="840"/>
                  </a:cubicBezTo>
                  <a:cubicBezTo>
                    <a:pt x="129" y="833"/>
                    <a:pt x="203" y="791"/>
                    <a:pt x="240" y="757"/>
                  </a:cubicBezTo>
                  <a:cubicBezTo>
                    <a:pt x="264" y="734"/>
                    <a:pt x="294" y="700"/>
                    <a:pt x="299" y="693"/>
                  </a:cubicBezTo>
                  <a:cubicBezTo>
                    <a:pt x="319" y="664"/>
                    <a:pt x="338" y="635"/>
                    <a:pt x="357" y="606"/>
                  </a:cubicBezTo>
                  <a:cubicBezTo>
                    <a:pt x="363" y="596"/>
                    <a:pt x="366" y="596"/>
                    <a:pt x="371" y="606"/>
                  </a:cubicBezTo>
                  <a:cubicBezTo>
                    <a:pt x="386" y="633"/>
                    <a:pt x="400" y="661"/>
                    <a:pt x="414" y="689"/>
                  </a:cubicBezTo>
                  <a:cubicBezTo>
                    <a:pt x="425" y="711"/>
                    <a:pt x="436" y="734"/>
                    <a:pt x="448" y="757"/>
                  </a:cubicBezTo>
                  <a:cubicBezTo>
                    <a:pt x="457" y="773"/>
                    <a:pt x="468" y="787"/>
                    <a:pt x="475" y="804"/>
                  </a:cubicBezTo>
                  <a:cubicBezTo>
                    <a:pt x="485" y="827"/>
                    <a:pt x="501" y="842"/>
                    <a:pt x="521" y="853"/>
                  </a:cubicBezTo>
                  <a:cubicBezTo>
                    <a:pt x="537" y="861"/>
                    <a:pt x="554" y="866"/>
                    <a:pt x="571" y="871"/>
                  </a:cubicBezTo>
                  <a:cubicBezTo>
                    <a:pt x="586" y="876"/>
                    <a:pt x="601" y="881"/>
                    <a:pt x="616" y="883"/>
                  </a:cubicBezTo>
                  <a:cubicBezTo>
                    <a:pt x="630" y="885"/>
                    <a:pt x="635" y="885"/>
                    <a:pt x="645" y="885"/>
                  </a:cubicBezTo>
                  <a:cubicBezTo>
                    <a:pt x="662" y="886"/>
                    <a:pt x="693" y="886"/>
                    <a:pt x="698" y="880"/>
                  </a:cubicBezTo>
                  <a:cubicBezTo>
                    <a:pt x="706" y="871"/>
                    <a:pt x="707" y="869"/>
                    <a:pt x="710" y="865"/>
                  </a:cubicBezTo>
                  <a:cubicBezTo>
                    <a:pt x="713" y="861"/>
                    <a:pt x="720" y="855"/>
                    <a:pt x="725" y="849"/>
                  </a:cubicBezTo>
                  <a:cubicBezTo>
                    <a:pt x="730" y="844"/>
                    <a:pt x="733" y="838"/>
                    <a:pt x="738" y="830"/>
                  </a:cubicBezTo>
                  <a:cubicBezTo>
                    <a:pt x="745" y="816"/>
                    <a:pt x="749" y="808"/>
                    <a:pt x="747" y="807"/>
                  </a:cubicBezTo>
                  <a:cubicBezTo>
                    <a:pt x="746" y="805"/>
                    <a:pt x="728" y="801"/>
                    <a:pt x="687" y="77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" name="Freeform 6"/>
            <p:cNvSpPr/>
            <p:nvPr/>
          </p:nvSpPr>
          <p:spPr bwMode="auto">
            <a:xfrm>
              <a:off x="-431800" y="-979488"/>
              <a:ext cx="579438" cy="877888"/>
            </a:xfrm>
            <a:custGeom>
              <a:avLst/>
              <a:gdLst>
                <a:gd name="T0" fmla="*/ 420 w 758"/>
                <a:gd name="T1" fmla="*/ 385 h 1147"/>
                <a:gd name="T2" fmla="*/ 338 w 758"/>
                <a:gd name="T3" fmla="*/ 398 h 1147"/>
                <a:gd name="T4" fmla="*/ 405 w 758"/>
                <a:gd name="T5" fmla="*/ 284 h 1147"/>
                <a:gd name="T6" fmla="*/ 486 w 758"/>
                <a:gd name="T7" fmla="*/ 260 h 1147"/>
                <a:gd name="T8" fmla="*/ 545 w 758"/>
                <a:gd name="T9" fmla="*/ 194 h 1147"/>
                <a:gd name="T10" fmla="*/ 513 w 758"/>
                <a:gd name="T11" fmla="*/ 146 h 1147"/>
                <a:gd name="T12" fmla="*/ 463 w 758"/>
                <a:gd name="T13" fmla="*/ 150 h 1147"/>
                <a:gd name="T14" fmla="*/ 455 w 758"/>
                <a:gd name="T15" fmla="*/ 68 h 1147"/>
                <a:gd name="T16" fmla="*/ 316 w 758"/>
                <a:gd name="T17" fmla="*/ 53 h 1147"/>
                <a:gd name="T18" fmla="*/ 299 w 758"/>
                <a:gd name="T19" fmla="*/ 185 h 1147"/>
                <a:gd name="T20" fmla="*/ 266 w 758"/>
                <a:gd name="T21" fmla="*/ 226 h 1147"/>
                <a:gd name="T22" fmla="*/ 179 w 758"/>
                <a:gd name="T23" fmla="*/ 279 h 1147"/>
                <a:gd name="T24" fmla="*/ 226 w 758"/>
                <a:gd name="T25" fmla="*/ 377 h 1147"/>
                <a:gd name="T26" fmla="*/ 118 w 758"/>
                <a:gd name="T27" fmla="*/ 531 h 1147"/>
                <a:gd name="T28" fmla="*/ 85 w 758"/>
                <a:gd name="T29" fmla="*/ 540 h 1147"/>
                <a:gd name="T30" fmla="*/ 3 w 758"/>
                <a:gd name="T31" fmla="*/ 692 h 1147"/>
                <a:gd name="T32" fmla="*/ 11 w 758"/>
                <a:gd name="T33" fmla="*/ 948 h 1147"/>
                <a:gd name="T34" fmla="*/ 57 w 758"/>
                <a:gd name="T35" fmla="*/ 1008 h 1147"/>
                <a:gd name="T36" fmla="*/ 105 w 758"/>
                <a:gd name="T37" fmla="*/ 1016 h 1147"/>
                <a:gd name="T38" fmla="*/ 132 w 758"/>
                <a:gd name="T39" fmla="*/ 912 h 1147"/>
                <a:gd name="T40" fmla="*/ 112 w 758"/>
                <a:gd name="T41" fmla="*/ 731 h 1147"/>
                <a:gd name="T42" fmla="*/ 143 w 758"/>
                <a:gd name="T43" fmla="*/ 630 h 1147"/>
                <a:gd name="T44" fmla="*/ 207 w 758"/>
                <a:gd name="T45" fmla="*/ 605 h 1147"/>
                <a:gd name="T46" fmla="*/ 304 w 758"/>
                <a:gd name="T47" fmla="*/ 522 h 1147"/>
                <a:gd name="T48" fmla="*/ 305 w 758"/>
                <a:gd name="T49" fmla="*/ 522 h 1147"/>
                <a:gd name="T50" fmla="*/ 350 w 758"/>
                <a:gd name="T51" fmla="*/ 484 h 1147"/>
                <a:gd name="T52" fmla="*/ 616 w 758"/>
                <a:gd name="T53" fmla="*/ 436 h 1147"/>
                <a:gd name="T54" fmla="*/ 675 w 758"/>
                <a:gd name="T55" fmla="*/ 634 h 1147"/>
                <a:gd name="T56" fmla="*/ 608 w 758"/>
                <a:gd name="T57" fmla="*/ 826 h 1147"/>
                <a:gd name="T58" fmla="*/ 526 w 758"/>
                <a:gd name="T59" fmla="*/ 921 h 1147"/>
                <a:gd name="T60" fmla="*/ 422 w 758"/>
                <a:gd name="T61" fmla="*/ 878 h 1147"/>
                <a:gd name="T62" fmla="*/ 457 w 758"/>
                <a:gd name="T63" fmla="*/ 803 h 1147"/>
                <a:gd name="T64" fmla="*/ 446 w 758"/>
                <a:gd name="T65" fmla="*/ 741 h 1147"/>
                <a:gd name="T66" fmla="*/ 391 w 758"/>
                <a:gd name="T67" fmla="*/ 750 h 1147"/>
                <a:gd name="T68" fmla="*/ 382 w 758"/>
                <a:gd name="T69" fmla="*/ 743 h 1147"/>
                <a:gd name="T70" fmla="*/ 481 w 758"/>
                <a:gd name="T71" fmla="*/ 641 h 1147"/>
                <a:gd name="T72" fmla="*/ 459 w 758"/>
                <a:gd name="T73" fmla="*/ 580 h 1147"/>
                <a:gd name="T74" fmla="*/ 446 w 758"/>
                <a:gd name="T75" fmla="*/ 457 h 1147"/>
                <a:gd name="T76" fmla="*/ 412 w 758"/>
                <a:gd name="T77" fmla="*/ 487 h 1147"/>
                <a:gd name="T78" fmla="*/ 360 w 758"/>
                <a:gd name="T79" fmla="*/ 557 h 1147"/>
                <a:gd name="T80" fmla="*/ 342 w 758"/>
                <a:gd name="T81" fmla="*/ 531 h 1147"/>
                <a:gd name="T82" fmla="*/ 305 w 758"/>
                <a:gd name="T83" fmla="*/ 522 h 1147"/>
                <a:gd name="T84" fmla="*/ 304 w 758"/>
                <a:gd name="T85" fmla="*/ 522 h 1147"/>
                <a:gd name="T86" fmla="*/ 281 w 758"/>
                <a:gd name="T87" fmla="*/ 579 h 1147"/>
                <a:gd name="T88" fmla="*/ 300 w 758"/>
                <a:gd name="T89" fmla="*/ 633 h 1147"/>
                <a:gd name="T90" fmla="*/ 244 w 758"/>
                <a:gd name="T91" fmla="*/ 741 h 1147"/>
                <a:gd name="T92" fmla="*/ 293 w 758"/>
                <a:gd name="T93" fmla="*/ 759 h 1147"/>
                <a:gd name="T94" fmla="*/ 235 w 758"/>
                <a:gd name="T95" fmla="*/ 838 h 1147"/>
                <a:gd name="T96" fmla="*/ 241 w 758"/>
                <a:gd name="T97" fmla="*/ 869 h 1147"/>
                <a:gd name="T98" fmla="*/ 291 w 758"/>
                <a:gd name="T99" fmla="*/ 879 h 1147"/>
                <a:gd name="T100" fmla="*/ 368 w 758"/>
                <a:gd name="T101" fmla="*/ 873 h 1147"/>
                <a:gd name="T102" fmla="*/ 366 w 758"/>
                <a:gd name="T103" fmla="*/ 1104 h 1147"/>
                <a:gd name="T104" fmla="*/ 374 w 758"/>
                <a:gd name="T105" fmla="*/ 1146 h 1147"/>
                <a:gd name="T106" fmla="*/ 393 w 758"/>
                <a:gd name="T107" fmla="*/ 1119 h 1147"/>
                <a:gd name="T108" fmla="*/ 411 w 758"/>
                <a:gd name="T109" fmla="*/ 958 h 1147"/>
                <a:gd name="T110" fmla="*/ 430 w 758"/>
                <a:gd name="T111" fmla="*/ 908 h 1147"/>
                <a:gd name="T112" fmla="*/ 459 w 758"/>
                <a:gd name="T113" fmla="*/ 934 h 1147"/>
                <a:gd name="T114" fmla="*/ 454 w 758"/>
                <a:gd name="T115" fmla="*/ 957 h 1147"/>
                <a:gd name="T116" fmla="*/ 504 w 758"/>
                <a:gd name="T117" fmla="*/ 1010 h 1147"/>
                <a:gd name="T118" fmla="*/ 625 w 758"/>
                <a:gd name="T119" fmla="*/ 944 h 1147"/>
                <a:gd name="T120" fmla="*/ 711 w 758"/>
                <a:gd name="T121" fmla="*/ 756 h 1147"/>
                <a:gd name="T122" fmla="*/ 750 w 758"/>
                <a:gd name="T123" fmla="*/ 597 h 1147"/>
                <a:gd name="T124" fmla="*/ 740 w 758"/>
                <a:gd name="T125" fmla="*/ 454 h 1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758" h="1147">
                  <a:moveTo>
                    <a:pt x="652" y="374"/>
                  </a:moveTo>
                  <a:cubicBezTo>
                    <a:pt x="574" y="351"/>
                    <a:pt x="496" y="358"/>
                    <a:pt x="420" y="385"/>
                  </a:cubicBezTo>
                  <a:cubicBezTo>
                    <a:pt x="396" y="394"/>
                    <a:pt x="373" y="401"/>
                    <a:pt x="349" y="409"/>
                  </a:cubicBezTo>
                  <a:cubicBezTo>
                    <a:pt x="338" y="412"/>
                    <a:pt x="335" y="409"/>
                    <a:pt x="338" y="398"/>
                  </a:cubicBezTo>
                  <a:cubicBezTo>
                    <a:pt x="341" y="388"/>
                    <a:pt x="344" y="378"/>
                    <a:pt x="347" y="368"/>
                  </a:cubicBezTo>
                  <a:cubicBezTo>
                    <a:pt x="355" y="332"/>
                    <a:pt x="379" y="306"/>
                    <a:pt x="405" y="284"/>
                  </a:cubicBezTo>
                  <a:cubicBezTo>
                    <a:pt x="416" y="274"/>
                    <a:pt x="432" y="269"/>
                    <a:pt x="447" y="265"/>
                  </a:cubicBezTo>
                  <a:cubicBezTo>
                    <a:pt x="459" y="262"/>
                    <a:pt x="474" y="264"/>
                    <a:pt x="486" y="260"/>
                  </a:cubicBezTo>
                  <a:cubicBezTo>
                    <a:pt x="504" y="253"/>
                    <a:pt x="523" y="252"/>
                    <a:pt x="534" y="232"/>
                  </a:cubicBezTo>
                  <a:cubicBezTo>
                    <a:pt x="541" y="220"/>
                    <a:pt x="545" y="208"/>
                    <a:pt x="545" y="194"/>
                  </a:cubicBezTo>
                  <a:cubicBezTo>
                    <a:pt x="544" y="183"/>
                    <a:pt x="541" y="172"/>
                    <a:pt x="534" y="165"/>
                  </a:cubicBezTo>
                  <a:cubicBezTo>
                    <a:pt x="527" y="158"/>
                    <a:pt x="523" y="151"/>
                    <a:pt x="513" y="146"/>
                  </a:cubicBezTo>
                  <a:cubicBezTo>
                    <a:pt x="504" y="140"/>
                    <a:pt x="498" y="147"/>
                    <a:pt x="485" y="148"/>
                  </a:cubicBezTo>
                  <a:cubicBezTo>
                    <a:pt x="479" y="149"/>
                    <a:pt x="469" y="151"/>
                    <a:pt x="463" y="150"/>
                  </a:cubicBezTo>
                  <a:cubicBezTo>
                    <a:pt x="449" y="150"/>
                    <a:pt x="464" y="135"/>
                    <a:pt x="465" y="120"/>
                  </a:cubicBezTo>
                  <a:cubicBezTo>
                    <a:pt x="465" y="102"/>
                    <a:pt x="464" y="85"/>
                    <a:pt x="455" y="68"/>
                  </a:cubicBezTo>
                  <a:cubicBezTo>
                    <a:pt x="432" y="29"/>
                    <a:pt x="405" y="1"/>
                    <a:pt x="356" y="0"/>
                  </a:cubicBezTo>
                  <a:cubicBezTo>
                    <a:pt x="328" y="0"/>
                    <a:pt x="308" y="32"/>
                    <a:pt x="316" y="53"/>
                  </a:cubicBezTo>
                  <a:cubicBezTo>
                    <a:pt x="323" y="70"/>
                    <a:pt x="324" y="88"/>
                    <a:pt x="321" y="105"/>
                  </a:cubicBezTo>
                  <a:cubicBezTo>
                    <a:pt x="315" y="132"/>
                    <a:pt x="307" y="159"/>
                    <a:pt x="299" y="185"/>
                  </a:cubicBezTo>
                  <a:cubicBezTo>
                    <a:pt x="295" y="197"/>
                    <a:pt x="295" y="210"/>
                    <a:pt x="282" y="217"/>
                  </a:cubicBezTo>
                  <a:cubicBezTo>
                    <a:pt x="276" y="220"/>
                    <a:pt x="271" y="224"/>
                    <a:pt x="266" y="226"/>
                  </a:cubicBezTo>
                  <a:cubicBezTo>
                    <a:pt x="251" y="235"/>
                    <a:pt x="236" y="245"/>
                    <a:pt x="217" y="249"/>
                  </a:cubicBezTo>
                  <a:cubicBezTo>
                    <a:pt x="201" y="253"/>
                    <a:pt x="185" y="260"/>
                    <a:pt x="179" y="279"/>
                  </a:cubicBezTo>
                  <a:cubicBezTo>
                    <a:pt x="170" y="305"/>
                    <a:pt x="191" y="350"/>
                    <a:pt x="217" y="360"/>
                  </a:cubicBezTo>
                  <a:cubicBezTo>
                    <a:pt x="226" y="363"/>
                    <a:pt x="230" y="368"/>
                    <a:pt x="226" y="377"/>
                  </a:cubicBezTo>
                  <a:cubicBezTo>
                    <a:pt x="212" y="404"/>
                    <a:pt x="198" y="432"/>
                    <a:pt x="183" y="460"/>
                  </a:cubicBezTo>
                  <a:cubicBezTo>
                    <a:pt x="168" y="489"/>
                    <a:pt x="141" y="508"/>
                    <a:pt x="118" y="531"/>
                  </a:cubicBezTo>
                  <a:cubicBezTo>
                    <a:pt x="116" y="532"/>
                    <a:pt x="112" y="534"/>
                    <a:pt x="110" y="534"/>
                  </a:cubicBezTo>
                  <a:cubicBezTo>
                    <a:pt x="100" y="530"/>
                    <a:pt x="93" y="536"/>
                    <a:pt x="85" y="540"/>
                  </a:cubicBezTo>
                  <a:cubicBezTo>
                    <a:pt x="56" y="557"/>
                    <a:pt x="35" y="582"/>
                    <a:pt x="20" y="610"/>
                  </a:cubicBezTo>
                  <a:cubicBezTo>
                    <a:pt x="6" y="635"/>
                    <a:pt x="4" y="664"/>
                    <a:pt x="3" y="692"/>
                  </a:cubicBezTo>
                  <a:cubicBezTo>
                    <a:pt x="2" y="736"/>
                    <a:pt x="0" y="779"/>
                    <a:pt x="2" y="823"/>
                  </a:cubicBezTo>
                  <a:cubicBezTo>
                    <a:pt x="3" y="865"/>
                    <a:pt x="7" y="906"/>
                    <a:pt x="11" y="948"/>
                  </a:cubicBezTo>
                  <a:cubicBezTo>
                    <a:pt x="11" y="952"/>
                    <a:pt x="13" y="957"/>
                    <a:pt x="16" y="960"/>
                  </a:cubicBezTo>
                  <a:cubicBezTo>
                    <a:pt x="29" y="977"/>
                    <a:pt x="43" y="992"/>
                    <a:pt x="57" y="1008"/>
                  </a:cubicBezTo>
                  <a:cubicBezTo>
                    <a:pt x="59" y="1010"/>
                    <a:pt x="63" y="1011"/>
                    <a:pt x="65" y="1011"/>
                  </a:cubicBezTo>
                  <a:cubicBezTo>
                    <a:pt x="78" y="1013"/>
                    <a:pt x="92" y="1015"/>
                    <a:pt x="105" y="1016"/>
                  </a:cubicBezTo>
                  <a:cubicBezTo>
                    <a:pt x="119" y="1018"/>
                    <a:pt x="126" y="1013"/>
                    <a:pt x="129" y="1002"/>
                  </a:cubicBezTo>
                  <a:cubicBezTo>
                    <a:pt x="136" y="973"/>
                    <a:pt x="140" y="943"/>
                    <a:pt x="132" y="912"/>
                  </a:cubicBezTo>
                  <a:cubicBezTo>
                    <a:pt x="127" y="894"/>
                    <a:pt x="121" y="876"/>
                    <a:pt x="119" y="857"/>
                  </a:cubicBezTo>
                  <a:cubicBezTo>
                    <a:pt x="115" y="815"/>
                    <a:pt x="114" y="773"/>
                    <a:pt x="112" y="731"/>
                  </a:cubicBezTo>
                  <a:cubicBezTo>
                    <a:pt x="110" y="704"/>
                    <a:pt x="110" y="678"/>
                    <a:pt x="109" y="652"/>
                  </a:cubicBezTo>
                  <a:cubicBezTo>
                    <a:pt x="109" y="630"/>
                    <a:pt x="124" y="626"/>
                    <a:pt x="143" y="630"/>
                  </a:cubicBezTo>
                  <a:cubicBezTo>
                    <a:pt x="150" y="632"/>
                    <a:pt x="158" y="634"/>
                    <a:pt x="163" y="631"/>
                  </a:cubicBezTo>
                  <a:cubicBezTo>
                    <a:pt x="178" y="624"/>
                    <a:pt x="194" y="616"/>
                    <a:pt x="207" y="605"/>
                  </a:cubicBezTo>
                  <a:cubicBezTo>
                    <a:pt x="226" y="589"/>
                    <a:pt x="244" y="570"/>
                    <a:pt x="263" y="553"/>
                  </a:cubicBezTo>
                  <a:cubicBezTo>
                    <a:pt x="276" y="542"/>
                    <a:pt x="290" y="533"/>
                    <a:pt x="304" y="522"/>
                  </a:cubicBezTo>
                  <a:cubicBezTo>
                    <a:pt x="304" y="522"/>
                    <a:pt x="304" y="522"/>
                    <a:pt x="304" y="522"/>
                  </a:cubicBezTo>
                  <a:cubicBezTo>
                    <a:pt x="305" y="522"/>
                    <a:pt x="305" y="522"/>
                    <a:pt x="305" y="522"/>
                  </a:cubicBezTo>
                  <a:cubicBezTo>
                    <a:pt x="313" y="514"/>
                    <a:pt x="320" y="506"/>
                    <a:pt x="328" y="499"/>
                  </a:cubicBezTo>
                  <a:cubicBezTo>
                    <a:pt x="335" y="494"/>
                    <a:pt x="342" y="488"/>
                    <a:pt x="350" y="484"/>
                  </a:cubicBezTo>
                  <a:cubicBezTo>
                    <a:pt x="376" y="472"/>
                    <a:pt x="402" y="458"/>
                    <a:pt x="430" y="448"/>
                  </a:cubicBezTo>
                  <a:cubicBezTo>
                    <a:pt x="491" y="428"/>
                    <a:pt x="552" y="416"/>
                    <a:pt x="616" y="436"/>
                  </a:cubicBezTo>
                  <a:cubicBezTo>
                    <a:pt x="668" y="453"/>
                    <a:pt x="689" y="491"/>
                    <a:pt x="686" y="547"/>
                  </a:cubicBezTo>
                  <a:cubicBezTo>
                    <a:pt x="684" y="576"/>
                    <a:pt x="680" y="605"/>
                    <a:pt x="675" y="634"/>
                  </a:cubicBezTo>
                  <a:cubicBezTo>
                    <a:pt x="672" y="650"/>
                    <a:pt x="665" y="665"/>
                    <a:pt x="660" y="681"/>
                  </a:cubicBezTo>
                  <a:cubicBezTo>
                    <a:pt x="644" y="730"/>
                    <a:pt x="631" y="780"/>
                    <a:pt x="608" y="826"/>
                  </a:cubicBezTo>
                  <a:cubicBezTo>
                    <a:pt x="593" y="856"/>
                    <a:pt x="576" y="885"/>
                    <a:pt x="554" y="910"/>
                  </a:cubicBezTo>
                  <a:cubicBezTo>
                    <a:pt x="546" y="919"/>
                    <a:pt x="538" y="921"/>
                    <a:pt x="526" y="921"/>
                  </a:cubicBezTo>
                  <a:cubicBezTo>
                    <a:pt x="491" y="920"/>
                    <a:pt x="459" y="907"/>
                    <a:pt x="427" y="894"/>
                  </a:cubicBezTo>
                  <a:cubicBezTo>
                    <a:pt x="419" y="891"/>
                    <a:pt x="421" y="885"/>
                    <a:pt x="422" y="878"/>
                  </a:cubicBezTo>
                  <a:cubicBezTo>
                    <a:pt x="424" y="861"/>
                    <a:pt x="432" y="846"/>
                    <a:pt x="440" y="831"/>
                  </a:cubicBezTo>
                  <a:cubicBezTo>
                    <a:pt x="445" y="821"/>
                    <a:pt x="451" y="812"/>
                    <a:pt x="457" y="803"/>
                  </a:cubicBezTo>
                  <a:cubicBezTo>
                    <a:pt x="463" y="794"/>
                    <a:pt x="463" y="785"/>
                    <a:pt x="460" y="776"/>
                  </a:cubicBezTo>
                  <a:cubicBezTo>
                    <a:pt x="455" y="764"/>
                    <a:pt x="451" y="753"/>
                    <a:pt x="446" y="741"/>
                  </a:cubicBezTo>
                  <a:cubicBezTo>
                    <a:pt x="442" y="730"/>
                    <a:pt x="414" y="725"/>
                    <a:pt x="405" y="733"/>
                  </a:cubicBezTo>
                  <a:cubicBezTo>
                    <a:pt x="400" y="738"/>
                    <a:pt x="396" y="745"/>
                    <a:pt x="391" y="750"/>
                  </a:cubicBezTo>
                  <a:cubicBezTo>
                    <a:pt x="388" y="752"/>
                    <a:pt x="383" y="752"/>
                    <a:pt x="379" y="753"/>
                  </a:cubicBezTo>
                  <a:cubicBezTo>
                    <a:pt x="380" y="750"/>
                    <a:pt x="380" y="745"/>
                    <a:pt x="382" y="743"/>
                  </a:cubicBezTo>
                  <a:cubicBezTo>
                    <a:pt x="407" y="719"/>
                    <a:pt x="431" y="693"/>
                    <a:pt x="461" y="675"/>
                  </a:cubicBezTo>
                  <a:cubicBezTo>
                    <a:pt x="473" y="667"/>
                    <a:pt x="481" y="657"/>
                    <a:pt x="481" y="641"/>
                  </a:cubicBezTo>
                  <a:cubicBezTo>
                    <a:pt x="481" y="622"/>
                    <a:pt x="481" y="603"/>
                    <a:pt x="459" y="594"/>
                  </a:cubicBezTo>
                  <a:cubicBezTo>
                    <a:pt x="452" y="590"/>
                    <a:pt x="456" y="585"/>
                    <a:pt x="459" y="580"/>
                  </a:cubicBezTo>
                  <a:cubicBezTo>
                    <a:pt x="471" y="561"/>
                    <a:pt x="485" y="543"/>
                    <a:pt x="488" y="519"/>
                  </a:cubicBezTo>
                  <a:cubicBezTo>
                    <a:pt x="490" y="496"/>
                    <a:pt x="469" y="462"/>
                    <a:pt x="446" y="457"/>
                  </a:cubicBezTo>
                  <a:cubicBezTo>
                    <a:pt x="442" y="456"/>
                    <a:pt x="436" y="457"/>
                    <a:pt x="434" y="460"/>
                  </a:cubicBezTo>
                  <a:cubicBezTo>
                    <a:pt x="426" y="468"/>
                    <a:pt x="416" y="476"/>
                    <a:pt x="412" y="487"/>
                  </a:cubicBezTo>
                  <a:cubicBezTo>
                    <a:pt x="403" y="509"/>
                    <a:pt x="392" y="530"/>
                    <a:pt x="375" y="547"/>
                  </a:cubicBezTo>
                  <a:cubicBezTo>
                    <a:pt x="371" y="552"/>
                    <a:pt x="361" y="559"/>
                    <a:pt x="360" y="557"/>
                  </a:cubicBezTo>
                  <a:cubicBezTo>
                    <a:pt x="353" y="551"/>
                    <a:pt x="347" y="543"/>
                    <a:pt x="342" y="536"/>
                  </a:cubicBezTo>
                  <a:cubicBezTo>
                    <a:pt x="341" y="535"/>
                    <a:pt x="342" y="533"/>
                    <a:pt x="342" y="531"/>
                  </a:cubicBezTo>
                  <a:cubicBezTo>
                    <a:pt x="341" y="518"/>
                    <a:pt x="332" y="513"/>
                    <a:pt x="319" y="517"/>
                  </a:cubicBezTo>
                  <a:cubicBezTo>
                    <a:pt x="315" y="519"/>
                    <a:pt x="310" y="520"/>
                    <a:pt x="305" y="522"/>
                  </a:cubicBezTo>
                  <a:cubicBezTo>
                    <a:pt x="305" y="522"/>
                    <a:pt x="305" y="522"/>
                    <a:pt x="305" y="522"/>
                  </a:cubicBezTo>
                  <a:cubicBezTo>
                    <a:pt x="304" y="522"/>
                    <a:pt x="304" y="522"/>
                    <a:pt x="304" y="522"/>
                  </a:cubicBezTo>
                  <a:cubicBezTo>
                    <a:pt x="297" y="533"/>
                    <a:pt x="289" y="544"/>
                    <a:pt x="284" y="555"/>
                  </a:cubicBezTo>
                  <a:cubicBezTo>
                    <a:pt x="280" y="562"/>
                    <a:pt x="278" y="572"/>
                    <a:pt x="281" y="579"/>
                  </a:cubicBezTo>
                  <a:cubicBezTo>
                    <a:pt x="285" y="591"/>
                    <a:pt x="292" y="601"/>
                    <a:pt x="299" y="611"/>
                  </a:cubicBezTo>
                  <a:cubicBezTo>
                    <a:pt x="306" y="619"/>
                    <a:pt x="306" y="625"/>
                    <a:pt x="300" y="633"/>
                  </a:cubicBezTo>
                  <a:cubicBezTo>
                    <a:pt x="281" y="658"/>
                    <a:pt x="262" y="682"/>
                    <a:pt x="243" y="707"/>
                  </a:cubicBezTo>
                  <a:cubicBezTo>
                    <a:pt x="235" y="718"/>
                    <a:pt x="235" y="732"/>
                    <a:pt x="244" y="741"/>
                  </a:cubicBezTo>
                  <a:cubicBezTo>
                    <a:pt x="254" y="751"/>
                    <a:pt x="266" y="761"/>
                    <a:pt x="282" y="758"/>
                  </a:cubicBezTo>
                  <a:cubicBezTo>
                    <a:pt x="285" y="758"/>
                    <a:pt x="288" y="759"/>
                    <a:pt x="293" y="759"/>
                  </a:cubicBezTo>
                  <a:cubicBezTo>
                    <a:pt x="289" y="765"/>
                    <a:pt x="287" y="770"/>
                    <a:pt x="283" y="774"/>
                  </a:cubicBezTo>
                  <a:cubicBezTo>
                    <a:pt x="267" y="796"/>
                    <a:pt x="251" y="817"/>
                    <a:pt x="235" y="838"/>
                  </a:cubicBezTo>
                  <a:cubicBezTo>
                    <a:pt x="232" y="842"/>
                    <a:pt x="230" y="848"/>
                    <a:pt x="231" y="852"/>
                  </a:cubicBezTo>
                  <a:cubicBezTo>
                    <a:pt x="233" y="859"/>
                    <a:pt x="238" y="866"/>
                    <a:pt x="241" y="869"/>
                  </a:cubicBezTo>
                  <a:cubicBezTo>
                    <a:pt x="244" y="874"/>
                    <a:pt x="251" y="883"/>
                    <a:pt x="256" y="883"/>
                  </a:cubicBezTo>
                  <a:cubicBezTo>
                    <a:pt x="268" y="885"/>
                    <a:pt x="280" y="882"/>
                    <a:pt x="291" y="879"/>
                  </a:cubicBezTo>
                  <a:cubicBezTo>
                    <a:pt x="318" y="871"/>
                    <a:pt x="326" y="867"/>
                    <a:pt x="352" y="860"/>
                  </a:cubicBezTo>
                  <a:cubicBezTo>
                    <a:pt x="367" y="856"/>
                    <a:pt x="369" y="857"/>
                    <a:pt x="368" y="873"/>
                  </a:cubicBezTo>
                  <a:cubicBezTo>
                    <a:pt x="366" y="898"/>
                    <a:pt x="364" y="924"/>
                    <a:pt x="363" y="949"/>
                  </a:cubicBezTo>
                  <a:cubicBezTo>
                    <a:pt x="361" y="1002"/>
                    <a:pt x="363" y="1053"/>
                    <a:pt x="366" y="1104"/>
                  </a:cubicBezTo>
                  <a:cubicBezTo>
                    <a:pt x="366" y="1115"/>
                    <a:pt x="366" y="1127"/>
                    <a:pt x="368" y="1138"/>
                  </a:cubicBezTo>
                  <a:cubicBezTo>
                    <a:pt x="368" y="1141"/>
                    <a:pt x="371" y="1146"/>
                    <a:pt x="374" y="1146"/>
                  </a:cubicBezTo>
                  <a:cubicBezTo>
                    <a:pt x="377" y="1147"/>
                    <a:pt x="382" y="1144"/>
                    <a:pt x="384" y="1141"/>
                  </a:cubicBezTo>
                  <a:cubicBezTo>
                    <a:pt x="388" y="1135"/>
                    <a:pt x="392" y="1127"/>
                    <a:pt x="393" y="1119"/>
                  </a:cubicBezTo>
                  <a:cubicBezTo>
                    <a:pt x="396" y="1092"/>
                    <a:pt x="402" y="1002"/>
                    <a:pt x="404" y="985"/>
                  </a:cubicBezTo>
                  <a:cubicBezTo>
                    <a:pt x="405" y="976"/>
                    <a:pt x="409" y="967"/>
                    <a:pt x="411" y="958"/>
                  </a:cubicBezTo>
                  <a:cubicBezTo>
                    <a:pt x="413" y="943"/>
                    <a:pt x="415" y="928"/>
                    <a:pt x="418" y="913"/>
                  </a:cubicBezTo>
                  <a:cubicBezTo>
                    <a:pt x="419" y="904"/>
                    <a:pt x="424" y="904"/>
                    <a:pt x="430" y="908"/>
                  </a:cubicBezTo>
                  <a:cubicBezTo>
                    <a:pt x="440" y="916"/>
                    <a:pt x="443" y="919"/>
                    <a:pt x="453" y="925"/>
                  </a:cubicBezTo>
                  <a:cubicBezTo>
                    <a:pt x="459" y="929"/>
                    <a:pt x="462" y="926"/>
                    <a:pt x="459" y="934"/>
                  </a:cubicBezTo>
                  <a:cubicBezTo>
                    <a:pt x="458" y="939"/>
                    <a:pt x="454" y="936"/>
                    <a:pt x="450" y="938"/>
                  </a:cubicBezTo>
                  <a:cubicBezTo>
                    <a:pt x="448" y="940"/>
                    <a:pt x="458" y="957"/>
                    <a:pt x="454" y="957"/>
                  </a:cubicBezTo>
                  <a:cubicBezTo>
                    <a:pt x="446" y="957"/>
                    <a:pt x="444" y="962"/>
                    <a:pt x="449" y="969"/>
                  </a:cubicBezTo>
                  <a:cubicBezTo>
                    <a:pt x="463" y="988"/>
                    <a:pt x="482" y="1002"/>
                    <a:pt x="504" y="1010"/>
                  </a:cubicBezTo>
                  <a:cubicBezTo>
                    <a:pt x="530" y="1020"/>
                    <a:pt x="554" y="1010"/>
                    <a:pt x="574" y="995"/>
                  </a:cubicBezTo>
                  <a:cubicBezTo>
                    <a:pt x="593" y="981"/>
                    <a:pt x="611" y="963"/>
                    <a:pt x="625" y="944"/>
                  </a:cubicBezTo>
                  <a:cubicBezTo>
                    <a:pt x="640" y="924"/>
                    <a:pt x="650" y="900"/>
                    <a:pt x="663" y="878"/>
                  </a:cubicBezTo>
                  <a:cubicBezTo>
                    <a:pt x="685" y="840"/>
                    <a:pt x="696" y="797"/>
                    <a:pt x="711" y="756"/>
                  </a:cubicBezTo>
                  <a:cubicBezTo>
                    <a:pt x="719" y="732"/>
                    <a:pt x="726" y="708"/>
                    <a:pt x="732" y="684"/>
                  </a:cubicBezTo>
                  <a:cubicBezTo>
                    <a:pt x="739" y="655"/>
                    <a:pt x="745" y="626"/>
                    <a:pt x="750" y="597"/>
                  </a:cubicBezTo>
                  <a:cubicBezTo>
                    <a:pt x="752" y="584"/>
                    <a:pt x="750" y="571"/>
                    <a:pt x="752" y="558"/>
                  </a:cubicBezTo>
                  <a:cubicBezTo>
                    <a:pt x="758" y="522"/>
                    <a:pt x="755" y="487"/>
                    <a:pt x="740" y="454"/>
                  </a:cubicBezTo>
                  <a:cubicBezTo>
                    <a:pt x="722" y="414"/>
                    <a:pt x="692" y="386"/>
                    <a:pt x="652" y="37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" name="Freeform 7"/>
            <p:cNvSpPr>
              <a:spLocks noEditPoints="1"/>
            </p:cNvSpPr>
            <p:nvPr/>
          </p:nvSpPr>
          <p:spPr bwMode="auto">
            <a:xfrm>
              <a:off x="1301750" y="-969963"/>
              <a:ext cx="374650" cy="768350"/>
            </a:xfrm>
            <a:custGeom>
              <a:avLst/>
              <a:gdLst>
                <a:gd name="T0" fmla="*/ 423 w 490"/>
                <a:gd name="T1" fmla="*/ 20 h 1003"/>
                <a:gd name="T2" fmla="*/ 343 w 490"/>
                <a:gd name="T3" fmla="*/ 1 h 1003"/>
                <a:gd name="T4" fmla="*/ 278 w 490"/>
                <a:gd name="T5" fmla="*/ 8 h 1003"/>
                <a:gd name="T6" fmla="*/ 112 w 490"/>
                <a:gd name="T7" fmla="*/ 135 h 1003"/>
                <a:gd name="T8" fmla="*/ 94 w 490"/>
                <a:gd name="T9" fmla="*/ 199 h 1003"/>
                <a:gd name="T10" fmla="*/ 166 w 490"/>
                <a:gd name="T11" fmla="*/ 215 h 1003"/>
                <a:gd name="T12" fmla="*/ 244 w 490"/>
                <a:gd name="T13" fmla="*/ 160 h 1003"/>
                <a:gd name="T14" fmla="*/ 389 w 490"/>
                <a:gd name="T15" fmla="*/ 114 h 1003"/>
                <a:gd name="T16" fmla="*/ 395 w 490"/>
                <a:gd name="T17" fmla="*/ 227 h 1003"/>
                <a:gd name="T18" fmla="*/ 325 w 490"/>
                <a:gd name="T19" fmla="*/ 388 h 1003"/>
                <a:gd name="T20" fmla="*/ 264 w 490"/>
                <a:gd name="T21" fmla="*/ 413 h 1003"/>
                <a:gd name="T22" fmla="*/ 276 w 490"/>
                <a:gd name="T23" fmla="*/ 352 h 1003"/>
                <a:gd name="T24" fmla="*/ 336 w 490"/>
                <a:gd name="T25" fmla="*/ 299 h 1003"/>
                <a:gd name="T26" fmla="*/ 347 w 490"/>
                <a:gd name="T27" fmla="*/ 242 h 1003"/>
                <a:gd name="T28" fmla="*/ 261 w 490"/>
                <a:gd name="T29" fmla="*/ 216 h 1003"/>
                <a:gd name="T30" fmla="*/ 192 w 490"/>
                <a:gd name="T31" fmla="*/ 234 h 1003"/>
                <a:gd name="T32" fmla="*/ 180 w 490"/>
                <a:gd name="T33" fmla="*/ 269 h 1003"/>
                <a:gd name="T34" fmla="*/ 130 w 490"/>
                <a:gd name="T35" fmla="*/ 341 h 1003"/>
                <a:gd name="T36" fmla="*/ 123 w 490"/>
                <a:gd name="T37" fmla="*/ 351 h 1003"/>
                <a:gd name="T38" fmla="*/ 68 w 490"/>
                <a:gd name="T39" fmla="*/ 292 h 1003"/>
                <a:gd name="T40" fmla="*/ 7 w 490"/>
                <a:gd name="T41" fmla="*/ 421 h 1003"/>
                <a:gd name="T42" fmla="*/ 65 w 490"/>
                <a:gd name="T43" fmla="*/ 531 h 1003"/>
                <a:gd name="T44" fmla="*/ 102 w 490"/>
                <a:gd name="T45" fmla="*/ 542 h 1003"/>
                <a:gd name="T46" fmla="*/ 153 w 490"/>
                <a:gd name="T47" fmla="*/ 588 h 1003"/>
                <a:gd name="T48" fmla="*/ 116 w 490"/>
                <a:gd name="T49" fmla="*/ 682 h 1003"/>
                <a:gd name="T50" fmla="*/ 54 w 490"/>
                <a:gd name="T51" fmla="*/ 765 h 1003"/>
                <a:gd name="T52" fmla="*/ 122 w 490"/>
                <a:gd name="T53" fmla="*/ 800 h 1003"/>
                <a:gd name="T54" fmla="*/ 104 w 490"/>
                <a:gd name="T55" fmla="*/ 860 h 1003"/>
                <a:gd name="T56" fmla="*/ 27 w 490"/>
                <a:gd name="T57" fmla="*/ 894 h 1003"/>
                <a:gd name="T58" fmla="*/ 14 w 490"/>
                <a:gd name="T59" fmla="*/ 976 h 1003"/>
                <a:gd name="T60" fmla="*/ 81 w 490"/>
                <a:gd name="T61" fmla="*/ 994 h 1003"/>
                <a:gd name="T62" fmla="*/ 188 w 490"/>
                <a:gd name="T63" fmla="*/ 960 h 1003"/>
                <a:gd name="T64" fmla="*/ 338 w 490"/>
                <a:gd name="T65" fmla="*/ 971 h 1003"/>
                <a:gd name="T66" fmla="*/ 383 w 490"/>
                <a:gd name="T67" fmla="*/ 966 h 1003"/>
                <a:gd name="T68" fmla="*/ 413 w 490"/>
                <a:gd name="T69" fmla="*/ 928 h 1003"/>
                <a:gd name="T70" fmla="*/ 423 w 490"/>
                <a:gd name="T71" fmla="*/ 856 h 1003"/>
                <a:gd name="T72" fmla="*/ 334 w 490"/>
                <a:gd name="T73" fmla="*/ 832 h 1003"/>
                <a:gd name="T74" fmla="*/ 226 w 490"/>
                <a:gd name="T75" fmla="*/ 832 h 1003"/>
                <a:gd name="T76" fmla="*/ 240 w 490"/>
                <a:gd name="T77" fmla="*/ 746 h 1003"/>
                <a:gd name="T78" fmla="*/ 350 w 490"/>
                <a:gd name="T79" fmla="*/ 628 h 1003"/>
                <a:gd name="T80" fmla="*/ 323 w 490"/>
                <a:gd name="T81" fmla="*/ 594 h 1003"/>
                <a:gd name="T82" fmla="*/ 236 w 490"/>
                <a:gd name="T83" fmla="*/ 618 h 1003"/>
                <a:gd name="T84" fmla="*/ 226 w 490"/>
                <a:gd name="T85" fmla="*/ 571 h 1003"/>
                <a:gd name="T86" fmla="*/ 336 w 490"/>
                <a:gd name="T87" fmla="*/ 483 h 1003"/>
                <a:gd name="T88" fmla="*/ 383 w 490"/>
                <a:gd name="T89" fmla="*/ 414 h 1003"/>
                <a:gd name="T90" fmla="*/ 480 w 490"/>
                <a:gd name="T91" fmla="*/ 215 h 1003"/>
                <a:gd name="T92" fmla="*/ 475 w 490"/>
                <a:gd name="T93" fmla="*/ 89 h 1003"/>
                <a:gd name="T94" fmla="*/ 149 w 490"/>
                <a:gd name="T95" fmla="*/ 451 h 1003"/>
                <a:gd name="T96" fmla="*/ 139 w 490"/>
                <a:gd name="T97" fmla="*/ 447 h 1003"/>
                <a:gd name="T98" fmla="*/ 128 w 490"/>
                <a:gd name="T99" fmla="*/ 376 h 1003"/>
                <a:gd name="T100" fmla="*/ 137 w 490"/>
                <a:gd name="T101" fmla="*/ 374 h 1003"/>
                <a:gd name="T102" fmla="*/ 172 w 490"/>
                <a:gd name="T103" fmla="*/ 413 h 10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490" h="1003">
                  <a:moveTo>
                    <a:pt x="475" y="89"/>
                  </a:moveTo>
                  <a:cubicBezTo>
                    <a:pt x="464" y="62"/>
                    <a:pt x="449" y="36"/>
                    <a:pt x="423" y="20"/>
                  </a:cubicBezTo>
                  <a:cubicBezTo>
                    <a:pt x="401" y="7"/>
                    <a:pt x="377" y="3"/>
                    <a:pt x="352" y="0"/>
                  </a:cubicBezTo>
                  <a:cubicBezTo>
                    <a:pt x="349" y="0"/>
                    <a:pt x="346" y="1"/>
                    <a:pt x="343" y="1"/>
                  </a:cubicBezTo>
                  <a:cubicBezTo>
                    <a:pt x="334" y="2"/>
                    <a:pt x="325" y="2"/>
                    <a:pt x="315" y="3"/>
                  </a:cubicBezTo>
                  <a:cubicBezTo>
                    <a:pt x="303" y="4"/>
                    <a:pt x="290" y="5"/>
                    <a:pt x="278" y="8"/>
                  </a:cubicBezTo>
                  <a:cubicBezTo>
                    <a:pt x="234" y="21"/>
                    <a:pt x="197" y="47"/>
                    <a:pt x="162" y="76"/>
                  </a:cubicBezTo>
                  <a:cubicBezTo>
                    <a:pt x="142" y="93"/>
                    <a:pt x="125" y="112"/>
                    <a:pt x="112" y="135"/>
                  </a:cubicBezTo>
                  <a:cubicBezTo>
                    <a:pt x="106" y="145"/>
                    <a:pt x="97" y="155"/>
                    <a:pt x="92" y="165"/>
                  </a:cubicBezTo>
                  <a:cubicBezTo>
                    <a:pt x="85" y="178"/>
                    <a:pt x="86" y="195"/>
                    <a:pt x="94" y="199"/>
                  </a:cubicBezTo>
                  <a:cubicBezTo>
                    <a:pt x="105" y="205"/>
                    <a:pt x="116" y="209"/>
                    <a:pt x="127" y="212"/>
                  </a:cubicBezTo>
                  <a:cubicBezTo>
                    <a:pt x="140" y="214"/>
                    <a:pt x="153" y="215"/>
                    <a:pt x="166" y="215"/>
                  </a:cubicBezTo>
                  <a:cubicBezTo>
                    <a:pt x="175" y="214"/>
                    <a:pt x="185" y="211"/>
                    <a:pt x="193" y="206"/>
                  </a:cubicBezTo>
                  <a:cubicBezTo>
                    <a:pt x="211" y="192"/>
                    <a:pt x="228" y="176"/>
                    <a:pt x="244" y="160"/>
                  </a:cubicBezTo>
                  <a:cubicBezTo>
                    <a:pt x="275" y="131"/>
                    <a:pt x="310" y="108"/>
                    <a:pt x="352" y="100"/>
                  </a:cubicBezTo>
                  <a:cubicBezTo>
                    <a:pt x="369" y="96"/>
                    <a:pt x="379" y="100"/>
                    <a:pt x="389" y="114"/>
                  </a:cubicBezTo>
                  <a:cubicBezTo>
                    <a:pt x="403" y="132"/>
                    <a:pt x="407" y="154"/>
                    <a:pt x="405" y="176"/>
                  </a:cubicBezTo>
                  <a:cubicBezTo>
                    <a:pt x="403" y="193"/>
                    <a:pt x="400" y="211"/>
                    <a:pt x="395" y="227"/>
                  </a:cubicBezTo>
                  <a:cubicBezTo>
                    <a:pt x="386" y="256"/>
                    <a:pt x="377" y="284"/>
                    <a:pt x="365" y="312"/>
                  </a:cubicBezTo>
                  <a:cubicBezTo>
                    <a:pt x="354" y="338"/>
                    <a:pt x="339" y="363"/>
                    <a:pt x="325" y="388"/>
                  </a:cubicBezTo>
                  <a:cubicBezTo>
                    <a:pt x="315" y="407"/>
                    <a:pt x="301" y="420"/>
                    <a:pt x="280" y="414"/>
                  </a:cubicBezTo>
                  <a:cubicBezTo>
                    <a:pt x="275" y="412"/>
                    <a:pt x="269" y="413"/>
                    <a:pt x="264" y="413"/>
                  </a:cubicBezTo>
                  <a:cubicBezTo>
                    <a:pt x="255" y="414"/>
                    <a:pt x="251" y="410"/>
                    <a:pt x="253" y="400"/>
                  </a:cubicBezTo>
                  <a:cubicBezTo>
                    <a:pt x="257" y="383"/>
                    <a:pt x="262" y="364"/>
                    <a:pt x="276" y="352"/>
                  </a:cubicBezTo>
                  <a:cubicBezTo>
                    <a:pt x="291" y="337"/>
                    <a:pt x="309" y="324"/>
                    <a:pt x="326" y="310"/>
                  </a:cubicBezTo>
                  <a:cubicBezTo>
                    <a:pt x="330" y="306"/>
                    <a:pt x="334" y="303"/>
                    <a:pt x="336" y="299"/>
                  </a:cubicBezTo>
                  <a:cubicBezTo>
                    <a:pt x="342" y="284"/>
                    <a:pt x="347" y="269"/>
                    <a:pt x="351" y="253"/>
                  </a:cubicBezTo>
                  <a:cubicBezTo>
                    <a:pt x="352" y="250"/>
                    <a:pt x="350" y="245"/>
                    <a:pt x="347" y="242"/>
                  </a:cubicBezTo>
                  <a:cubicBezTo>
                    <a:pt x="327" y="226"/>
                    <a:pt x="308" y="208"/>
                    <a:pt x="279" y="221"/>
                  </a:cubicBezTo>
                  <a:cubicBezTo>
                    <a:pt x="272" y="224"/>
                    <a:pt x="266" y="222"/>
                    <a:pt x="261" y="216"/>
                  </a:cubicBezTo>
                  <a:cubicBezTo>
                    <a:pt x="250" y="203"/>
                    <a:pt x="220" y="199"/>
                    <a:pt x="207" y="210"/>
                  </a:cubicBezTo>
                  <a:cubicBezTo>
                    <a:pt x="200" y="216"/>
                    <a:pt x="196" y="225"/>
                    <a:pt x="192" y="234"/>
                  </a:cubicBezTo>
                  <a:cubicBezTo>
                    <a:pt x="189" y="239"/>
                    <a:pt x="185" y="246"/>
                    <a:pt x="186" y="251"/>
                  </a:cubicBezTo>
                  <a:cubicBezTo>
                    <a:pt x="190" y="260"/>
                    <a:pt x="186" y="264"/>
                    <a:pt x="180" y="269"/>
                  </a:cubicBezTo>
                  <a:cubicBezTo>
                    <a:pt x="175" y="273"/>
                    <a:pt x="170" y="277"/>
                    <a:pt x="165" y="281"/>
                  </a:cubicBezTo>
                  <a:cubicBezTo>
                    <a:pt x="145" y="297"/>
                    <a:pt x="132" y="316"/>
                    <a:pt x="130" y="341"/>
                  </a:cubicBezTo>
                  <a:cubicBezTo>
                    <a:pt x="130" y="345"/>
                    <a:pt x="128" y="348"/>
                    <a:pt x="127" y="351"/>
                  </a:cubicBezTo>
                  <a:cubicBezTo>
                    <a:pt x="126" y="351"/>
                    <a:pt x="125" y="351"/>
                    <a:pt x="123" y="351"/>
                  </a:cubicBezTo>
                  <a:cubicBezTo>
                    <a:pt x="122" y="348"/>
                    <a:pt x="121" y="346"/>
                    <a:pt x="120" y="343"/>
                  </a:cubicBezTo>
                  <a:cubicBezTo>
                    <a:pt x="114" y="314"/>
                    <a:pt x="93" y="298"/>
                    <a:pt x="68" y="292"/>
                  </a:cubicBezTo>
                  <a:cubicBezTo>
                    <a:pt x="43" y="286"/>
                    <a:pt x="8" y="305"/>
                    <a:pt x="6" y="337"/>
                  </a:cubicBezTo>
                  <a:cubicBezTo>
                    <a:pt x="4" y="365"/>
                    <a:pt x="5" y="393"/>
                    <a:pt x="7" y="421"/>
                  </a:cubicBezTo>
                  <a:cubicBezTo>
                    <a:pt x="7" y="437"/>
                    <a:pt x="9" y="455"/>
                    <a:pt x="13" y="471"/>
                  </a:cubicBezTo>
                  <a:cubicBezTo>
                    <a:pt x="22" y="498"/>
                    <a:pt x="34" y="523"/>
                    <a:pt x="65" y="531"/>
                  </a:cubicBezTo>
                  <a:cubicBezTo>
                    <a:pt x="74" y="534"/>
                    <a:pt x="81" y="538"/>
                    <a:pt x="91" y="534"/>
                  </a:cubicBezTo>
                  <a:cubicBezTo>
                    <a:pt x="98" y="530"/>
                    <a:pt x="101" y="535"/>
                    <a:pt x="102" y="542"/>
                  </a:cubicBezTo>
                  <a:cubicBezTo>
                    <a:pt x="107" y="562"/>
                    <a:pt x="118" y="571"/>
                    <a:pt x="138" y="572"/>
                  </a:cubicBezTo>
                  <a:cubicBezTo>
                    <a:pt x="151" y="573"/>
                    <a:pt x="154" y="576"/>
                    <a:pt x="153" y="588"/>
                  </a:cubicBezTo>
                  <a:cubicBezTo>
                    <a:pt x="152" y="603"/>
                    <a:pt x="149" y="618"/>
                    <a:pt x="147" y="633"/>
                  </a:cubicBezTo>
                  <a:cubicBezTo>
                    <a:pt x="145" y="655"/>
                    <a:pt x="135" y="672"/>
                    <a:pt x="116" y="682"/>
                  </a:cubicBezTo>
                  <a:cubicBezTo>
                    <a:pt x="89" y="697"/>
                    <a:pt x="71" y="721"/>
                    <a:pt x="52" y="745"/>
                  </a:cubicBezTo>
                  <a:cubicBezTo>
                    <a:pt x="47" y="752"/>
                    <a:pt x="47" y="759"/>
                    <a:pt x="54" y="765"/>
                  </a:cubicBezTo>
                  <a:cubicBezTo>
                    <a:pt x="70" y="781"/>
                    <a:pt x="89" y="789"/>
                    <a:pt x="111" y="788"/>
                  </a:cubicBezTo>
                  <a:cubicBezTo>
                    <a:pt x="120" y="788"/>
                    <a:pt x="123" y="792"/>
                    <a:pt x="122" y="800"/>
                  </a:cubicBezTo>
                  <a:cubicBezTo>
                    <a:pt x="121" y="813"/>
                    <a:pt x="120" y="825"/>
                    <a:pt x="119" y="837"/>
                  </a:cubicBezTo>
                  <a:cubicBezTo>
                    <a:pt x="119" y="848"/>
                    <a:pt x="114" y="855"/>
                    <a:pt x="104" y="860"/>
                  </a:cubicBezTo>
                  <a:cubicBezTo>
                    <a:pt x="85" y="867"/>
                    <a:pt x="64" y="869"/>
                    <a:pt x="48" y="881"/>
                  </a:cubicBezTo>
                  <a:cubicBezTo>
                    <a:pt x="41" y="886"/>
                    <a:pt x="33" y="889"/>
                    <a:pt x="27" y="894"/>
                  </a:cubicBezTo>
                  <a:cubicBezTo>
                    <a:pt x="9" y="910"/>
                    <a:pt x="0" y="938"/>
                    <a:pt x="7" y="955"/>
                  </a:cubicBezTo>
                  <a:cubicBezTo>
                    <a:pt x="9" y="962"/>
                    <a:pt x="12" y="969"/>
                    <a:pt x="14" y="976"/>
                  </a:cubicBezTo>
                  <a:cubicBezTo>
                    <a:pt x="17" y="989"/>
                    <a:pt x="30" y="1003"/>
                    <a:pt x="41" y="1002"/>
                  </a:cubicBezTo>
                  <a:cubicBezTo>
                    <a:pt x="55" y="1000"/>
                    <a:pt x="69" y="998"/>
                    <a:pt x="81" y="994"/>
                  </a:cubicBezTo>
                  <a:cubicBezTo>
                    <a:pt x="102" y="987"/>
                    <a:pt x="122" y="978"/>
                    <a:pt x="143" y="971"/>
                  </a:cubicBezTo>
                  <a:cubicBezTo>
                    <a:pt x="158" y="966"/>
                    <a:pt x="173" y="965"/>
                    <a:pt x="188" y="960"/>
                  </a:cubicBezTo>
                  <a:cubicBezTo>
                    <a:pt x="225" y="950"/>
                    <a:pt x="262" y="946"/>
                    <a:pt x="299" y="957"/>
                  </a:cubicBezTo>
                  <a:cubicBezTo>
                    <a:pt x="312" y="961"/>
                    <a:pt x="325" y="967"/>
                    <a:pt x="338" y="971"/>
                  </a:cubicBezTo>
                  <a:cubicBezTo>
                    <a:pt x="343" y="973"/>
                    <a:pt x="348" y="974"/>
                    <a:pt x="352" y="974"/>
                  </a:cubicBezTo>
                  <a:cubicBezTo>
                    <a:pt x="363" y="972"/>
                    <a:pt x="373" y="969"/>
                    <a:pt x="383" y="966"/>
                  </a:cubicBezTo>
                  <a:cubicBezTo>
                    <a:pt x="387" y="965"/>
                    <a:pt x="391" y="963"/>
                    <a:pt x="393" y="960"/>
                  </a:cubicBezTo>
                  <a:cubicBezTo>
                    <a:pt x="400" y="950"/>
                    <a:pt x="407" y="939"/>
                    <a:pt x="413" y="928"/>
                  </a:cubicBezTo>
                  <a:cubicBezTo>
                    <a:pt x="420" y="914"/>
                    <a:pt x="425" y="899"/>
                    <a:pt x="431" y="885"/>
                  </a:cubicBezTo>
                  <a:cubicBezTo>
                    <a:pt x="438" y="872"/>
                    <a:pt x="436" y="863"/>
                    <a:pt x="423" y="856"/>
                  </a:cubicBezTo>
                  <a:cubicBezTo>
                    <a:pt x="413" y="851"/>
                    <a:pt x="402" y="846"/>
                    <a:pt x="391" y="843"/>
                  </a:cubicBezTo>
                  <a:cubicBezTo>
                    <a:pt x="372" y="838"/>
                    <a:pt x="353" y="832"/>
                    <a:pt x="334" y="832"/>
                  </a:cubicBezTo>
                  <a:cubicBezTo>
                    <a:pt x="301" y="832"/>
                    <a:pt x="269" y="837"/>
                    <a:pt x="237" y="839"/>
                  </a:cubicBezTo>
                  <a:cubicBezTo>
                    <a:pt x="233" y="839"/>
                    <a:pt x="227" y="835"/>
                    <a:pt x="226" y="832"/>
                  </a:cubicBezTo>
                  <a:cubicBezTo>
                    <a:pt x="223" y="823"/>
                    <a:pt x="221" y="814"/>
                    <a:pt x="220" y="804"/>
                  </a:cubicBezTo>
                  <a:cubicBezTo>
                    <a:pt x="219" y="782"/>
                    <a:pt x="220" y="760"/>
                    <a:pt x="240" y="746"/>
                  </a:cubicBezTo>
                  <a:cubicBezTo>
                    <a:pt x="261" y="732"/>
                    <a:pt x="283" y="717"/>
                    <a:pt x="307" y="707"/>
                  </a:cubicBezTo>
                  <a:cubicBezTo>
                    <a:pt x="337" y="693"/>
                    <a:pt x="360" y="662"/>
                    <a:pt x="350" y="628"/>
                  </a:cubicBezTo>
                  <a:cubicBezTo>
                    <a:pt x="349" y="624"/>
                    <a:pt x="350" y="620"/>
                    <a:pt x="349" y="616"/>
                  </a:cubicBezTo>
                  <a:cubicBezTo>
                    <a:pt x="348" y="602"/>
                    <a:pt x="337" y="592"/>
                    <a:pt x="323" y="594"/>
                  </a:cubicBezTo>
                  <a:cubicBezTo>
                    <a:pt x="307" y="596"/>
                    <a:pt x="292" y="599"/>
                    <a:pt x="276" y="603"/>
                  </a:cubicBezTo>
                  <a:cubicBezTo>
                    <a:pt x="262" y="607"/>
                    <a:pt x="249" y="613"/>
                    <a:pt x="236" y="618"/>
                  </a:cubicBezTo>
                  <a:cubicBezTo>
                    <a:pt x="226" y="621"/>
                    <a:pt x="222" y="619"/>
                    <a:pt x="222" y="611"/>
                  </a:cubicBezTo>
                  <a:cubicBezTo>
                    <a:pt x="223" y="597"/>
                    <a:pt x="224" y="584"/>
                    <a:pt x="226" y="571"/>
                  </a:cubicBezTo>
                  <a:cubicBezTo>
                    <a:pt x="230" y="543"/>
                    <a:pt x="247" y="526"/>
                    <a:pt x="274" y="526"/>
                  </a:cubicBezTo>
                  <a:cubicBezTo>
                    <a:pt x="305" y="525"/>
                    <a:pt x="324" y="510"/>
                    <a:pt x="336" y="483"/>
                  </a:cubicBezTo>
                  <a:cubicBezTo>
                    <a:pt x="339" y="476"/>
                    <a:pt x="342" y="468"/>
                    <a:pt x="346" y="461"/>
                  </a:cubicBezTo>
                  <a:cubicBezTo>
                    <a:pt x="358" y="445"/>
                    <a:pt x="372" y="430"/>
                    <a:pt x="383" y="414"/>
                  </a:cubicBezTo>
                  <a:cubicBezTo>
                    <a:pt x="398" y="393"/>
                    <a:pt x="413" y="373"/>
                    <a:pt x="424" y="350"/>
                  </a:cubicBezTo>
                  <a:cubicBezTo>
                    <a:pt x="444" y="306"/>
                    <a:pt x="463" y="261"/>
                    <a:pt x="480" y="215"/>
                  </a:cubicBezTo>
                  <a:cubicBezTo>
                    <a:pt x="487" y="194"/>
                    <a:pt x="490" y="170"/>
                    <a:pt x="489" y="148"/>
                  </a:cubicBezTo>
                  <a:cubicBezTo>
                    <a:pt x="489" y="128"/>
                    <a:pt x="482" y="108"/>
                    <a:pt x="475" y="89"/>
                  </a:cubicBezTo>
                  <a:close/>
                  <a:moveTo>
                    <a:pt x="172" y="413"/>
                  </a:moveTo>
                  <a:cubicBezTo>
                    <a:pt x="165" y="426"/>
                    <a:pt x="157" y="438"/>
                    <a:pt x="149" y="451"/>
                  </a:cubicBezTo>
                  <a:cubicBezTo>
                    <a:pt x="147" y="452"/>
                    <a:pt x="144" y="454"/>
                    <a:pt x="142" y="453"/>
                  </a:cubicBezTo>
                  <a:cubicBezTo>
                    <a:pt x="141" y="453"/>
                    <a:pt x="139" y="449"/>
                    <a:pt x="139" y="447"/>
                  </a:cubicBezTo>
                  <a:cubicBezTo>
                    <a:pt x="135" y="424"/>
                    <a:pt x="132" y="402"/>
                    <a:pt x="129" y="379"/>
                  </a:cubicBezTo>
                  <a:cubicBezTo>
                    <a:pt x="129" y="378"/>
                    <a:pt x="129" y="378"/>
                    <a:pt x="128" y="376"/>
                  </a:cubicBezTo>
                  <a:cubicBezTo>
                    <a:pt x="129" y="375"/>
                    <a:pt x="130" y="372"/>
                    <a:pt x="131" y="372"/>
                  </a:cubicBezTo>
                  <a:cubicBezTo>
                    <a:pt x="133" y="371"/>
                    <a:pt x="136" y="373"/>
                    <a:pt x="137" y="374"/>
                  </a:cubicBezTo>
                  <a:cubicBezTo>
                    <a:pt x="145" y="386"/>
                    <a:pt x="154" y="394"/>
                    <a:pt x="167" y="399"/>
                  </a:cubicBezTo>
                  <a:cubicBezTo>
                    <a:pt x="170" y="401"/>
                    <a:pt x="174" y="410"/>
                    <a:pt x="172" y="41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" name="Freeform 8"/>
            <p:cNvSpPr/>
            <p:nvPr/>
          </p:nvSpPr>
          <p:spPr bwMode="auto">
            <a:xfrm>
              <a:off x="298450" y="-814388"/>
              <a:ext cx="596900" cy="638175"/>
            </a:xfrm>
            <a:custGeom>
              <a:avLst/>
              <a:gdLst>
                <a:gd name="T0" fmla="*/ 688 w 780"/>
                <a:gd name="T1" fmla="*/ 11 h 832"/>
                <a:gd name="T2" fmla="*/ 484 w 780"/>
                <a:gd name="T3" fmla="*/ 70 h 832"/>
                <a:gd name="T4" fmla="*/ 139 w 780"/>
                <a:gd name="T5" fmla="*/ 221 h 832"/>
                <a:gd name="T6" fmla="*/ 10 w 780"/>
                <a:gd name="T7" fmla="*/ 297 h 832"/>
                <a:gd name="T8" fmla="*/ 15 w 780"/>
                <a:gd name="T9" fmla="*/ 348 h 832"/>
                <a:gd name="T10" fmla="*/ 153 w 780"/>
                <a:gd name="T11" fmla="*/ 310 h 832"/>
                <a:gd name="T12" fmla="*/ 297 w 780"/>
                <a:gd name="T13" fmla="*/ 231 h 832"/>
                <a:gd name="T14" fmla="*/ 417 w 780"/>
                <a:gd name="T15" fmla="*/ 187 h 832"/>
                <a:gd name="T16" fmla="*/ 268 w 780"/>
                <a:gd name="T17" fmla="*/ 354 h 832"/>
                <a:gd name="T18" fmla="*/ 242 w 780"/>
                <a:gd name="T19" fmla="*/ 519 h 832"/>
                <a:gd name="T20" fmla="*/ 288 w 780"/>
                <a:gd name="T21" fmla="*/ 521 h 832"/>
                <a:gd name="T22" fmla="*/ 321 w 780"/>
                <a:gd name="T23" fmla="*/ 470 h 832"/>
                <a:gd name="T24" fmla="*/ 341 w 780"/>
                <a:gd name="T25" fmla="*/ 429 h 832"/>
                <a:gd name="T26" fmla="*/ 455 w 780"/>
                <a:gd name="T27" fmla="*/ 318 h 832"/>
                <a:gd name="T28" fmla="*/ 532 w 780"/>
                <a:gd name="T29" fmla="*/ 300 h 832"/>
                <a:gd name="T30" fmla="*/ 437 w 780"/>
                <a:gd name="T31" fmla="*/ 392 h 832"/>
                <a:gd name="T32" fmla="*/ 328 w 780"/>
                <a:gd name="T33" fmla="*/ 512 h 832"/>
                <a:gd name="T34" fmla="*/ 368 w 780"/>
                <a:gd name="T35" fmla="*/ 530 h 832"/>
                <a:gd name="T36" fmla="*/ 366 w 780"/>
                <a:gd name="T37" fmla="*/ 623 h 832"/>
                <a:gd name="T38" fmla="*/ 272 w 780"/>
                <a:gd name="T39" fmla="*/ 683 h 832"/>
                <a:gd name="T40" fmla="*/ 233 w 780"/>
                <a:gd name="T41" fmla="*/ 673 h 832"/>
                <a:gd name="T42" fmla="*/ 202 w 780"/>
                <a:gd name="T43" fmla="*/ 717 h 832"/>
                <a:gd name="T44" fmla="*/ 268 w 780"/>
                <a:gd name="T45" fmla="*/ 771 h 832"/>
                <a:gd name="T46" fmla="*/ 348 w 780"/>
                <a:gd name="T47" fmla="*/ 716 h 832"/>
                <a:gd name="T48" fmla="*/ 350 w 780"/>
                <a:gd name="T49" fmla="*/ 792 h 832"/>
                <a:gd name="T50" fmla="*/ 378 w 780"/>
                <a:gd name="T51" fmla="*/ 823 h 832"/>
                <a:gd name="T52" fmla="*/ 406 w 780"/>
                <a:gd name="T53" fmla="*/ 824 h 832"/>
                <a:gd name="T54" fmla="*/ 440 w 780"/>
                <a:gd name="T55" fmla="*/ 796 h 832"/>
                <a:gd name="T56" fmla="*/ 437 w 780"/>
                <a:gd name="T57" fmla="*/ 695 h 832"/>
                <a:gd name="T58" fmla="*/ 528 w 780"/>
                <a:gd name="T59" fmla="*/ 659 h 832"/>
                <a:gd name="T60" fmla="*/ 537 w 780"/>
                <a:gd name="T61" fmla="*/ 691 h 832"/>
                <a:gd name="T62" fmla="*/ 501 w 780"/>
                <a:gd name="T63" fmla="*/ 717 h 832"/>
                <a:gd name="T64" fmla="*/ 526 w 780"/>
                <a:gd name="T65" fmla="*/ 713 h 832"/>
                <a:gd name="T66" fmla="*/ 612 w 780"/>
                <a:gd name="T67" fmla="*/ 676 h 832"/>
                <a:gd name="T68" fmla="*/ 518 w 780"/>
                <a:gd name="T69" fmla="*/ 587 h 832"/>
                <a:gd name="T70" fmla="*/ 439 w 780"/>
                <a:gd name="T71" fmla="*/ 588 h 832"/>
                <a:gd name="T72" fmla="*/ 462 w 780"/>
                <a:gd name="T73" fmla="*/ 510 h 832"/>
                <a:gd name="T74" fmla="*/ 511 w 780"/>
                <a:gd name="T75" fmla="*/ 427 h 832"/>
                <a:gd name="T76" fmla="*/ 539 w 780"/>
                <a:gd name="T77" fmla="*/ 343 h 832"/>
                <a:gd name="T78" fmla="*/ 549 w 780"/>
                <a:gd name="T79" fmla="*/ 253 h 832"/>
                <a:gd name="T80" fmla="*/ 435 w 780"/>
                <a:gd name="T81" fmla="*/ 266 h 832"/>
                <a:gd name="T82" fmla="*/ 342 w 780"/>
                <a:gd name="T83" fmla="*/ 324 h 832"/>
                <a:gd name="T84" fmla="*/ 306 w 780"/>
                <a:gd name="T85" fmla="*/ 357 h 832"/>
                <a:gd name="T86" fmla="*/ 317 w 780"/>
                <a:gd name="T87" fmla="*/ 317 h 832"/>
                <a:gd name="T88" fmla="*/ 424 w 780"/>
                <a:gd name="T89" fmla="*/ 204 h 832"/>
                <a:gd name="T90" fmla="*/ 534 w 780"/>
                <a:gd name="T91" fmla="*/ 157 h 832"/>
                <a:gd name="T92" fmla="*/ 703 w 780"/>
                <a:gd name="T93" fmla="*/ 130 h 832"/>
                <a:gd name="T94" fmla="*/ 772 w 780"/>
                <a:gd name="T95" fmla="*/ 103 h 832"/>
                <a:gd name="T96" fmla="*/ 711 w 780"/>
                <a:gd name="T97" fmla="*/ 4 h 8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780" h="832">
                  <a:moveTo>
                    <a:pt x="711" y="4"/>
                  </a:moveTo>
                  <a:cubicBezTo>
                    <a:pt x="703" y="5"/>
                    <a:pt x="696" y="9"/>
                    <a:pt x="688" y="11"/>
                  </a:cubicBezTo>
                  <a:cubicBezTo>
                    <a:pt x="653" y="20"/>
                    <a:pt x="619" y="28"/>
                    <a:pt x="585" y="38"/>
                  </a:cubicBezTo>
                  <a:cubicBezTo>
                    <a:pt x="551" y="48"/>
                    <a:pt x="517" y="58"/>
                    <a:pt x="484" y="70"/>
                  </a:cubicBezTo>
                  <a:cubicBezTo>
                    <a:pt x="448" y="83"/>
                    <a:pt x="238" y="171"/>
                    <a:pt x="228" y="176"/>
                  </a:cubicBezTo>
                  <a:cubicBezTo>
                    <a:pt x="198" y="191"/>
                    <a:pt x="169" y="206"/>
                    <a:pt x="139" y="221"/>
                  </a:cubicBezTo>
                  <a:cubicBezTo>
                    <a:pt x="118" y="231"/>
                    <a:pt x="98" y="243"/>
                    <a:pt x="77" y="252"/>
                  </a:cubicBezTo>
                  <a:cubicBezTo>
                    <a:pt x="51" y="262"/>
                    <a:pt x="29" y="277"/>
                    <a:pt x="10" y="297"/>
                  </a:cubicBezTo>
                  <a:cubicBezTo>
                    <a:pt x="7" y="300"/>
                    <a:pt x="4" y="304"/>
                    <a:pt x="4" y="308"/>
                  </a:cubicBezTo>
                  <a:cubicBezTo>
                    <a:pt x="0" y="323"/>
                    <a:pt x="2" y="337"/>
                    <a:pt x="15" y="348"/>
                  </a:cubicBezTo>
                  <a:cubicBezTo>
                    <a:pt x="29" y="360"/>
                    <a:pt x="45" y="364"/>
                    <a:pt x="62" y="356"/>
                  </a:cubicBezTo>
                  <a:cubicBezTo>
                    <a:pt x="92" y="341"/>
                    <a:pt x="123" y="325"/>
                    <a:pt x="153" y="310"/>
                  </a:cubicBezTo>
                  <a:cubicBezTo>
                    <a:pt x="196" y="288"/>
                    <a:pt x="234" y="257"/>
                    <a:pt x="280" y="239"/>
                  </a:cubicBezTo>
                  <a:cubicBezTo>
                    <a:pt x="285" y="236"/>
                    <a:pt x="291" y="233"/>
                    <a:pt x="297" y="231"/>
                  </a:cubicBezTo>
                  <a:cubicBezTo>
                    <a:pt x="334" y="215"/>
                    <a:pt x="369" y="201"/>
                    <a:pt x="406" y="186"/>
                  </a:cubicBezTo>
                  <a:cubicBezTo>
                    <a:pt x="414" y="182"/>
                    <a:pt x="417" y="186"/>
                    <a:pt x="417" y="187"/>
                  </a:cubicBezTo>
                  <a:cubicBezTo>
                    <a:pt x="418" y="191"/>
                    <a:pt x="409" y="198"/>
                    <a:pt x="403" y="203"/>
                  </a:cubicBezTo>
                  <a:cubicBezTo>
                    <a:pt x="351" y="248"/>
                    <a:pt x="305" y="297"/>
                    <a:pt x="268" y="354"/>
                  </a:cubicBezTo>
                  <a:cubicBezTo>
                    <a:pt x="249" y="383"/>
                    <a:pt x="237" y="414"/>
                    <a:pt x="233" y="447"/>
                  </a:cubicBezTo>
                  <a:cubicBezTo>
                    <a:pt x="230" y="471"/>
                    <a:pt x="229" y="496"/>
                    <a:pt x="242" y="519"/>
                  </a:cubicBezTo>
                  <a:cubicBezTo>
                    <a:pt x="247" y="528"/>
                    <a:pt x="254" y="536"/>
                    <a:pt x="265" y="536"/>
                  </a:cubicBezTo>
                  <a:cubicBezTo>
                    <a:pt x="276" y="536"/>
                    <a:pt x="283" y="529"/>
                    <a:pt x="288" y="521"/>
                  </a:cubicBezTo>
                  <a:cubicBezTo>
                    <a:pt x="297" y="509"/>
                    <a:pt x="305" y="497"/>
                    <a:pt x="313" y="485"/>
                  </a:cubicBezTo>
                  <a:cubicBezTo>
                    <a:pt x="317" y="480"/>
                    <a:pt x="319" y="475"/>
                    <a:pt x="321" y="470"/>
                  </a:cubicBezTo>
                  <a:cubicBezTo>
                    <a:pt x="325" y="463"/>
                    <a:pt x="328" y="456"/>
                    <a:pt x="332" y="450"/>
                  </a:cubicBezTo>
                  <a:cubicBezTo>
                    <a:pt x="335" y="443"/>
                    <a:pt x="338" y="436"/>
                    <a:pt x="341" y="429"/>
                  </a:cubicBezTo>
                  <a:cubicBezTo>
                    <a:pt x="346" y="418"/>
                    <a:pt x="348" y="405"/>
                    <a:pt x="356" y="397"/>
                  </a:cubicBezTo>
                  <a:cubicBezTo>
                    <a:pt x="386" y="368"/>
                    <a:pt x="417" y="338"/>
                    <a:pt x="455" y="318"/>
                  </a:cubicBezTo>
                  <a:cubicBezTo>
                    <a:pt x="475" y="307"/>
                    <a:pt x="496" y="296"/>
                    <a:pt x="520" y="296"/>
                  </a:cubicBezTo>
                  <a:cubicBezTo>
                    <a:pt x="524" y="296"/>
                    <a:pt x="530" y="297"/>
                    <a:pt x="532" y="300"/>
                  </a:cubicBezTo>
                  <a:cubicBezTo>
                    <a:pt x="533" y="303"/>
                    <a:pt x="531" y="309"/>
                    <a:pt x="529" y="312"/>
                  </a:cubicBezTo>
                  <a:cubicBezTo>
                    <a:pt x="505" y="346"/>
                    <a:pt x="471" y="369"/>
                    <a:pt x="437" y="392"/>
                  </a:cubicBezTo>
                  <a:cubicBezTo>
                    <a:pt x="414" y="407"/>
                    <a:pt x="390" y="419"/>
                    <a:pt x="367" y="435"/>
                  </a:cubicBezTo>
                  <a:cubicBezTo>
                    <a:pt x="340" y="453"/>
                    <a:pt x="333" y="482"/>
                    <a:pt x="328" y="512"/>
                  </a:cubicBezTo>
                  <a:cubicBezTo>
                    <a:pt x="326" y="529"/>
                    <a:pt x="341" y="540"/>
                    <a:pt x="358" y="534"/>
                  </a:cubicBezTo>
                  <a:cubicBezTo>
                    <a:pt x="362" y="533"/>
                    <a:pt x="365" y="531"/>
                    <a:pt x="368" y="530"/>
                  </a:cubicBezTo>
                  <a:cubicBezTo>
                    <a:pt x="375" y="528"/>
                    <a:pt x="378" y="529"/>
                    <a:pt x="379" y="538"/>
                  </a:cubicBezTo>
                  <a:cubicBezTo>
                    <a:pt x="380" y="567"/>
                    <a:pt x="372" y="595"/>
                    <a:pt x="366" y="623"/>
                  </a:cubicBezTo>
                  <a:cubicBezTo>
                    <a:pt x="365" y="627"/>
                    <a:pt x="362" y="631"/>
                    <a:pt x="358" y="634"/>
                  </a:cubicBezTo>
                  <a:cubicBezTo>
                    <a:pt x="332" y="654"/>
                    <a:pt x="305" y="674"/>
                    <a:pt x="272" y="683"/>
                  </a:cubicBezTo>
                  <a:cubicBezTo>
                    <a:pt x="261" y="686"/>
                    <a:pt x="246" y="689"/>
                    <a:pt x="245" y="677"/>
                  </a:cubicBezTo>
                  <a:cubicBezTo>
                    <a:pt x="244" y="672"/>
                    <a:pt x="247" y="669"/>
                    <a:pt x="233" y="673"/>
                  </a:cubicBezTo>
                  <a:cubicBezTo>
                    <a:pt x="220" y="678"/>
                    <a:pt x="211" y="687"/>
                    <a:pt x="207" y="701"/>
                  </a:cubicBezTo>
                  <a:cubicBezTo>
                    <a:pt x="205" y="706"/>
                    <a:pt x="205" y="712"/>
                    <a:pt x="202" y="717"/>
                  </a:cubicBezTo>
                  <a:cubicBezTo>
                    <a:pt x="193" y="731"/>
                    <a:pt x="204" y="763"/>
                    <a:pt x="218" y="775"/>
                  </a:cubicBezTo>
                  <a:cubicBezTo>
                    <a:pt x="235" y="788"/>
                    <a:pt x="246" y="785"/>
                    <a:pt x="268" y="771"/>
                  </a:cubicBezTo>
                  <a:cubicBezTo>
                    <a:pt x="289" y="759"/>
                    <a:pt x="308" y="743"/>
                    <a:pt x="329" y="728"/>
                  </a:cubicBezTo>
                  <a:cubicBezTo>
                    <a:pt x="332" y="726"/>
                    <a:pt x="344" y="718"/>
                    <a:pt x="348" y="716"/>
                  </a:cubicBezTo>
                  <a:cubicBezTo>
                    <a:pt x="349" y="721"/>
                    <a:pt x="345" y="735"/>
                    <a:pt x="346" y="747"/>
                  </a:cubicBezTo>
                  <a:cubicBezTo>
                    <a:pt x="347" y="759"/>
                    <a:pt x="347" y="774"/>
                    <a:pt x="350" y="792"/>
                  </a:cubicBezTo>
                  <a:cubicBezTo>
                    <a:pt x="350" y="794"/>
                    <a:pt x="352" y="796"/>
                    <a:pt x="353" y="798"/>
                  </a:cubicBezTo>
                  <a:cubicBezTo>
                    <a:pt x="359" y="804"/>
                    <a:pt x="369" y="815"/>
                    <a:pt x="378" y="823"/>
                  </a:cubicBezTo>
                  <a:cubicBezTo>
                    <a:pt x="383" y="829"/>
                    <a:pt x="388" y="832"/>
                    <a:pt x="396" y="826"/>
                  </a:cubicBezTo>
                  <a:cubicBezTo>
                    <a:pt x="398" y="824"/>
                    <a:pt x="403" y="823"/>
                    <a:pt x="406" y="824"/>
                  </a:cubicBezTo>
                  <a:cubicBezTo>
                    <a:pt x="418" y="828"/>
                    <a:pt x="423" y="821"/>
                    <a:pt x="428" y="813"/>
                  </a:cubicBezTo>
                  <a:cubicBezTo>
                    <a:pt x="431" y="808"/>
                    <a:pt x="435" y="801"/>
                    <a:pt x="440" y="796"/>
                  </a:cubicBezTo>
                  <a:cubicBezTo>
                    <a:pt x="448" y="790"/>
                    <a:pt x="450" y="783"/>
                    <a:pt x="446" y="774"/>
                  </a:cubicBezTo>
                  <a:cubicBezTo>
                    <a:pt x="437" y="748"/>
                    <a:pt x="438" y="721"/>
                    <a:pt x="437" y="695"/>
                  </a:cubicBezTo>
                  <a:cubicBezTo>
                    <a:pt x="437" y="681"/>
                    <a:pt x="442" y="675"/>
                    <a:pt x="454" y="671"/>
                  </a:cubicBezTo>
                  <a:cubicBezTo>
                    <a:pt x="480" y="662"/>
                    <a:pt x="508" y="656"/>
                    <a:pt x="528" y="659"/>
                  </a:cubicBezTo>
                  <a:cubicBezTo>
                    <a:pt x="538" y="661"/>
                    <a:pt x="546" y="663"/>
                    <a:pt x="549" y="669"/>
                  </a:cubicBezTo>
                  <a:cubicBezTo>
                    <a:pt x="554" y="675"/>
                    <a:pt x="545" y="684"/>
                    <a:pt x="537" y="691"/>
                  </a:cubicBezTo>
                  <a:cubicBezTo>
                    <a:pt x="529" y="698"/>
                    <a:pt x="508" y="712"/>
                    <a:pt x="504" y="714"/>
                  </a:cubicBezTo>
                  <a:cubicBezTo>
                    <a:pt x="503" y="715"/>
                    <a:pt x="501" y="716"/>
                    <a:pt x="501" y="717"/>
                  </a:cubicBezTo>
                  <a:cubicBezTo>
                    <a:pt x="503" y="719"/>
                    <a:pt x="507" y="718"/>
                    <a:pt x="509" y="717"/>
                  </a:cubicBezTo>
                  <a:cubicBezTo>
                    <a:pt x="513" y="715"/>
                    <a:pt x="522" y="713"/>
                    <a:pt x="526" y="713"/>
                  </a:cubicBezTo>
                  <a:cubicBezTo>
                    <a:pt x="530" y="713"/>
                    <a:pt x="537" y="716"/>
                    <a:pt x="547" y="712"/>
                  </a:cubicBezTo>
                  <a:cubicBezTo>
                    <a:pt x="570" y="702"/>
                    <a:pt x="594" y="695"/>
                    <a:pt x="612" y="676"/>
                  </a:cubicBezTo>
                  <a:cubicBezTo>
                    <a:pt x="640" y="646"/>
                    <a:pt x="628" y="614"/>
                    <a:pt x="598" y="599"/>
                  </a:cubicBezTo>
                  <a:cubicBezTo>
                    <a:pt x="573" y="586"/>
                    <a:pt x="546" y="584"/>
                    <a:pt x="518" y="587"/>
                  </a:cubicBezTo>
                  <a:cubicBezTo>
                    <a:pt x="496" y="590"/>
                    <a:pt x="474" y="595"/>
                    <a:pt x="452" y="599"/>
                  </a:cubicBezTo>
                  <a:cubicBezTo>
                    <a:pt x="441" y="601"/>
                    <a:pt x="437" y="597"/>
                    <a:pt x="439" y="588"/>
                  </a:cubicBezTo>
                  <a:cubicBezTo>
                    <a:pt x="444" y="564"/>
                    <a:pt x="450" y="540"/>
                    <a:pt x="456" y="517"/>
                  </a:cubicBezTo>
                  <a:cubicBezTo>
                    <a:pt x="457" y="514"/>
                    <a:pt x="460" y="511"/>
                    <a:pt x="462" y="510"/>
                  </a:cubicBezTo>
                  <a:cubicBezTo>
                    <a:pt x="480" y="502"/>
                    <a:pt x="495" y="491"/>
                    <a:pt x="506" y="474"/>
                  </a:cubicBezTo>
                  <a:cubicBezTo>
                    <a:pt x="516" y="459"/>
                    <a:pt x="519" y="444"/>
                    <a:pt x="511" y="427"/>
                  </a:cubicBezTo>
                  <a:cubicBezTo>
                    <a:pt x="505" y="414"/>
                    <a:pt x="502" y="398"/>
                    <a:pt x="513" y="384"/>
                  </a:cubicBezTo>
                  <a:cubicBezTo>
                    <a:pt x="522" y="371"/>
                    <a:pt x="531" y="357"/>
                    <a:pt x="539" y="343"/>
                  </a:cubicBezTo>
                  <a:cubicBezTo>
                    <a:pt x="546" y="329"/>
                    <a:pt x="553" y="314"/>
                    <a:pt x="560" y="300"/>
                  </a:cubicBezTo>
                  <a:cubicBezTo>
                    <a:pt x="568" y="282"/>
                    <a:pt x="563" y="259"/>
                    <a:pt x="549" y="253"/>
                  </a:cubicBezTo>
                  <a:cubicBezTo>
                    <a:pt x="536" y="248"/>
                    <a:pt x="521" y="244"/>
                    <a:pt x="507" y="242"/>
                  </a:cubicBezTo>
                  <a:cubicBezTo>
                    <a:pt x="480" y="238"/>
                    <a:pt x="457" y="253"/>
                    <a:pt x="435" y="266"/>
                  </a:cubicBezTo>
                  <a:cubicBezTo>
                    <a:pt x="415" y="277"/>
                    <a:pt x="397" y="290"/>
                    <a:pt x="378" y="302"/>
                  </a:cubicBezTo>
                  <a:cubicBezTo>
                    <a:pt x="366" y="309"/>
                    <a:pt x="353" y="315"/>
                    <a:pt x="342" y="324"/>
                  </a:cubicBezTo>
                  <a:cubicBezTo>
                    <a:pt x="332" y="333"/>
                    <a:pt x="323" y="344"/>
                    <a:pt x="314" y="354"/>
                  </a:cubicBezTo>
                  <a:cubicBezTo>
                    <a:pt x="312" y="356"/>
                    <a:pt x="309" y="356"/>
                    <a:pt x="306" y="357"/>
                  </a:cubicBezTo>
                  <a:cubicBezTo>
                    <a:pt x="305" y="355"/>
                    <a:pt x="304" y="352"/>
                    <a:pt x="304" y="349"/>
                  </a:cubicBezTo>
                  <a:cubicBezTo>
                    <a:pt x="308" y="338"/>
                    <a:pt x="311" y="327"/>
                    <a:pt x="317" y="317"/>
                  </a:cubicBezTo>
                  <a:cubicBezTo>
                    <a:pt x="330" y="299"/>
                    <a:pt x="343" y="280"/>
                    <a:pt x="358" y="263"/>
                  </a:cubicBezTo>
                  <a:cubicBezTo>
                    <a:pt x="379" y="242"/>
                    <a:pt x="400" y="221"/>
                    <a:pt x="424" y="204"/>
                  </a:cubicBezTo>
                  <a:cubicBezTo>
                    <a:pt x="443" y="191"/>
                    <a:pt x="466" y="183"/>
                    <a:pt x="488" y="173"/>
                  </a:cubicBezTo>
                  <a:cubicBezTo>
                    <a:pt x="503" y="167"/>
                    <a:pt x="518" y="160"/>
                    <a:pt x="534" y="157"/>
                  </a:cubicBezTo>
                  <a:cubicBezTo>
                    <a:pt x="566" y="151"/>
                    <a:pt x="599" y="147"/>
                    <a:pt x="632" y="141"/>
                  </a:cubicBezTo>
                  <a:cubicBezTo>
                    <a:pt x="656" y="138"/>
                    <a:pt x="679" y="132"/>
                    <a:pt x="703" y="130"/>
                  </a:cubicBezTo>
                  <a:cubicBezTo>
                    <a:pt x="721" y="129"/>
                    <a:pt x="740" y="131"/>
                    <a:pt x="756" y="119"/>
                  </a:cubicBezTo>
                  <a:cubicBezTo>
                    <a:pt x="762" y="115"/>
                    <a:pt x="770" y="109"/>
                    <a:pt x="772" y="103"/>
                  </a:cubicBezTo>
                  <a:cubicBezTo>
                    <a:pt x="778" y="84"/>
                    <a:pt x="780" y="64"/>
                    <a:pt x="773" y="44"/>
                  </a:cubicBezTo>
                  <a:cubicBezTo>
                    <a:pt x="765" y="19"/>
                    <a:pt x="737" y="0"/>
                    <a:pt x="711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" name="Freeform 9"/>
            <p:cNvSpPr/>
            <p:nvPr/>
          </p:nvSpPr>
          <p:spPr bwMode="auto">
            <a:xfrm>
              <a:off x="1839912" y="-752475"/>
              <a:ext cx="465138" cy="438150"/>
            </a:xfrm>
            <a:custGeom>
              <a:avLst/>
              <a:gdLst>
                <a:gd name="T0" fmla="*/ 575 w 608"/>
                <a:gd name="T1" fmla="*/ 324 h 573"/>
                <a:gd name="T2" fmla="*/ 530 w 608"/>
                <a:gd name="T3" fmla="*/ 319 h 573"/>
                <a:gd name="T4" fmla="*/ 505 w 608"/>
                <a:gd name="T5" fmla="*/ 335 h 573"/>
                <a:gd name="T6" fmla="*/ 438 w 608"/>
                <a:gd name="T7" fmla="*/ 339 h 573"/>
                <a:gd name="T8" fmla="*/ 423 w 608"/>
                <a:gd name="T9" fmla="*/ 339 h 573"/>
                <a:gd name="T10" fmla="*/ 428 w 608"/>
                <a:gd name="T11" fmla="*/ 325 h 573"/>
                <a:gd name="T12" fmla="*/ 481 w 608"/>
                <a:gd name="T13" fmla="*/ 232 h 573"/>
                <a:gd name="T14" fmla="*/ 512 w 608"/>
                <a:gd name="T15" fmla="*/ 143 h 573"/>
                <a:gd name="T16" fmla="*/ 512 w 608"/>
                <a:gd name="T17" fmla="*/ 97 h 573"/>
                <a:gd name="T18" fmla="*/ 506 w 608"/>
                <a:gd name="T19" fmla="*/ 80 h 573"/>
                <a:gd name="T20" fmla="*/ 472 w 608"/>
                <a:gd name="T21" fmla="*/ 23 h 573"/>
                <a:gd name="T22" fmla="*/ 394 w 608"/>
                <a:gd name="T23" fmla="*/ 0 h 573"/>
                <a:gd name="T24" fmla="*/ 273 w 608"/>
                <a:gd name="T25" fmla="*/ 48 h 573"/>
                <a:gd name="T26" fmla="*/ 194 w 608"/>
                <a:gd name="T27" fmla="*/ 109 h 573"/>
                <a:gd name="T28" fmla="*/ 173 w 608"/>
                <a:gd name="T29" fmla="*/ 156 h 573"/>
                <a:gd name="T30" fmla="*/ 231 w 608"/>
                <a:gd name="T31" fmla="*/ 223 h 573"/>
                <a:gd name="T32" fmla="*/ 308 w 608"/>
                <a:gd name="T33" fmla="*/ 213 h 573"/>
                <a:gd name="T34" fmla="*/ 369 w 608"/>
                <a:gd name="T35" fmla="*/ 180 h 573"/>
                <a:gd name="T36" fmla="*/ 399 w 608"/>
                <a:gd name="T37" fmla="*/ 171 h 573"/>
                <a:gd name="T38" fmla="*/ 363 w 608"/>
                <a:gd name="T39" fmla="*/ 251 h 573"/>
                <a:gd name="T40" fmla="*/ 306 w 608"/>
                <a:gd name="T41" fmla="*/ 334 h 573"/>
                <a:gd name="T42" fmla="*/ 233 w 608"/>
                <a:gd name="T43" fmla="*/ 372 h 573"/>
                <a:gd name="T44" fmla="*/ 174 w 608"/>
                <a:gd name="T45" fmla="*/ 387 h 573"/>
                <a:gd name="T46" fmla="*/ 67 w 608"/>
                <a:gd name="T47" fmla="*/ 427 h 573"/>
                <a:gd name="T48" fmla="*/ 35 w 608"/>
                <a:gd name="T49" fmla="*/ 453 h 573"/>
                <a:gd name="T50" fmla="*/ 22 w 608"/>
                <a:gd name="T51" fmla="*/ 482 h 573"/>
                <a:gd name="T52" fmla="*/ 63 w 608"/>
                <a:gd name="T53" fmla="*/ 569 h 573"/>
                <a:gd name="T54" fmla="*/ 112 w 608"/>
                <a:gd name="T55" fmla="*/ 568 h 573"/>
                <a:gd name="T56" fmla="*/ 215 w 608"/>
                <a:gd name="T57" fmla="*/ 535 h 573"/>
                <a:gd name="T58" fmla="*/ 477 w 608"/>
                <a:gd name="T59" fmla="*/ 473 h 573"/>
                <a:gd name="T60" fmla="*/ 516 w 608"/>
                <a:gd name="T61" fmla="*/ 474 h 573"/>
                <a:gd name="T62" fmla="*/ 551 w 608"/>
                <a:gd name="T63" fmla="*/ 483 h 573"/>
                <a:gd name="T64" fmla="*/ 591 w 608"/>
                <a:gd name="T65" fmla="*/ 453 h 573"/>
                <a:gd name="T66" fmla="*/ 606 w 608"/>
                <a:gd name="T67" fmla="*/ 394 h 573"/>
                <a:gd name="T68" fmla="*/ 575 w 608"/>
                <a:gd name="T69" fmla="*/ 324 h 5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608" h="573">
                  <a:moveTo>
                    <a:pt x="575" y="324"/>
                  </a:moveTo>
                  <a:cubicBezTo>
                    <a:pt x="561" y="310"/>
                    <a:pt x="547" y="309"/>
                    <a:pt x="530" y="319"/>
                  </a:cubicBezTo>
                  <a:cubicBezTo>
                    <a:pt x="522" y="323"/>
                    <a:pt x="514" y="333"/>
                    <a:pt x="505" y="335"/>
                  </a:cubicBezTo>
                  <a:cubicBezTo>
                    <a:pt x="483" y="339"/>
                    <a:pt x="462" y="337"/>
                    <a:pt x="438" y="339"/>
                  </a:cubicBezTo>
                  <a:cubicBezTo>
                    <a:pt x="434" y="339"/>
                    <a:pt x="426" y="341"/>
                    <a:pt x="423" y="339"/>
                  </a:cubicBezTo>
                  <a:cubicBezTo>
                    <a:pt x="420" y="336"/>
                    <a:pt x="426" y="328"/>
                    <a:pt x="428" y="325"/>
                  </a:cubicBezTo>
                  <a:cubicBezTo>
                    <a:pt x="442" y="302"/>
                    <a:pt x="469" y="260"/>
                    <a:pt x="481" y="232"/>
                  </a:cubicBezTo>
                  <a:cubicBezTo>
                    <a:pt x="496" y="199"/>
                    <a:pt x="509" y="152"/>
                    <a:pt x="512" y="143"/>
                  </a:cubicBezTo>
                  <a:cubicBezTo>
                    <a:pt x="516" y="129"/>
                    <a:pt x="518" y="111"/>
                    <a:pt x="512" y="97"/>
                  </a:cubicBezTo>
                  <a:cubicBezTo>
                    <a:pt x="510" y="92"/>
                    <a:pt x="508" y="86"/>
                    <a:pt x="506" y="80"/>
                  </a:cubicBezTo>
                  <a:cubicBezTo>
                    <a:pt x="499" y="58"/>
                    <a:pt x="492" y="36"/>
                    <a:pt x="472" y="23"/>
                  </a:cubicBezTo>
                  <a:cubicBezTo>
                    <a:pt x="448" y="7"/>
                    <a:pt x="422" y="0"/>
                    <a:pt x="394" y="0"/>
                  </a:cubicBezTo>
                  <a:cubicBezTo>
                    <a:pt x="348" y="1"/>
                    <a:pt x="310" y="24"/>
                    <a:pt x="273" y="48"/>
                  </a:cubicBezTo>
                  <a:cubicBezTo>
                    <a:pt x="246" y="66"/>
                    <a:pt x="220" y="88"/>
                    <a:pt x="194" y="109"/>
                  </a:cubicBezTo>
                  <a:cubicBezTo>
                    <a:pt x="177" y="122"/>
                    <a:pt x="167" y="142"/>
                    <a:pt x="173" y="156"/>
                  </a:cubicBezTo>
                  <a:cubicBezTo>
                    <a:pt x="185" y="185"/>
                    <a:pt x="203" y="209"/>
                    <a:pt x="231" y="223"/>
                  </a:cubicBezTo>
                  <a:cubicBezTo>
                    <a:pt x="256" y="236"/>
                    <a:pt x="287" y="222"/>
                    <a:pt x="308" y="213"/>
                  </a:cubicBezTo>
                  <a:cubicBezTo>
                    <a:pt x="335" y="201"/>
                    <a:pt x="346" y="191"/>
                    <a:pt x="369" y="180"/>
                  </a:cubicBezTo>
                  <a:cubicBezTo>
                    <a:pt x="375" y="177"/>
                    <a:pt x="393" y="166"/>
                    <a:pt x="399" y="171"/>
                  </a:cubicBezTo>
                  <a:cubicBezTo>
                    <a:pt x="404" y="176"/>
                    <a:pt x="374" y="229"/>
                    <a:pt x="363" y="251"/>
                  </a:cubicBezTo>
                  <a:cubicBezTo>
                    <a:pt x="349" y="282"/>
                    <a:pt x="328" y="309"/>
                    <a:pt x="306" y="334"/>
                  </a:cubicBezTo>
                  <a:cubicBezTo>
                    <a:pt x="286" y="356"/>
                    <a:pt x="260" y="365"/>
                    <a:pt x="233" y="372"/>
                  </a:cubicBezTo>
                  <a:cubicBezTo>
                    <a:pt x="213" y="377"/>
                    <a:pt x="193" y="380"/>
                    <a:pt x="174" y="387"/>
                  </a:cubicBezTo>
                  <a:cubicBezTo>
                    <a:pt x="138" y="399"/>
                    <a:pt x="103" y="413"/>
                    <a:pt x="67" y="427"/>
                  </a:cubicBezTo>
                  <a:cubicBezTo>
                    <a:pt x="54" y="432"/>
                    <a:pt x="41" y="438"/>
                    <a:pt x="35" y="453"/>
                  </a:cubicBezTo>
                  <a:cubicBezTo>
                    <a:pt x="30" y="463"/>
                    <a:pt x="27" y="473"/>
                    <a:pt x="22" y="482"/>
                  </a:cubicBezTo>
                  <a:cubicBezTo>
                    <a:pt x="0" y="521"/>
                    <a:pt x="29" y="565"/>
                    <a:pt x="63" y="569"/>
                  </a:cubicBezTo>
                  <a:cubicBezTo>
                    <a:pt x="79" y="570"/>
                    <a:pt x="95" y="573"/>
                    <a:pt x="112" y="568"/>
                  </a:cubicBezTo>
                  <a:cubicBezTo>
                    <a:pt x="148" y="557"/>
                    <a:pt x="202" y="539"/>
                    <a:pt x="215" y="535"/>
                  </a:cubicBezTo>
                  <a:cubicBezTo>
                    <a:pt x="241" y="527"/>
                    <a:pt x="414" y="478"/>
                    <a:pt x="477" y="473"/>
                  </a:cubicBezTo>
                  <a:cubicBezTo>
                    <a:pt x="490" y="473"/>
                    <a:pt x="503" y="472"/>
                    <a:pt x="516" y="474"/>
                  </a:cubicBezTo>
                  <a:cubicBezTo>
                    <a:pt x="528" y="476"/>
                    <a:pt x="540" y="483"/>
                    <a:pt x="551" y="483"/>
                  </a:cubicBezTo>
                  <a:cubicBezTo>
                    <a:pt x="568" y="483"/>
                    <a:pt x="579" y="477"/>
                    <a:pt x="591" y="453"/>
                  </a:cubicBezTo>
                  <a:cubicBezTo>
                    <a:pt x="601" y="434"/>
                    <a:pt x="608" y="416"/>
                    <a:pt x="606" y="394"/>
                  </a:cubicBezTo>
                  <a:cubicBezTo>
                    <a:pt x="605" y="368"/>
                    <a:pt x="592" y="343"/>
                    <a:pt x="575" y="3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" name="Freeform 10"/>
            <p:cNvSpPr/>
            <p:nvPr/>
          </p:nvSpPr>
          <p:spPr bwMode="auto">
            <a:xfrm>
              <a:off x="3209925" y="-660400"/>
              <a:ext cx="519113" cy="490538"/>
            </a:xfrm>
            <a:custGeom>
              <a:avLst/>
              <a:gdLst>
                <a:gd name="T0" fmla="*/ 609 w 680"/>
                <a:gd name="T1" fmla="*/ 178 h 640"/>
                <a:gd name="T2" fmla="*/ 538 w 680"/>
                <a:gd name="T3" fmla="*/ 176 h 640"/>
                <a:gd name="T4" fmla="*/ 414 w 680"/>
                <a:gd name="T5" fmla="*/ 199 h 640"/>
                <a:gd name="T6" fmla="*/ 372 w 680"/>
                <a:gd name="T7" fmla="*/ 208 h 640"/>
                <a:gd name="T8" fmla="*/ 360 w 680"/>
                <a:gd name="T9" fmla="*/ 204 h 640"/>
                <a:gd name="T10" fmla="*/ 365 w 680"/>
                <a:gd name="T11" fmla="*/ 191 h 640"/>
                <a:gd name="T12" fmla="*/ 386 w 680"/>
                <a:gd name="T13" fmla="*/ 160 h 640"/>
                <a:gd name="T14" fmla="*/ 409 w 680"/>
                <a:gd name="T15" fmla="*/ 126 h 640"/>
                <a:gd name="T16" fmla="*/ 444 w 680"/>
                <a:gd name="T17" fmla="*/ 81 h 640"/>
                <a:gd name="T18" fmla="*/ 439 w 680"/>
                <a:gd name="T19" fmla="*/ 48 h 640"/>
                <a:gd name="T20" fmla="*/ 434 w 680"/>
                <a:gd name="T21" fmla="*/ 40 h 640"/>
                <a:gd name="T22" fmla="*/ 357 w 680"/>
                <a:gd name="T23" fmla="*/ 9 h 640"/>
                <a:gd name="T24" fmla="*/ 290 w 680"/>
                <a:gd name="T25" fmla="*/ 32 h 640"/>
                <a:gd name="T26" fmla="*/ 273 w 680"/>
                <a:gd name="T27" fmla="*/ 52 h 640"/>
                <a:gd name="T28" fmla="*/ 286 w 680"/>
                <a:gd name="T29" fmla="*/ 76 h 640"/>
                <a:gd name="T30" fmla="*/ 326 w 680"/>
                <a:gd name="T31" fmla="*/ 96 h 640"/>
                <a:gd name="T32" fmla="*/ 336 w 680"/>
                <a:gd name="T33" fmla="*/ 108 h 640"/>
                <a:gd name="T34" fmla="*/ 317 w 680"/>
                <a:gd name="T35" fmla="*/ 148 h 640"/>
                <a:gd name="T36" fmla="*/ 296 w 680"/>
                <a:gd name="T37" fmla="*/ 179 h 640"/>
                <a:gd name="T38" fmla="*/ 288 w 680"/>
                <a:gd name="T39" fmla="*/ 222 h 640"/>
                <a:gd name="T40" fmla="*/ 277 w 680"/>
                <a:gd name="T41" fmla="*/ 234 h 640"/>
                <a:gd name="T42" fmla="*/ 166 w 680"/>
                <a:gd name="T43" fmla="*/ 275 h 640"/>
                <a:gd name="T44" fmla="*/ 77 w 680"/>
                <a:gd name="T45" fmla="*/ 315 h 640"/>
                <a:gd name="T46" fmla="*/ 16 w 680"/>
                <a:gd name="T47" fmla="*/ 339 h 640"/>
                <a:gd name="T48" fmla="*/ 7 w 680"/>
                <a:gd name="T49" fmla="*/ 362 h 640"/>
                <a:gd name="T50" fmla="*/ 13 w 680"/>
                <a:gd name="T51" fmla="*/ 373 h 640"/>
                <a:gd name="T52" fmla="*/ 89 w 680"/>
                <a:gd name="T53" fmla="*/ 419 h 640"/>
                <a:gd name="T54" fmla="*/ 110 w 680"/>
                <a:gd name="T55" fmla="*/ 416 h 640"/>
                <a:gd name="T56" fmla="*/ 279 w 680"/>
                <a:gd name="T57" fmla="*/ 347 h 640"/>
                <a:gd name="T58" fmla="*/ 334 w 680"/>
                <a:gd name="T59" fmla="*/ 332 h 640"/>
                <a:gd name="T60" fmla="*/ 327 w 680"/>
                <a:gd name="T61" fmla="*/ 460 h 640"/>
                <a:gd name="T62" fmla="*/ 278 w 680"/>
                <a:gd name="T63" fmla="*/ 537 h 640"/>
                <a:gd name="T64" fmla="*/ 233 w 680"/>
                <a:gd name="T65" fmla="*/ 544 h 640"/>
                <a:gd name="T66" fmla="*/ 173 w 680"/>
                <a:gd name="T67" fmla="*/ 502 h 640"/>
                <a:gd name="T68" fmla="*/ 152 w 680"/>
                <a:gd name="T69" fmla="*/ 485 h 640"/>
                <a:gd name="T70" fmla="*/ 147 w 680"/>
                <a:gd name="T71" fmla="*/ 496 h 640"/>
                <a:gd name="T72" fmla="*/ 177 w 680"/>
                <a:gd name="T73" fmla="*/ 551 h 640"/>
                <a:gd name="T74" fmla="*/ 181 w 680"/>
                <a:gd name="T75" fmla="*/ 581 h 640"/>
                <a:gd name="T76" fmla="*/ 220 w 680"/>
                <a:gd name="T77" fmla="*/ 624 h 640"/>
                <a:gd name="T78" fmla="*/ 289 w 680"/>
                <a:gd name="T79" fmla="*/ 629 h 640"/>
                <a:gd name="T80" fmla="*/ 404 w 680"/>
                <a:gd name="T81" fmla="*/ 471 h 640"/>
                <a:gd name="T82" fmla="*/ 424 w 680"/>
                <a:gd name="T83" fmla="*/ 322 h 640"/>
                <a:gd name="T84" fmla="*/ 435 w 680"/>
                <a:gd name="T85" fmla="*/ 315 h 640"/>
                <a:gd name="T86" fmla="*/ 488 w 680"/>
                <a:gd name="T87" fmla="*/ 305 h 640"/>
                <a:gd name="T88" fmla="*/ 579 w 680"/>
                <a:gd name="T89" fmla="*/ 307 h 640"/>
                <a:gd name="T90" fmla="*/ 625 w 680"/>
                <a:gd name="T91" fmla="*/ 319 h 640"/>
                <a:gd name="T92" fmla="*/ 662 w 680"/>
                <a:gd name="T93" fmla="*/ 283 h 640"/>
                <a:gd name="T94" fmla="*/ 655 w 680"/>
                <a:gd name="T95" fmla="*/ 214 h 640"/>
                <a:gd name="T96" fmla="*/ 609 w 680"/>
                <a:gd name="T97" fmla="*/ 178 h 6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680" h="640">
                  <a:moveTo>
                    <a:pt x="609" y="178"/>
                  </a:moveTo>
                  <a:cubicBezTo>
                    <a:pt x="594" y="172"/>
                    <a:pt x="578" y="170"/>
                    <a:pt x="538" y="176"/>
                  </a:cubicBezTo>
                  <a:cubicBezTo>
                    <a:pt x="507" y="181"/>
                    <a:pt x="462" y="187"/>
                    <a:pt x="414" y="199"/>
                  </a:cubicBezTo>
                  <a:cubicBezTo>
                    <a:pt x="402" y="203"/>
                    <a:pt x="385" y="206"/>
                    <a:pt x="372" y="208"/>
                  </a:cubicBezTo>
                  <a:cubicBezTo>
                    <a:pt x="367" y="208"/>
                    <a:pt x="362" y="210"/>
                    <a:pt x="360" y="204"/>
                  </a:cubicBezTo>
                  <a:cubicBezTo>
                    <a:pt x="360" y="201"/>
                    <a:pt x="362" y="195"/>
                    <a:pt x="365" y="191"/>
                  </a:cubicBezTo>
                  <a:cubicBezTo>
                    <a:pt x="371" y="180"/>
                    <a:pt x="379" y="170"/>
                    <a:pt x="386" y="160"/>
                  </a:cubicBezTo>
                  <a:cubicBezTo>
                    <a:pt x="393" y="149"/>
                    <a:pt x="401" y="137"/>
                    <a:pt x="409" y="126"/>
                  </a:cubicBezTo>
                  <a:cubicBezTo>
                    <a:pt x="420" y="111"/>
                    <a:pt x="433" y="96"/>
                    <a:pt x="444" y="81"/>
                  </a:cubicBezTo>
                  <a:cubicBezTo>
                    <a:pt x="454" y="67"/>
                    <a:pt x="452" y="60"/>
                    <a:pt x="439" y="48"/>
                  </a:cubicBezTo>
                  <a:cubicBezTo>
                    <a:pt x="437" y="45"/>
                    <a:pt x="436" y="42"/>
                    <a:pt x="434" y="40"/>
                  </a:cubicBezTo>
                  <a:cubicBezTo>
                    <a:pt x="418" y="14"/>
                    <a:pt x="385" y="0"/>
                    <a:pt x="357" y="9"/>
                  </a:cubicBezTo>
                  <a:cubicBezTo>
                    <a:pt x="334" y="16"/>
                    <a:pt x="312" y="24"/>
                    <a:pt x="290" y="32"/>
                  </a:cubicBezTo>
                  <a:cubicBezTo>
                    <a:pt x="281" y="35"/>
                    <a:pt x="271" y="41"/>
                    <a:pt x="273" y="52"/>
                  </a:cubicBezTo>
                  <a:cubicBezTo>
                    <a:pt x="275" y="61"/>
                    <a:pt x="280" y="69"/>
                    <a:pt x="286" y="76"/>
                  </a:cubicBezTo>
                  <a:cubicBezTo>
                    <a:pt x="296" y="88"/>
                    <a:pt x="310" y="95"/>
                    <a:pt x="326" y="96"/>
                  </a:cubicBezTo>
                  <a:cubicBezTo>
                    <a:pt x="334" y="96"/>
                    <a:pt x="340" y="99"/>
                    <a:pt x="336" y="108"/>
                  </a:cubicBezTo>
                  <a:cubicBezTo>
                    <a:pt x="330" y="122"/>
                    <a:pt x="324" y="136"/>
                    <a:pt x="317" y="148"/>
                  </a:cubicBezTo>
                  <a:cubicBezTo>
                    <a:pt x="311" y="159"/>
                    <a:pt x="302" y="168"/>
                    <a:pt x="296" y="179"/>
                  </a:cubicBezTo>
                  <a:cubicBezTo>
                    <a:pt x="288" y="193"/>
                    <a:pt x="287" y="206"/>
                    <a:pt x="288" y="222"/>
                  </a:cubicBezTo>
                  <a:cubicBezTo>
                    <a:pt x="289" y="230"/>
                    <a:pt x="286" y="231"/>
                    <a:pt x="277" y="234"/>
                  </a:cubicBezTo>
                  <a:cubicBezTo>
                    <a:pt x="240" y="247"/>
                    <a:pt x="203" y="261"/>
                    <a:pt x="166" y="275"/>
                  </a:cubicBezTo>
                  <a:cubicBezTo>
                    <a:pt x="136" y="287"/>
                    <a:pt x="107" y="303"/>
                    <a:pt x="77" y="315"/>
                  </a:cubicBezTo>
                  <a:cubicBezTo>
                    <a:pt x="57" y="323"/>
                    <a:pt x="40" y="338"/>
                    <a:pt x="16" y="339"/>
                  </a:cubicBezTo>
                  <a:cubicBezTo>
                    <a:pt x="4" y="339"/>
                    <a:pt x="0" y="351"/>
                    <a:pt x="7" y="362"/>
                  </a:cubicBezTo>
                  <a:cubicBezTo>
                    <a:pt x="9" y="365"/>
                    <a:pt x="11" y="369"/>
                    <a:pt x="13" y="373"/>
                  </a:cubicBezTo>
                  <a:cubicBezTo>
                    <a:pt x="24" y="402"/>
                    <a:pt x="58" y="424"/>
                    <a:pt x="89" y="419"/>
                  </a:cubicBezTo>
                  <a:cubicBezTo>
                    <a:pt x="96" y="418"/>
                    <a:pt x="103" y="418"/>
                    <a:pt x="110" y="416"/>
                  </a:cubicBezTo>
                  <a:cubicBezTo>
                    <a:pt x="166" y="398"/>
                    <a:pt x="223" y="365"/>
                    <a:pt x="279" y="347"/>
                  </a:cubicBezTo>
                  <a:cubicBezTo>
                    <a:pt x="297" y="341"/>
                    <a:pt x="316" y="338"/>
                    <a:pt x="334" y="332"/>
                  </a:cubicBezTo>
                  <a:cubicBezTo>
                    <a:pt x="366" y="323"/>
                    <a:pt x="343" y="417"/>
                    <a:pt x="327" y="460"/>
                  </a:cubicBezTo>
                  <a:cubicBezTo>
                    <a:pt x="314" y="493"/>
                    <a:pt x="287" y="531"/>
                    <a:pt x="278" y="537"/>
                  </a:cubicBezTo>
                  <a:cubicBezTo>
                    <a:pt x="271" y="542"/>
                    <a:pt x="261" y="549"/>
                    <a:pt x="233" y="544"/>
                  </a:cubicBezTo>
                  <a:cubicBezTo>
                    <a:pt x="204" y="538"/>
                    <a:pt x="179" y="508"/>
                    <a:pt x="173" y="502"/>
                  </a:cubicBezTo>
                  <a:cubicBezTo>
                    <a:pt x="167" y="497"/>
                    <a:pt x="157" y="482"/>
                    <a:pt x="152" y="485"/>
                  </a:cubicBezTo>
                  <a:cubicBezTo>
                    <a:pt x="147" y="488"/>
                    <a:pt x="147" y="492"/>
                    <a:pt x="147" y="496"/>
                  </a:cubicBezTo>
                  <a:cubicBezTo>
                    <a:pt x="146" y="500"/>
                    <a:pt x="160" y="532"/>
                    <a:pt x="177" y="551"/>
                  </a:cubicBezTo>
                  <a:cubicBezTo>
                    <a:pt x="190" y="565"/>
                    <a:pt x="175" y="573"/>
                    <a:pt x="181" y="581"/>
                  </a:cubicBezTo>
                  <a:cubicBezTo>
                    <a:pt x="195" y="602"/>
                    <a:pt x="213" y="620"/>
                    <a:pt x="220" y="624"/>
                  </a:cubicBezTo>
                  <a:cubicBezTo>
                    <a:pt x="239" y="636"/>
                    <a:pt x="265" y="640"/>
                    <a:pt x="289" y="629"/>
                  </a:cubicBezTo>
                  <a:cubicBezTo>
                    <a:pt x="324" y="612"/>
                    <a:pt x="375" y="558"/>
                    <a:pt x="404" y="471"/>
                  </a:cubicBezTo>
                  <a:cubicBezTo>
                    <a:pt x="420" y="421"/>
                    <a:pt x="422" y="354"/>
                    <a:pt x="424" y="322"/>
                  </a:cubicBezTo>
                  <a:cubicBezTo>
                    <a:pt x="424" y="317"/>
                    <a:pt x="431" y="316"/>
                    <a:pt x="435" y="315"/>
                  </a:cubicBezTo>
                  <a:cubicBezTo>
                    <a:pt x="456" y="309"/>
                    <a:pt x="470" y="307"/>
                    <a:pt x="488" y="305"/>
                  </a:cubicBezTo>
                  <a:cubicBezTo>
                    <a:pt x="518" y="303"/>
                    <a:pt x="546" y="297"/>
                    <a:pt x="579" y="307"/>
                  </a:cubicBezTo>
                  <a:cubicBezTo>
                    <a:pt x="585" y="309"/>
                    <a:pt x="611" y="320"/>
                    <a:pt x="625" y="319"/>
                  </a:cubicBezTo>
                  <a:cubicBezTo>
                    <a:pt x="639" y="318"/>
                    <a:pt x="648" y="307"/>
                    <a:pt x="662" y="283"/>
                  </a:cubicBezTo>
                  <a:cubicBezTo>
                    <a:pt x="680" y="251"/>
                    <a:pt x="666" y="230"/>
                    <a:pt x="655" y="214"/>
                  </a:cubicBezTo>
                  <a:cubicBezTo>
                    <a:pt x="646" y="199"/>
                    <a:pt x="634" y="187"/>
                    <a:pt x="609" y="17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" name="Freeform 11"/>
            <p:cNvSpPr>
              <a:spLocks noEditPoints="1"/>
            </p:cNvSpPr>
            <p:nvPr/>
          </p:nvSpPr>
          <p:spPr bwMode="auto">
            <a:xfrm>
              <a:off x="1077912" y="-808038"/>
              <a:ext cx="234950" cy="592138"/>
            </a:xfrm>
            <a:custGeom>
              <a:avLst/>
              <a:gdLst>
                <a:gd name="T0" fmla="*/ 307 w 308"/>
                <a:gd name="T1" fmla="*/ 389 h 774"/>
                <a:gd name="T2" fmla="*/ 304 w 308"/>
                <a:gd name="T3" fmla="*/ 376 h 774"/>
                <a:gd name="T4" fmla="*/ 296 w 308"/>
                <a:gd name="T5" fmla="*/ 386 h 774"/>
                <a:gd name="T6" fmla="*/ 248 w 308"/>
                <a:gd name="T7" fmla="*/ 486 h 774"/>
                <a:gd name="T8" fmla="*/ 207 w 308"/>
                <a:gd name="T9" fmla="*/ 565 h 774"/>
                <a:gd name="T10" fmla="*/ 157 w 308"/>
                <a:gd name="T11" fmla="*/ 639 h 774"/>
                <a:gd name="T12" fmla="*/ 148 w 308"/>
                <a:gd name="T13" fmla="*/ 643 h 774"/>
                <a:gd name="T14" fmla="*/ 146 w 308"/>
                <a:gd name="T15" fmla="*/ 634 h 774"/>
                <a:gd name="T16" fmla="*/ 157 w 308"/>
                <a:gd name="T17" fmla="*/ 610 h 774"/>
                <a:gd name="T18" fmla="*/ 178 w 308"/>
                <a:gd name="T19" fmla="*/ 553 h 774"/>
                <a:gd name="T20" fmla="*/ 217 w 308"/>
                <a:gd name="T21" fmla="*/ 455 h 774"/>
                <a:gd name="T22" fmla="*/ 239 w 308"/>
                <a:gd name="T23" fmla="*/ 368 h 774"/>
                <a:gd name="T24" fmla="*/ 230 w 308"/>
                <a:gd name="T25" fmla="*/ 321 h 774"/>
                <a:gd name="T26" fmla="*/ 226 w 308"/>
                <a:gd name="T27" fmla="*/ 307 h 774"/>
                <a:gd name="T28" fmla="*/ 232 w 308"/>
                <a:gd name="T29" fmla="*/ 233 h 774"/>
                <a:gd name="T30" fmla="*/ 253 w 308"/>
                <a:gd name="T31" fmla="*/ 155 h 774"/>
                <a:gd name="T32" fmla="*/ 279 w 308"/>
                <a:gd name="T33" fmla="*/ 115 h 774"/>
                <a:gd name="T34" fmla="*/ 298 w 308"/>
                <a:gd name="T35" fmla="*/ 44 h 774"/>
                <a:gd name="T36" fmla="*/ 274 w 308"/>
                <a:gd name="T37" fmla="*/ 8 h 774"/>
                <a:gd name="T38" fmla="*/ 228 w 308"/>
                <a:gd name="T39" fmla="*/ 6 h 774"/>
                <a:gd name="T40" fmla="*/ 159 w 308"/>
                <a:gd name="T41" fmla="*/ 29 h 774"/>
                <a:gd name="T42" fmla="*/ 101 w 308"/>
                <a:gd name="T43" fmla="*/ 53 h 774"/>
                <a:gd name="T44" fmla="*/ 56 w 308"/>
                <a:gd name="T45" fmla="*/ 79 h 774"/>
                <a:gd name="T46" fmla="*/ 37 w 308"/>
                <a:gd name="T47" fmla="*/ 121 h 774"/>
                <a:gd name="T48" fmla="*/ 57 w 308"/>
                <a:gd name="T49" fmla="*/ 162 h 774"/>
                <a:gd name="T50" fmla="*/ 67 w 308"/>
                <a:gd name="T51" fmla="*/ 176 h 774"/>
                <a:gd name="T52" fmla="*/ 132 w 308"/>
                <a:gd name="T53" fmla="*/ 198 h 774"/>
                <a:gd name="T54" fmla="*/ 180 w 308"/>
                <a:gd name="T55" fmla="*/ 173 h 774"/>
                <a:gd name="T56" fmla="*/ 195 w 308"/>
                <a:gd name="T57" fmla="*/ 179 h 774"/>
                <a:gd name="T58" fmla="*/ 197 w 308"/>
                <a:gd name="T59" fmla="*/ 211 h 774"/>
                <a:gd name="T60" fmla="*/ 190 w 308"/>
                <a:gd name="T61" fmla="*/ 289 h 774"/>
                <a:gd name="T62" fmla="*/ 160 w 308"/>
                <a:gd name="T63" fmla="*/ 313 h 774"/>
                <a:gd name="T64" fmla="*/ 115 w 308"/>
                <a:gd name="T65" fmla="*/ 321 h 774"/>
                <a:gd name="T66" fmla="*/ 19 w 308"/>
                <a:gd name="T67" fmla="*/ 417 h 774"/>
                <a:gd name="T68" fmla="*/ 13 w 308"/>
                <a:gd name="T69" fmla="*/ 498 h 774"/>
                <a:gd name="T70" fmla="*/ 86 w 308"/>
                <a:gd name="T71" fmla="*/ 555 h 774"/>
                <a:gd name="T72" fmla="*/ 95 w 308"/>
                <a:gd name="T73" fmla="*/ 569 h 774"/>
                <a:gd name="T74" fmla="*/ 63 w 308"/>
                <a:gd name="T75" fmla="*/ 668 h 774"/>
                <a:gd name="T76" fmla="*/ 55 w 308"/>
                <a:gd name="T77" fmla="*/ 734 h 774"/>
                <a:gd name="T78" fmla="*/ 101 w 308"/>
                <a:gd name="T79" fmla="*/ 769 h 774"/>
                <a:gd name="T80" fmla="*/ 128 w 308"/>
                <a:gd name="T81" fmla="*/ 754 h 774"/>
                <a:gd name="T82" fmla="*/ 208 w 308"/>
                <a:gd name="T83" fmla="*/ 643 h 774"/>
                <a:gd name="T84" fmla="*/ 231 w 308"/>
                <a:gd name="T85" fmla="*/ 598 h 774"/>
                <a:gd name="T86" fmla="*/ 260 w 308"/>
                <a:gd name="T87" fmla="*/ 528 h 774"/>
                <a:gd name="T88" fmla="*/ 280 w 308"/>
                <a:gd name="T89" fmla="*/ 469 h 774"/>
                <a:gd name="T90" fmla="*/ 299 w 308"/>
                <a:gd name="T91" fmla="*/ 409 h 774"/>
                <a:gd name="T92" fmla="*/ 307 w 308"/>
                <a:gd name="T93" fmla="*/ 389 h 774"/>
                <a:gd name="T94" fmla="*/ 131 w 308"/>
                <a:gd name="T95" fmla="*/ 454 h 774"/>
                <a:gd name="T96" fmla="*/ 125 w 308"/>
                <a:gd name="T97" fmla="*/ 465 h 774"/>
                <a:gd name="T98" fmla="*/ 104 w 308"/>
                <a:gd name="T99" fmla="*/ 475 h 774"/>
                <a:gd name="T100" fmla="*/ 90 w 308"/>
                <a:gd name="T101" fmla="*/ 449 h 774"/>
                <a:gd name="T102" fmla="*/ 138 w 308"/>
                <a:gd name="T103" fmla="*/ 389 h 774"/>
                <a:gd name="T104" fmla="*/ 148 w 308"/>
                <a:gd name="T105" fmla="*/ 392 h 774"/>
                <a:gd name="T106" fmla="*/ 144 w 308"/>
                <a:gd name="T107" fmla="*/ 413 h 774"/>
                <a:gd name="T108" fmla="*/ 131 w 308"/>
                <a:gd name="T109" fmla="*/ 454 h 7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308" h="774">
                  <a:moveTo>
                    <a:pt x="307" y="389"/>
                  </a:moveTo>
                  <a:cubicBezTo>
                    <a:pt x="308" y="385"/>
                    <a:pt x="308" y="377"/>
                    <a:pt x="304" y="376"/>
                  </a:cubicBezTo>
                  <a:cubicBezTo>
                    <a:pt x="300" y="375"/>
                    <a:pt x="298" y="382"/>
                    <a:pt x="296" y="386"/>
                  </a:cubicBezTo>
                  <a:cubicBezTo>
                    <a:pt x="280" y="419"/>
                    <a:pt x="264" y="453"/>
                    <a:pt x="248" y="486"/>
                  </a:cubicBezTo>
                  <a:cubicBezTo>
                    <a:pt x="234" y="512"/>
                    <a:pt x="221" y="539"/>
                    <a:pt x="207" y="565"/>
                  </a:cubicBezTo>
                  <a:cubicBezTo>
                    <a:pt x="193" y="592"/>
                    <a:pt x="180" y="619"/>
                    <a:pt x="157" y="639"/>
                  </a:cubicBezTo>
                  <a:cubicBezTo>
                    <a:pt x="155" y="642"/>
                    <a:pt x="151" y="642"/>
                    <a:pt x="148" y="643"/>
                  </a:cubicBezTo>
                  <a:cubicBezTo>
                    <a:pt x="147" y="640"/>
                    <a:pt x="145" y="636"/>
                    <a:pt x="146" y="634"/>
                  </a:cubicBezTo>
                  <a:cubicBezTo>
                    <a:pt x="149" y="626"/>
                    <a:pt x="153" y="618"/>
                    <a:pt x="157" y="610"/>
                  </a:cubicBezTo>
                  <a:cubicBezTo>
                    <a:pt x="164" y="591"/>
                    <a:pt x="171" y="572"/>
                    <a:pt x="178" y="553"/>
                  </a:cubicBezTo>
                  <a:cubicBezTo>
                    <a:pt x="191" y="520"/>
                    <a:pt x="205" y="488"/>
                    <a:pt x="217" y="455"/>
                  </a:cubicBezTo>
                  <a:cubicBezTo>
                    <a:pt x="226" y="427"/>
                    <a:pt x="233" y="397"/>
                    <a:pt x="239" y="368"/>
                  </a:cubicBezTo>
                  <a:cubicBezTo>
                    <a:pt x="243" y="352"/>
                    <a:pt x="241" y="336"/>
                    <a:pt x="230" y="321"/>
                  </a:cubicBezTo>
                  <a:cubicBezTo>
                    <a:pt x="227" y="317"/>
                    <a:pt x="225" y="312"/>
                    <a:pt x="226" y="307"/>
                  </a:cubicBezTo>
                  <a:cubicBezTo>
                    <a:pt x="227" y="282"/>
                    <a:pt x="230" y="258"/>
                    <a:pt x="232" y="233"/>
                  </a:cubicBezTo>
                  <a:cubicBezTo>
                    <a:pt x="235" y="206"/>
                    <a:pt x="241" y="180"/>
                    <a:pt x="253" y="155"/>
                  </a:cubicBezTo>
                  <a:cubicBezTo>
                    <a:pt x="259" y="140"/>
                    <a:pt x="269" y="128"/>
                    <a:pt x="279" y="115"/>
                  </a:cubicBezTo>
                  <a:cubicBezTo>
                    <a:pt x="296" y="95"/>
                    <a:pt x="299" y="69"/>
                    <a:pt x="298" y="44"/>
                  </a:cubicBezTo>
                  <a:cubicBezTo>
                    <a:pt x="298" y="29"/>
                    <a:pt x="291" y="15"/>
                    <a:pt x="274" y="8"/>
                  </a:cubicBezTo>
                  <a:cubicBezTo>
                    <a:pt x="259" y="2"/>
                    <a:pt x="244" y="0"/>
                    <a:pt x="228" y="6"/>
                  </a:cubicBezTo>
                  <a:cubicBezTo>
                    <a:pt x="205" y="14"/>
                    <a:pt x="182" y="20"/>
                    <a:pt x="159" y="29"/>
                  </a:cubicBezTo>
                  <a:cubicBezTo>
                    <a:pt x="140" y="36"/>
                    <a:pt x="120" y="44"/>
                    <a:pt x="101" y="53"/>
                  </a:cubicBezTo>
                  <a:cubicBezTo>
                    <a:pt x="85" y="61"/>
                    <a:pt x="70" y="69"/>
                    <a:pt x="56" y="79"/>
                  </a:cubicBezTo>
                  <a:cubicBezTo>
                    <a:pt x="43" y="89"/>
                    <a:pt x="35" y="105"/>
                    <a:pt x="37" y="121"/>
                  </a:cubicBezTo>
                  <a:cubicBezTo>
                    <a:pt x="38" y="136"/>
                    <a:pt x="44" y="151"/>
                    <a:pt x="57" y="162"/>
                  </a:cubicBezTo>
                  <a:cubicBezTo>
                    <a:pt x="61" y="166"/>
                    <a:pt x="64" y="171"/>
                    <a:pt x="67" y="176"/>
                  </a:cubicBezTo>
                  <a:cubicBezTo>
                    <a:pt x="80" y="198"/>
                    <a:pt x="109" y="208"/>
                    <a:pt x="132" y="198"/>
                  </a:cubicBezTo>
                  <a:cubicBezTo>
                    <a:pt x="149" y="190"/>
                    <a:pt x="164" y="181"/>
                    <a:pt x="180" y="173"/>
                  </a:cubicBezTo>
                  <a:cubicBezTo>
                    <a:pt x="189" y="168"/>
                    <a:pt x="193" y="169"/>
                    <a:pt x="195" y="179"/>
                  </a:cubicBezTo>
                  <a:cubicBezTo>
                    <a:pt x="196" y="189"/>
                    <a:pt x="196" y="198"/>
                    <a:pt x="197" y="211"/>
                  </a:cubicBezTo>
                  <a:cubicBezTo>
                    <a:pt x="195" y="235"/>
                    <a:pt x="193" y="262"/>
                    <a:pt x="190" y="289"/>
                  </a:cubicBezTo>
                  <a:cubicBezTo>
                    <a:pt x="188" y="307"/>
                    <a:pt x="177" y="313"/>
                    <a:pt x="160" y="313"/>
                  </a:cubicBezTo>
                  <a:cubicBezTo>
                    <a:pt x="145" y="313"/>
                    <a:pt x="128" y="314"/>
                    <a:pt x="115" y="321"/>
                  </a:cubicBezTo>
                  <a:cubicBezTo>
                    <a:pt x="71" y="340"/>
                    <a:pt x="42" y="375"/>
                    <a:pt x="19" y="417"/>
                  </a:cubicBezTo>
                  <a:cubicBezTo>
                    <a:pt x="6" y="443"/>
                    <a:pt x="0" y="468"/>
                    <a:pt x="13" y="498"/>
                  </a:cubicBezTo>
                  <a:cubicBezTo>
                    <a:pt x="28" y="531"/>
                    <a:pt x="49" y="552"/>
                    <a:pt x="86" y="555"/>
                  </a:cubicBezTo>
                  <a:cubicBezTo>
                    <a:pt x="95" y="556"/>
                    <a:pt x="98" y="560"/>
                    <a:pt x="95" y="569"/>
                  </a:cubicBezTo>
                  <a:cubicBezTo>
                    <a:pt x="84" y="602"/>
                    <a:pt x="73" y="635"/>
                    <a:pt x="63" y="668"/>
                  </a:cubicBezTo>
                  <a:cubicBezTo>
                    <a:pt x="57" y="689"/>
                    <a:pt x="50" y="711"/>
                    <a:pt x="55" y="734"/>
                  </a:cubicBezTo>
                  <a:cubicBezTo>
                    <a:pt x="60" y="756"/>
                    <a:pt x="81" y="774"/>
                    <a:pt x="101" y="769"/>
                  </a:cubicBezTo>
                  <a:cubicBezTo>
                    <a:pt x="111" y="767"/>
                    <a:pt x="120" y="761"/>
                    <a:pt x="128" y="754"/>
                  </a:cubicBezTo>
                  <a:cubicBezTo>
                    <a:pt x="164" y="725"/>
                    <a:pt x="188" y="686"/>
                    <a:pt x="208" y="643"/>
                  </a:cubicBezTo>
                  <a:cubicBezTo>
                    <a:pt x="215" y="628"/>
                    <a:pt x="224" y="614"/>
                    <a:pt x="231" y="598"/>
                  </a:cubicBezTo>
                  <a:cubicBezTo>
                    <a:pt x="242" y="575"/>
                    <a:pt x="251" y="552"/>
                    <a:pt x="260" y="528"/>
                  </a:cubicBezTo>
                  <a:cubicBezTo>
                    <a:pt x="268" y="510"/>
                    <a:pt x="279" y="470"/>
                    <a:pt x="280" y="469"/>
                  </a:cubicBezTo>
                  <a:cubicBezTo>
                    <a:pt x="286" y="449"/>
                    <a:pt x="292" y="429"/>
                    <a:pt x="299" y="409"/>
                  </a:cubicBezTo>
                  <a:cubicBezTo>
                    <a:pt x="301" y="402"/>
                    <a:pt x="306" y="396"/>
                    <a:pt x="307" y="389"/>
                  </a:cubicBezTo>
                  <a:close/>
                  <a:moveTo>
                    <a:pt x="131" y="454"/>
                  </a:moveTo>
                  <a:cubicBezTo>
                    <a:pt x="130" y="458"/>
                    <a:pt x="128" y="462"/>
                    <a:pt x="125" y="465"/>
                  </a:cubicBezTo>
                  <a:cubicBezTo>
                    <a:pt x="120" y="471"/>
                    <a:pt x="115" y="479"/>
                    <a:pt x="104" y="475"/>
                  </a:cubicBezTo>
                  <a:cubicBezTo>
                    <a:pt x="96" y="472"/>
                    <a:pt x="89" y="459"/>
                    <a:pt x="90" y="449"/>
                  </a:cubicBezTo>
                  <a:cubicBezTo>
                    <a:pt x="95" y="420"/>
                    <a:pt x="115" y="403"/>
                    <a:pt x="138" y="389"/>
                  </a:cubicBezTo>
                  <a:cubicBezTo>
                    <a:pt x="140" y="388"/>
                    <a:pt x="145" y="391"/>
                    <a:pt x="148" y="392"/>
                  </a:cubicBezTo>
                  <a:cubicBezTo>
                    <a:pt x="146" y="401"/>
                    <a:pt x="146" y="407"/>
                    <a:pt x="144" y="413"/>
                  </a:cubicBezTo>
                  <a:cubicBezTo>
                    <a:pt x="140" y="427"/>
                    <a:pt x="136" y="441"/>
                    <a:pt x="131" y="4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Freeform 12"/>
            <p:cNvSpPr/>
            <p:nvPr/>
          </p:nvSpPr>
          <p:spPr bwMode="auto">
            <a:xfrm>
              <a:off x="3265487" y="-985838"/>
              <a:ext cx="400050" cy="276225"/>
            </a:xfrm>
            <a:custGeom>
              <a:avLst/>
              <a:gdLst>
                <a:gd name="T0" fmla="*/ 35 w 524"/>
                <a:gd name="T1" fmla="*/ 339 h 361"/>
                <a:gd name="T2" fmla="*/ 55 w 524"/>
                <a:gd name="T3" fmla="*/ 346 h 361"/>
                <a:gd name="T4" fmla="*/ 107 w 524"/>
                <a:gd name="T5" fmla="*/ 354 h 361"/>
                <a:gd name="T6" fmla="*/ 128 w 524"/>
                <a:gd name="T7" fmla="*/ 332 h 361"/>
                <a:gd name="T8" fmla="*/ 131 w 524"/>
                <a:gd name="T9" fmla="*/ 294 h 361"/>
                <a:gd name="T10" fmla="*/ 129 w 524"/>
                <a:gd name="T11" fmla="*/ 259 h 361"/>
                <a:gd name="T12" fmla="*/ 134 w 524"/>
                <a:gd name="T13" fmla="*/ 195 h 361"/>
                <a:gd name="T14" fmla="*/ 141 w 524"/>
                <a:gd name="T15" fmla="*/ 188 h 361"/>
                <a:gd name="T16" fmla="*/ 149 w 524"/>
                <a:gd name="T17" fmla="*/ 194 h 361"/>
                <a:gd name="T18" fmla="*/ 205 w 524"/>
                <a:gd name="T19" fmla="*/ 245 h 361"/>
                <a:gd name="T20" fmla="*/ 209 w 524"/>
                <a:gd name="T21" fmla="*/ 266 h 361"/>
                <a:gd name="T22" fmla="*/ 184 w 524"/>
                <a:gd name="T23" fmla="*/ 291 h 361"/>
                <a:gd name="T24" fmla="*/ 168 w 524"/>
                <a:gd name="T25" fmla="*/ 312 h 361"/>
                <a:gd name="T26" fmla="*/ 168 w 524"/>
                <a:gd name="T27" fmla="*/ 344 h 361"/>
                <a:gd name="T28" fmla="*/ 198 w 524"/>
                <a:gd name="T29" fmla="*/ 334 h 361"/>
                <a:gd name="T30" fmla="*/ 428 w 524"/>
                <a:gd name="T31" fmla="*/ 159 h 361"/>
                <a:gd name="T32" fmla="*/ 458 w 524"/>
                <a:gd name="T33" fmla="*/ 143 h 361"/>
                <a:gd name="T34" fmla="*/ 471 w 524"/>
                <a:gd name="T35" fmla="*/ 138 h 361"/>
                <a:gd name="T36" fmla="*/ 499 w 524"/>
                <a:gd name="T37" fmla="*/ 126 h 361"/>
                <a:gd name="T38" fmla="*/ 516 w 524"/>
                <a:gd name="T39" fmla="*/ 104 h 361"/>
                <a:gd name="T40" fmla="*/ 524 w 524"/>
                <a:gd name="T41" fmla="*/ 69 h 361"/>
                <a:gd name="T42" fmla="*/ 521 w 524"/>
                <a:gd name="T43" fmla="*/ 49 h 361"/>
                <a:gd name="T44" fmla="*/ 512 w 524"/>
                <a:gd name="T45" fmla="*/ 31 h 361"/>
                <a:gd name="T46" fmla="*/ 481 w 524"/>
                <a:gd name="T47" fmla="*/ 5 h 361"/>
                <a:gd name="T48" fmla="*/ 444 w 524"/>
                <a:gd name="T49" fmla="*/ 1 h 361"/>
                <a:gd name="T50" fmla="*/ 409 w 524"/>
                <a:gd name="T51" fmla="*/ 11 h 361"/>
                <a:gd name="T52" fmla="*/ 393 w 524"/>
                <a:gd name="T53" fmla="*/ 20 h 361"/>
                <a:gd name="T54" fmla="*/ 390 w 524"/>
                <a:gd name="T55" fmla="*/ 25 h 361"/>
                <a:gd name="T56" fmla="*/ 404 w 524"/>
                <a:gd name="T57" fmla="*/ 35 h 361"/>
                <a:gd name="T58" fmla="*/ 401 w 524"/>
                <a:gd name="T59" fmla="*/ 54 h 361"/>
                <a:gd name="T60" fmla="*/ 374 w 524"/>
                <a:gd name="T61" fmla="*/ 96 h 361"/>
                <a:gd name="T62" fmla="*/ 266 w 524"/>
                <a:gd name="T63" fmla="*/ 213 h 361"/>
                <a:gd name="T64" fmla="*/ 270 w 524"/>
                <a:gd name="T65" fmla="*/ 174 h 361"/>
                <a:gd name="T66" fmla="*/ 256 w 524"/>
                <a:gd name="T67" fmla="*/ 90 h 361"/>
                <a:gd name="T68" fmla="*/ 229 w 524"/>
                <a:gd name="T69" fmla="*/ 65 h 361"/>
                <a:gd name="T70" fmla="*/ 206 w 524"/>
                <a:gd name="T71" fmla="*/ 73 h 361"/>
                <a:gd name="T72" fmla="*/ 202 w 524"/>
                <a:gd name="T73" fmla="*/ 75 h 361"/>
                <a:gd name="T74" fmla="*/ 160 w 524"/>
                <a:gd name="T75" fmla="*/ 123 h 361"/>
                <a:gd name="T76" fmla="*/ 125 w 524"/>
                <a:gd name="T77" fmla="*/ 185 h 361"/>
                <a:gd name="T78" fmla="*/ 115 w 524"/>
                <a:gd name="T79" fmla="*/ 191 h 361"/>
                <a:gd name="T80" fmla="*/ 110 w 524"/>
                <a:gd name="T81" fmla="*/ 179 h 361"/>
                <a:gd name="T82" fmla="*/ 97 w 524"/>
                <a:gd name="T83" fmla="*/ 128 h 361"/>
                <a:gd name="T84" fmla="*/ 63 w 524"/>
                <a:gd name="T85" fmla="*/ 114 h 361"/>
                <a:gd name="T86" fmla="*/ 20 w 524"/>
                <a:gd name="T87" fmla="*/ 152 h 361"/>
                <a:gd name="T88" fmla="*/ 0 w 524"/>
                <a:gd name="T89" fmla="*/ 250 h 361"/>
                <a:gd name="T90" fmla="*/ 3 w 524"/>
                <a:gd name="T91" fmla="*/ 287 h 361"/>
                <a:gd name="T92" fmla="*/ 35 w 524"/>
                <a:gd name="T93" fmla="*/ 339 h 3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524" h="361">
                  <a:moveTo>
                    <a:pt x="35" y="339"/>
                  </a:moveTo>
                  <a:cubicBezTo>
                    <a:pt x="42" y="341"/>
                    <a:pt x="49" y="343"/>
                    <a:pt x="55" y="346"/>
                  </a:cubicBezTo>
                  <a:cubicBezTo>
                    <a:pt x="71" y="356"/>
                    <a:pt x="88" y="361"/>
                    <a:pt x="107" y="354"/>
                  </a:cubicBezTo>
                  <a:cubicBezTo>
                    <a:pt x="120" y="350"/>
                    <a:pt x="126" y="346"/>
                    <a:pt x="128" y="332"/>
                  </a:cubicBezTo>
                  <a:cubicBezTo>
                    <a:pt x="129" y="319"/>
                    <a:pt x="131" y="307"/>
                    <a:pt x="131" y="294"/>
                  </a:cubicBezTo>
                  <a:cubicBezTo>
                    <a:pt x="132" y="283"/>
                    <a:pt x="132" y="270"/>
                    <a:pt x="129" y="259"/>
                  </a:cubicBezTo>
                  <a:cubicBezTo>
                    <a:pt x="121" y="236"/>
                    <a:pt x="123" y="215"/>
                    <a:pt x="134" y="195"/>
                  </a:cubicBezTo>
                  <a:cubicBezTo>
                    <a:pt x="135" y="192"/>
                    <a:pt x="139" y="188"/>
                    <a:pt x="141" y="188"/>
                  </a:cubicBezTo>
                  <a:cubicBezTo>
                    <a:pt x="144" y="188"/>
                    <a:pt x="148" y="192"/>
                    <a:pt x="149" y="194"/>
                  </a:cubicBezTo>
                  <a:cubicBezTo>
                    <a:pt x="161" y="218"/>
                    <a:pt x="181" y="234"/>
                    <a:pt x="205" y="245"/>
                  </a:cubicBezTo>
                  <a:cubicBezTo>
                    <a:pt x="227" y="252"/>
                    <a:pt x="209" y="266"/>
                    <a:pt x="209" y="266"/>
                  </a:cubicBezTo>
                  <a:cubicBezTo>
                    <a:pt x="209" y="266"/>
                    <a:pt x="188" y="286"/>
                    <a:pt x="184" y="291"/>
                  </a:cubicBezTo>
                  <a:cubicBezTo>
                    <a:pt x="180" y="296"/>
                    <a:pt x="166" y="310"/>
                    <a:pt x="168" y="312"/>
                  </a:cubicBezTo>
                  <a:cubicBezTo>
                    <a:pt x="172" y="315"/>
                    <a:pt x="165" y="341"/>
                    <a:pt x="168" y="344"/>
                  </a:cubicBezTo>
                  <a:cubicBezTo>
                    <a:pt x="175" y="349"/>
                    <a:pt x="198" y="334"/>
                    <a:pt x="198" y="334"/>
                  </a:cubicBezTo>
                  <a:cubicBezTo>
                    <a:pt x="198" y="334"/>
                    <a:pt x="399" y="184"/>
                    <a:pt x="428" y="159"/>
                  </a:cubicBezTo>
                  <a:cubicBezTo>
                    <a:pt x="434" y="154"/>
                    <a:pt x="454" y="145"/>
                    <a:pt x="458" y="143"/>
                  </a:cubicBezTo>
                  <a:cubicBezTo>
                    <a:pt x="463" y="142"/>
                    <a:pt x="467" y="140"/>
                    <a:pt x="471" y="138"/>
                  </a:cubicBezTo>
                  <a:cubicBezTo>
                    <a:pt x="481" y="136"/>
                    <a:pt x="490" y="132"/>
                    <a:pt x="499" y="126"/>
                  </a:cubicBezTo>
                  <a:cubicBezTo>
                    <a:pt x="504" y="122"/>
                    <a:pt x="515" y="106"/>
                    <a:pt x="516" y="104"/>
                  </a:cubicBezTo>
                  <a:cubicBezTo>
                    <a:pt x="524" y="88"/>
                    <a:pt x="523" y="74"/>
                    <a:pt x="524" y="69"/>
                  </a:cubicBezTo>
                  <a:cubicBezTo>
                    <a:pt x="524" y="65"/>
                    <a:pt x="522" y="54"/>
                    <a:pt x="521" y="49"/>
                  </a:cubicBezTo>
                  <a:cubicBezTo>
                    <a:pt x="518" y="39"/>
                    <a:pt x="512" y="32"/>
                    <a:pt x="512" y="31"/>
                  </a:cubicBezTo>
                  <a:cubicBezTo>
                    <a:pt x="507" y="21"/>
                    <a:pt x="490" y="8"/>
                    <a:pt x="481" y="5"/>
                  </a:cubicBezTo>
                  <a:cubicBezTo>
                    <a:pt x="476" y="3"/>
                    <a:pt x="459" y="0"/>
                    <a:pt x="444" y="1"/>
                  </a:cubicBezTo>
                  <a:cubicBezTo>
                    <a:pt x="429" y="3"/>
                    <a:pt x="417" y="8"/>
                    <a:pt x="409" y="11"/>
                  </a:cubicBezTo>
                  <a:cubicBezTo>
                    <a:pt x="400" y="15"/>
                    <a:pt x="394" y="19"/>
                    <a:pt x="393" y="20"/>
                  </a:cubicBezTo>
                  <a:cubicBezTo>
                    <a:pt x="392" y="21"/>
                    <a:pt x="389" y="24"/>
                    <a:pt x="390" y="25"/>
                  </a:cubicBezTo>
                  <a:cubicBezTo>
                    <a:pt x="391" y="27"/>
                    <a:pt x="402" y="31"/>
                    <a:pt x="404" y="35"/>
                  </a:cubicBezTo>
                  <a:cubicBezTo>
                    <a:pt x="407" y="41"/>
                    <a:pt x="405" y="45"/>
                    <a:pt x="401" y="54"/>
                  </a:cubicBezTo>
                  <a:cubicBezTo>
                    <a:pt x="397" y="63"/>
                    <a:pt x="391" y="77"/>
                    <a:pt x="374" y="96"/>
                  </a:cubicBezTo>
                  <a:cubicBezTo>
                    <a:pt x="358" y="116"/>
                    <a:pt x="280" y="199"/>
                    <a:pt x="266" y="213"/>
                  </a:cubicBezTo>
                  <a:cubicBezTo>
                    <a:pt x="266" y="211"/>
                    <a:pt x="269" y="185"/>
                    <a:pt x="270" y="174"/>
                  </a:cubicBezTo>
                  <a:cubicBezTo>
                    <a:pt x="274" y="144"/>
                    <a:pt x="276" y="115"/>
                    <a:pt x="256" y="90"/>
                  </a:cubicBezTo>
                  <a:cubicBezTo>
                    <a:pt x="249" y="80"/>
                    <a:pt x="240" y="70"/>
                    <a:pt x="229" y="65"/>
                  </a:cubicBezTo>
                  <a:cubicBezTo>
                    <a:pt x="224" y="62"/>
                    <a:pt x="214" y="70"/>
                    <a:pt x="206" y="73"/>
                  </a:cubicBezTo>
                  <a:cubicBezTo>
                    <a:pt x="204" y="74"/>
                    <a:pt x="203" y="75"/>
                    <a:pt x="202" y="75"/>
                  </a:cubicBezTo>
                  <a:cubicBezTo>
                    <a:pt x="180" y="85"/>
                    <a:pt x="167" y="102"/>
                    <a:pt x="160" y="123"/>
                  </a:cubicBezTo>
                  <a:cubicBezTo>
                    <a:pt x="152" y="146"/>
                    <a:pt x="143" y="168"/>
                    <a:pt x="125" y="185"/>
                  </a:cubicBezTo>
                  <a:cubicBezTo>
                    <a:pt x="122" y="188"/>
                    <a:pt x="118" y="189"/>
                    <a:pt x="115" y="191"/>
                  </a:cubicBezTo>
                  <a:cubicBezTo>
                    <a:pt x="113" y="187"/>
                    <a:pt x="111" y="183"/>
                    <a:pt x="110" y="179"/>
                  </a:cubicBezTo>
                  <a:cubicBezTo>
                    <a:pt x="106" y="162"/>
                    <a:pt x="103" y="144"/>
                    <a:pt x="97" y="128"/>
                  </a:cubicBezTo>
                  <a:cubicBezTo>
                    <a:pt x="91" y="113"/>
                    <a:pt x="77" y="108"/>
                    <a:pt x="63" y="114"/>
                  </a:cubicBezTo>
                  <a:cubicBezTo>
                    <a:pt x="44" y="121"/>
                    <a:pt x="29" y="133"/>
                    <a:pt x="20" y="152"/>
                  </a:cubicBezTo>
                  <a:cubicBezTo>
                    <a:pt x="5" y="183"/>
                    <a:pt x="1" y="216"/>
                    <a:pt x="0" y="250"/>
                  </a:cubicBezTo>
                  <a:cubicBezTo>
                    <a:pt x="1" y="262"/>
                    <a:pt x="0" y="275"/>
                    <a:pt x="3" y="287"/>
                  </a:cubicBezTo>
                  <a:cubicBezTo>
                    <a:pt x="7" y="309"/>
                    <a:pt x="13" y="329"/>
                    <a:pt x="35" y="33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" name="Freeform 13"/>
            <p:cNvSpPr/>
            <p:nvPr/>
          </p:nvSpPr>
          <p:spPr bwMode="auto">
            <a:xfrm>
              <a:off x="3279775" y="-790575"/>
              <a:ext cx="455613" cy="174625"/>
            </a:xfrm>
            <a:custGeom>
              <a:avLst/>
              <a:gdLst>
                <a:gd name="T0" fmla="*/ 388 w 597"/>
                <a:gd name="T1" fmla="*/ 10 h 228"/>
                <a:gd name="T2" fmla="*/ 260 w 597"/>
                <a:gd name="T3" fmla="*/ 48 h 228"/>
                <a:gd name="T4" fmla="*/ 106 w 597"/>
                <a:gd name="T5" fmla="*/ 130 h 228"/>
                <a:gd name="T6" fmla="*/ 4 w 597"/>
                <a:gd name="T7" fmla="*/ 198 h 228"/>
                <a:gd name="T8" fmla="*/ 6 w 597"/>
                <a:gd name="T9" fmla="*/ 203 h 228"/>
                <a:gd name="T10" fmla="*/ 57 w 597"/>
                <a:gd name="T11" fmla="*/ 195 h 228"/>
                <a:gd name="T12" fmla="*/ 136 w 597"/>
                <a:gd name="T13" fmla="*/ 175 h 228"/>
                <a:gd name="T14" fmla="*/ 186 w 597"/>
                <a:gd name="T15" fmla="*/ 142 h 228"/>
                <a:gd name="T16" fmla="*/ 320 w 597"/>
                <a:gd name="T17" fmla="*/ 70 h 228"/>
                <a:gd name="T18" fmla="*/ 496 w 597"/>
                <a:gd name="T19" fmla="*/ 33 h 228"/>
                <a:gd name="T20" fmla="*/ 530 w 597"/>
                <a:gd name="T21" fmla="*/ 62 h 228"/>
                <a:gd name="T22" fmla="*/ 503 w 597"/>
                <a:gd name="T23" fmla="*/ 120 h 228"/>
                <a:gd name="T24" fmla="*/ 443 w 597"/>
                <a:gd name="T25" fmla="*/ 171 h 228"/>
                <a:gd name="T26" fmla="*/ 366 w 597"/>
                <a:gd name="T27" fmla="*/ 217 h 228"/>
                <a:gd name="T28" fmla="*/ 364 w 597"/>
                <a:gd name="T29" fmla="*/ 220 h 228"/>
                <a:gd name="T30" fmla="*/ 364 w 597"/>
                <a:gd name="T31" fmla="*/ 220 h 228"/>
                <a:gd name="T32" fmla="*/ 367 w 597"/>
                <a:gd name="T33" fmla="*/ 224 h 228"/>
                <a:gd name="T34" fmla="*/ 380 w 597"/>
                <a:gd name="T35" fmla="*/ 228 h 228"/>
                <a:gd name="T36" fmla="*/ 425 w 597"/>
                <a:gd name="T37" fmla="*/ 226 h 228"/>
                <a:gd name="T38" fmla="*/ 550 w 597"/>
                <a:gd name="T39" fmla="*/ 177 h 228"/>
                <a:gd name="T40" fmla="*/ 596 w 597"/>
                <a:gd name="T41" fmla="*/ 102 h 228"/>
                <a:gd name="T42" fmla="*/ 587 w 597"/>
                <a:gd name="T43" fmla="*/ 54 h 228"/>
                <a:gd name="T44" fmla="*/ 528 w 597"/>
                <a:gd name="T45" fmla="*/ 11 h 228"/>
                <a:gd name="T46" fmla="*/ 388 w 597"/>
                <a:gd name="T47" fmla="*/ 10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97" h="228">
                  <a:moveTo>
                    <a:pt x="388" y="10"/>
                  </a:moveTo>
                  <a:cubicBezTo>
                    <a:pt x="343" y="20"/>
                    <a:pt x="330" y="20"/>
                    <a:pt x="260" y="48"/>
                  </a:cubicBezTo>
                  <a:cubicBezTo>
                    <a:pt x="190" y="76"/>
                    <a:pt x="125" y="118"/>
                    <a:pt x="106" y="130"/>
                  </a:cubicBezTo>
                  <a:cubicBezTo>
                    <a:pt x="81" y="145"/>
                    <a:pt x="8" y="194"/>
                    <a:pt x="4" y="198"/>
                  </a:cubicBezTo>
                  <a:cubicBezTo>
                    <a:pt x="0" y="202"/>
                    <a:pt x="2" y="203"/>
                    <a:pt x="6" y="203"/>
                  </a:cubicBezTo>
                  <a:cubicBezTo>
                    <a:pt x="10" y="203"/>
                    <a:pt x="49" y="195"/>
                    <a:pt x="57" y="195"/>
                  </a:cubicBezTo>
                  <a:cubicBezTo>
                    <a:pt x="85" y="196"/>
                    <a:pt x="111" y="189"/>
                    <a:pt x="136" y="175"/>
                  </a:cubicBezTo>
                  <a:cubicBezTo>
                    <a:pt x="155" y="165"/>
                    <a:pt x="171" y="154"/>
                    <a:pt x="186" y="142"/>
                  </a:cubicBezTo>
                  <a:cubicBezTo>
                    <a:pt x="225" y="111"/>
                    <a:pt x="297" y="78"/>
                    <a:pt x="320" y="70"/>
                  </a:cubicBezTo>
                  <a:cubicBezTo>
                    <a:pt x="380" y="48"/>
                    <a:pt x="457" y="30"/>
                    <a:pt x="496" y="33"/>
                  </a:cubicBezTo>
                  <a:cubicBezTo>
                    <a:pt x="512" y="34"/>
                    <a:pt x="527" y="43"/>
                    <a:pt x="530" y="62"/>
                  </a:cubicBezTo>
                  <a:cubicBezTo>
                    <a:pt x="533" y="77"/>
                    <a:pt x="513" y="110"/>
                    <a:pt x="503" y="120"/>
                  </a:cubicBezTo>
                  <a:cubicBezTo>
                    <a:pt x="494" y="130"/>
                    <a:pt x="469" y="152"/>
                    <a:pt x="443" y="171"/>
                  </a:cubicBezTo>
                  <a:cubicBezTo>
                    <a:pt x="413" y="191"/>
                    <a:pt x="369" y="216"/>
                    <a:pt x="366" y="217"/>
                  </a:cubicBezTo>
                  <a:cubicBezTo>
                    <a:pt x="363" y="219"/>
                    <a:pt x="364" y="220"/>
                    <a:pt x="364" y="220"/>
                  </a:cubicBezTo>
                  <a:cubicBezTo>
                    <a:pt x="364" y="220"/>
                    <a:pt x="364" y="219"/>
                    <a:pt x="364" y="220"/>
                  </a:cubicBezTo>
                  <a:cubicBezTo>
                    <a:pt x="364" y="222"/>
                    <a:pt x="365" y="222"/>
                    <a:pt x="367" y="224"/>
                  </a:cubicBezTo>
                  <a:cubicBezTo>
                    <a:pt x="370" y="225"/>
                    <a:pt x="373" y="228"/>
                    <a:pt x="380" y="228"/>
                  </a:cubicBezTo>
                  <a:cubicBezTo>
                    <a:pt x="383" y="228"/>
                    <a:pt x="421" y="226"/>
                    <a:pt x="425" y="226"/>
                  </a:cubicBezTo>
                  <a:cubicBezTo>
                    <a:pt x="451" y="224"/>
                    <a:pt x="505" y="216"/>
                    <a:pt x="550" y="177"/>
                  </a:cubicBezTo>
                  <a:cubicBezTo>
                    <a:pt x="573" y="156"/>
                    <a:pt x="593" y="137"/>
                    <a:pt x="596" y="102"/>
                  </a:cubicBezTo>
                  <a:cubicBezTo>
                    <a:pt x="597" y="90"/>
                    <a:pt x="596" y="73"/>
                    <a:pt x="587" y="54"/>
                  </a:cubicBezTo>
                  <a:cubicBezTo>
                    <a:pt x="576" y="29"/>
                    <a:pt x="549" y="18"/>
                    <a:pt x="528" y="11"/>
                  </a:cubicBezTo>
                  <a:cubicBezTo>
                    <a:pt x="493" y="0"/>
                    <a:pt x="438" y="0"/>
                    <a:pt x="388" y="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" name="Freeform 14"/>
            <p:cNvSpPr/>
            <p:nvPr/>
          </p:nvSpPr>
          <p:spPr bwMode="auto">
            <a:xfrm>
              <a:off x="549275" y="-954088"/>
              <a:ext cx="160338" cy="173038"/>
            </a:xfrm>
            <a:custGeom>
              <a:avLst/>
              <a:gdLst>
                <a:gd name="T0" fmla="*/ 39 w 210"/>
                <a:gd name="T1" fmla="*/ 128 h 226"/>
                <a:gd name="T2" fmla="*/ 50 w 210"/>
                <a:gd name="T3" fmla="*/ 144 h 226"/>
                <a:gd name="T4" fmla="*/ 53 w 210"/>
                <a:gd name="T5" fmla="*/ 162 h 226"/>
                <a:gd name="T6" fmla="*/ 34 w 210"/>
                <a:gd name="T7" fmla="*/ 188 h 226"/>
                <a:gd name="T8" fmla="*/ 12 w 210"/>
                <a:gd name="T9" fmla="*/ 222 h 226"/>
                <a:gd name="T10" fmla="*/ 48 w 210"/>
                <a:gd name="T11" fmla="*/ 201 h 226"/>
                <a:gd name="T12" fmla="*/ 84 w 210"/>
                <a:gd name="T13" fmla="*/ 192 h 226"/>
                <a:gd name="T14" fmla="*/ 159 w 210"/>
                <a:gd name="T15" fmla="*/ 197 h 226"/>
                <a:gd name="T16" fmla="*/ 199 w 210"/>
                <a:gd name="T17" fmla="*/ 166 h 226"/>
                <a:gd name="T18" fmla="*/ 189 w 210"/>
                <a:gd name="T19" fmla="*/ 80 h 226"/>
                <a:gd name="T20" fmla="*/ 156 w 210"/>
                <a:gd name="T21" fmla="*/ 43 h 226"/>
                <a:gd name="T22" fmla="*/ 99 w 210"/>
                <a:gd name="T23" fmla="*/ 11 h 226"/>
                <a:gd name="T24" fmla="*/ 66 w 210"/>
                <a:gd name="T25" fmla="*/ 11 h 226"/>
                <a:gd name="T26" fmla="*/ 36 w 210"/>
                <a:gd name="T27" fmla="*/ 31 h 226"/>
                <a:gd name="T28" fmla="*/ 25 w 210"/>
                <a:gd name="T29" fmla="*/ 108 h 226"/>
                <a:gd name="T30" fmla="*/ 39 w 210"/>
                <a:gd name="T31" fmla="*/ 128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10" h="226">
                  <a:moveTo>
                    <a:pt x="39" y="128"/>
                  </a:moveTo>
                  <a:cubicBezTo>
                    <a:pt x="43" y="134"/>
                    <a:pt x="46" y="140"/>
                    <a:pt x="50" y="144"/>
                  </a:cubicBezTo>
                  <a:cubicBezTo>
                    <a:pt x="56" y="150"/>
                    <a:pt x="58" y="155"/>
                    <a:pt x="53" y="162"/>
                  </a:cubicBezTo>
                  <a:cubicBezTo>
                    <a:pt x="47" y="170"/>
                    <a:pt x="40" y="179"/>
                    <a:pt x="34" y="188"/>
                  </a:cubicBezTo>
                  <a:cubicBezTo>
                    <a:pt x="28" y="197"/>
                    <a:pt x="9" y="218"/>
                    <a:pt x="12" y="222"/>
                  </a:cubicBezTo>
                  <a:cubicBezTo>
                    <a:pt x="15" y="226"/>
                    <a:pt x="38" y="207"/>
                    <a:pt x="48" y="201"/>
                  </a:cubicBezTo>
                  <a:cubicBezTo>
                    <a:pt x="59" y="194"/>
                    <a:pt x="70" y="186"/>
                    <a:pt x="84" y="192"/>
                  </a:cubicBezTo>
                  <a:cubicBezTo>
                    <a:pt x="109" y="203"/>
                    <a:pt x="134" y="201"/>
                    <a:pt x="159" y="197"/>
                  </a:cubicBezTo>
                  <a:cubicBezTo>
                    <a:pt x="177" y="194"/>
                    <a:pt x="194" y="186"/>
                    <a:pt x="199" y="166"/>
                  </a:cubicBezTo>
                  <a:cubicBezTo>
                    <a:pt x="205" y="137"/>
                    <a:pt x="210" y="107"/>
                    <a:pt x="189" y="80"/>
                  </a:cubicBezTo>
                  <a:cubicBezTo>
                    <a:pt x="178" y="67"/>
                    <a:pt x="169" y="53"/>
                    <a:pt x="156" y="43"/>
                  </a:cubicBezTo>
                  <a:cubicBezTo>
                    <a:pt x="139" y="30"/>
                    <a:pt x="119" y="20"/>
                    <a:pt x="99" y="11"/>
                  </a:cubicBezTo>
                  <a:cubicBezTo>
                    <a:pt x="89" y="6"/>
                    <a:pt x="78" y="0"/>
                    <a:pt x="66" y="11"/>
                  </a:cubicBezTo>
                  <a:cubicBezTo>
                    <a:pt x="57" y="19"/>
                    <a:pt x="47" y="26"/>
                    <a:pt x="36" y="31"/>
                  </a:cubicBezTo>
                  <a:cubicBezTo>
                    <a:pt x="11" y="44"/>
                    <a:pt x="0" y="87"/>
                    <a:pt x="25" y="108"/>
                  </a:cubicBezTo>
                  <a:cubicBezTo>
                    <a:pt x="31" y="113"/>
                    <a:pt x="34" y="122"/>
                    <a:pt x="39" y="1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" name="Freeform 15"/>
            <p:cNvSpPr/>
            <p:nvPr/>
          </p:nvSpPr>
          <p:spPr bwMode="auto">
            <a:xfrm>
              <a:off x="3154362" y="-631825"/>
              <a:ext cx="93663" cy="157163"/>
            </a:xfrm>
            <a:custGeom>
              <a:avLst/>
              <a:gdLst>
                <a:gd name="T0" fmla="*/ 105 w 122"/>
                <a:gd name="T1" fmla="*/ 180 h 205"/>
                <a:gd name="T2" fmla="*/ 108 w 122"/>
                <a:gd name="T3" fmla="*/ 135 h 205"/>
                <a:gd name="T4" fmla="*/ 121 w 122"/>
                <a:gd name="T5" fmla="*/ 30 h 205"/>
                <a:gd name="T6" fmla="*/ 106 w 122"/>
                <a:gd name="T7" fmla="*/ 10 h 205"/>
                <a:gd name="T8" fmla="*/ 101 w 122"/>
                <a:gd name="T9" fmla="*/ 8 h 205"/>
                <a:gd name="T10" fmla="*/ 64 w 122"/>
                <a:gd name="T11" fmla="*/ 0 h 205"/>
                <a:gd name="T12" fmla="*/ 46 w 122"/>
                <a:gd name="T13" fmla="*/ 9 h 205"/>
                <a:gd name="T14" fmla="*/ 24 w 122"/>
                <a:gd name="T15" fmla="*/ 44 h 205"/>
                <a:gd name="T16" fmla="*/ 4 w 122"/>
                <a:gd name="T17" fmla="*/ 141 h 205"/>
                <a:gd name="T18" fmla="*/ 47 w 122"/>
                <a:gd name="T19" fmla="*/ 198 h 205"/>
                <a:gd name="T20" fmla="*/ 78 w 122"/>
                <a:gd name="T21" fmla="*/ 202 h 205"/>
                <a:gd name="T22" fmla="*/ 105 w 122"/>
                <a:gd name="T23" fmla="*/ 180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22" h="205">
                  <a:moveTo>
                    <a:pt x="105" y="180"/>
                  </a:moveTo>
                  <a:cubicBezTo>
                    <a:pt x="103" y="164"/>
                    <a:pt x="106" y="150"/>
                    <a:pt x="108" y="135"/>
                  </a:cubicBezTo>
                  <a:cubicBezTo>
                    <a:pt x="113" y="100"/>
                    <a:pt x="117" y="65"/>
                    <a:pt x="121" y="30"/>
                  </a:cubicBezTo>
                  <a:cubicBezTo>
                    <a:pt x="122" y="17"/>
                    <a:pt x="119" y="12"/>
                    <a:pt x="106" y="10"/>
                  </a:cubicBezTo>
                  <a:cubicBezTo>
                    <a:pt x="105" y="9"/>
                    <a:pt x="103" y="8"/>
                    <a:pt x="101" y="8"/>
                  </a:cubicBezTo>
                  <a:cubicBezTo>
                    <a:pt x="89" y="5"/>
                    <a:pt x="77" y="3"/>
                    <a:pt x="64" y="0"/>
                  </a:cubicBezTo>
                  <a:cubicBezTo>
                    <a:pt x="58" y="2"/>
                    <a:pt x="50" y="4"/>
                    <a:pt x="46" y="9"/>
                  </a:cubicBezTo>
                  <a:cubicBezTo>
                    <a:pt x="38" y="20"/>
                    <a:pt x="27" y="31"/>
                    <a:pt x="24" y="44"/>
                  </a:cubicBezTo>
                  <a:cubicBezTo>
                    <a:pt x="15" y="76"/>
                    <a:pt x="9" y="108"/>
                    <a:pt x="4" y="141"/>
                  </a:cubicBezTo>
                  <a:cubicBezTo>
                    <a:pt x="0" y="172"/>
                    <a:pt x="16" y="192"/>
                    <a:pt x="47" y="198"/>
                  </a:cubicBezTo>
                  <a:cubicBezTo>
                    <a:pt x="57" y="200"/>
                    <a:pt x="68" y="199"/>
                    <a:pt x="78" y="202"/>
                  </a:cubicBezTo>
                  <a:cubicBezTo>
                    <a:pt x="94" y="205"/>
                    <a:pt x="108" y="196"/>
                    <a:pt x="105" y="18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" name="Freeform 16"/>
            <p:cNvSpPr/>
            <p:nvPr/>
          </p:nvSpPr>
          <p:spPr bwMode="auto">
            <a:xfrm>
              <a:off x="-407988" y="17462"/>
              <a:ext cx="93663" cy="138113"/>
            </a:xfrm>
            <a:custGeom>
              <a:avLst/>
              <a:gdLst>
                <a:gd name="T0" fmla="*/ 0 w 59"/>
                <a:gd name="T1" fmla="*/ 87 h 87"/>
                <a:gd name="T2" fmla="*/ 0 w 59"/>
                <a:gd name="T3" fmla="*/ 0 h 87"/>
                <a:gd name="T4" fmla="*/ 15 w 59"/>
                <a:gd name="T5" fmla="*/ 0 h 87"/>
                <a:gd name="T6" fmla="*/ 45 w 59"/>
                <a:gd name="T7" fmla="*/ 58 h 87"/>
                <a:gd name="T8" fmla="*/ 45 w 59"/>
                <a:gd name="T9" fmla="*/ 0 h 87"/>
                <a:gd name="T10" fmla="*/ 59 w 59"/>
                <a:gd name="T11" fmla="*/ 0 h 87"/>
                <a:gd name="T12" fmla="*/ 59 w 59"/>
                <a:gd name="T13" fmla="*/ 87 h 87"/>
                <a:gd name="T14" fmla="*/ 44 w 59"/>
                <a:gd name="T15" fmla="*/ 87 h 87"/>
                <a:gd name="T16" fmla="*/ 14 w 59"/>
                <a:gd name="T17" fmla="*/ 31 h 87"/>
                <a:gd name="T18" fmla="*/ 14 w 59"/>
                <a:gd name="T19" fmla="*/ 87 h 87"/>
                <a:gd name="T20" fmla="*/ 0 w 59"/>
                <a:gd name="T21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87">
                  <a:moveTo>
                    <a:pt x="0" y="87"/>
                  </a:moveTo>
                  <a:lnTo>
                    <a:pt x="0" y="0"/>
                  </a:lnTo>
                  <a:lnTo>
                    <a:pt x="15" y="0"/>
                  </a:lnTo>
                  <a:lnTo>
                    <a:pt x="45" y="58"/>
                  </a:lnTo>
                  <a:lnTo>
                    <a:pt x="45" y="0"/>
                  </a:lnTo>
                  <a:lnTo>
                    <a:pt x="59" y="0"/>
                  </a:lnTo>
                  <a:lnTo>
                    <a:pt x="59" y="87"/>
                  </a:lnTo>
                  <a:lnTo>
                    <a:pt x="44" y="87"/>
                  </a:lnTo>
                  <a:lnTo>
                    <a:pt x="14" y="31"/>
                  </a:lnTo>
                  <a:lnTo>
                    <a:pt x="14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" name="Freeform 17"/>
            <p:cNvSpPr>
              <a:spLocks noEditPoints="1"/>
            </p:cNvSpPr>
            <p:nvPr/>
          </p:nvSpPr>
          <p:spPr bwMode="auto">
            <a:xfrm>
              <a:off x="-301625" y="17462"/>
              <a:ext cx="115888" cy="138113"/>
            </a:xfrm>
            <a:custGeom>
              <a:avLst/>
              <a:gdLst>
                <a:gd name="T0" fmla="*/ 73 w 73"/>
                <a:gd name="T1" fmla="*/ 87 h 87"/>
                <a:gd name="T2" fmla="*/ 57 w 73"/>
                <a:gd name="T3" fmla="*/ 87 h 87"/>
                <a:gd name="T4" fmla="*/ 51 w 73"/>
                <a:gd name="T5" fmla="*/ 67 h 87"/>
                <a:gd name="T6" fmla="*/ 22 w 73"/>
                <a:gd name="T7" fmla="*/ 67 h 87"/>
                <a:gd name="T8" fmla="*/ 15 w 73"/>
                <a:gd name="T9" fmla="*/ 87 h 87"/>
                <a:gd name="T10" fmla="*/ 0 w 73"/>
                <a:gd name="T11" fmla="*/ 87 h 87"/>
                <a:gd name="T12" fmla="*/ 28 w 73"/>
                <a:gd name="T13" fmla="*/ 0 h 87"/>
                <a:gd name="T14" fmla="*/ 44 w 73"/>
                <a:gd name="T15" fmla="*/ 0 h 87"/>
                <a:gd name="T16" fmla="*/ 73 w 73"/>
                <a:gd name="T17" fmla="*/ 87 h 87"/>
                <a:gd name="T18" fmla="*/ 46 w 73"/>
                <a:gd name="T19" fmla="*/ 53 h 87"/>
                <a:gd name="T20" fmla="*/ 36 w 73"/>
                <a:gd name="T21" fmla="*/ 21 h 87"/>
                <a:gd name="T22" fmla="*/ 26 w 73"/>
                <a:gd name="T23" fmla="*/ 53 h 87"/>
                <a:gd name="T24" fmla="*/ 46 w 73"/>
                <a:gd name="T25" fmla="*/ 5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3" h="87">
                  <a:moveTo>
                    <a:pt x="73" y="87"/>
                  </a:moveTo>
                  <a:lnTo>
                    <a:pt x="57" y="87"/>
                  </a:lnTo>
                  <a:lnTo>
                    <a:pt x="51" y="67"/>
                  </a:lnTo>
                  <a:lnTo>
                    <a:pt x="22" y="67"/>
                  </a:lnTo>
                  <a:lnTo>
                    <a:pt x="15" y="87"/>
                  </a:lnTo>
                  <a:lnTo>
                    <a:pt x="0" y="87"/>
                  </a:lnTo>
                  <a:lnTo>
                    <a:pt x="28" y="0"/>
                  </a:lnTo>
                  <a:lnTo>
                    <a:pt x="44" y="0"/>
                  </a:lnTo>
                  <a:lnTo>
                    <a:pt x="73" y="87"/>
                  </a:lnTo>
                  <a:close/>
                  <a:moveTo>
                    <a:pt x="46" y="53"/>
                  </a:moveTo>
                  <a:lnTo>
                    <a:pt x="36" y="21"/>
                  </a:lnTo>
                  <a:lnTo>
                    <a:pt x="26" y="53"/>
                  </a:lnTo>
                  <a:lnTo>
                    <a:pt x="46" y="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" name="Freeform 18"/>
            <p:cNvSpPr/>
            <p:nvPr/>
          </p:nvSpPr>
          <p:spPr bwMode="auto">
            <a:xfrm>
              <a:off x="-173038" y="17462"/>
              <a:ext cx="92075" cy="138113"/>
            </a:xfrm>
            <a:custGeom>
              <a:avLst/>
              <a:gdLst>
                <a:gd name="T0" fmla="*/ 0 w 58"/>
                <a:gd name="T1" fmla="*/ 87 h 87"/>
                <a:gd name="T2" fmla="*/ 0 w 58"/>
                <a:gd name="T3" fmla="*/ 0 h 87"/>
                <a:gd name="T4" fmla="*/ 15 w 58"/>
                <a:gd name="T5" fmla="*/ 0 h 87"/>
                <a:gd name="T6" fmla="*/ 44 w 58"/>
                <a:gd name="T7" fmla="*/ 58 h 87"/>
                <a:gd name="T8" fmla="*/ 44 w 58"/>
                <a:gd name="T9" fmla="*/ 0 h 87"/>
                <a:gd name="T10" fmla="*/ 58 w 58"/>
                <a:gd name="T11" fmla="*/ 0 h 87"/>
                <a:gd name="T12" fmla="*/ 58 w 58"/>
                <a:gd name="T13" fmla="*/ 87 h 87"/>
                <a:gd name="T14" fmla="*/ 43 w 58"/>
                <a:gd name="T15" fmla="*/ 87 h 87"/>
                <a:gd name="T16" fmla="*/ 14 w 58"/>
                <a:gd name="T17" fmla="*/ 31 h 87"/>
                <a:gd name="T18" fmla="*/ 14 w 58"/>
                <a:gd name="T19" fmla="*/ 87 h 87"/>
                <a:gd name="T20" fmla="*/ 0 w 58"/>
                <a:gd name="T21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8" h="87">
                  <a:moveTo>
                    <a:pt x="0" y="87"/>
                  </a:moveTo>
                  <a:lnTo>
                    <a:pt x="0" y="0"/>
                  </a:lnTo>
                  <a:lnTo>
                    <a:pt x="15" y="0"/>
                  </a:lnTo>
                  <a:lnTo>
                    <a:pt x="44" y="58"/>
                  </a:lnTo>
                  <a:lnTo>
                    <a:pt x="44" y="0"/>
                  </a:lnTo>
                  <a:lnTo>
                    <a:pt x="58" y="0"/>
                  </a:lnTo>
                  <a:lnTo>
                    <a:pt x="58" y="87"/>
                  </a:lnTo>
                  <a:lnTo>
                    <a:pt x="43" y="87"/>
                  </a:lnTo>
                  <a:lnTo>
                    <a:pt x="14" y="31"/>
                  </a:lnTo>
                  <a:lnTo>
                    <a:pt x="14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" name="Freeform 19"/>
            <p:cNvSpPr/>
            <p:nvPr/>
          </p:nvSpPr>
          <p:spPr bwMode="auto">
            <a:xfrm>
              <a:off x="-65088" y="17462"/>
              <a:ext cx="74613" cy="141288"/>
            </a:xfrm>
            <a:custGeom>
              <a:avLst/>
              <a:gdLst>
                <a:gd name="T0" fmla="*/ 67 w 97"/>
                <a:gd name="T1" fmla="*/ 0 h 183"/>
                <a:gd name="T2" fmla="*/ 97 w 97"/>
                <a:gd name="T3" fmla="*/ 0 h 183"/>
                <a:gd name="T4" fmla="*/ 97 w 97"/>
                <a:gd name="T5" fmla="*/ 114 h 183"/>
                <a:gd name="T6" fmla="*/ 94 w 97"/>
                <a:gd name="T7" fmla="*/ 148 h 183"/>
                <a:gd name="T8" fmla="*/ 78 w 97"/>
                <a:gd name="T9" fmla="*/ 173 h 183"/>
                <a:gd name="T10" fmla="*/ 47 w 97"/>
                <a:gd name="T11" fmla="*/ 183 h 183"/>
                <a:gd name="T12" fmla="*/ 12 w 97"/>
                <a:gd name="T13" fmla="*/ 168 h 183"/>
                <a:gd name="T14" fmla="*/ 0 w 97"/>
                <a:gd name="T15" fmla="*/ 124 h 183"/>
                <a:gd name="T16" fmla="*/ 29 w 97"/>
                <a:gd name="T17" fmla="*/ 120 h 183"/>
                <a:gd name="T18" fmla="*/ 32 w 97"/>
                <a:gd name="T19" fmla="*/ 142 h 183"/>
                <a:gd name="T20" fmla="*/ 48 w 97"/>
                <a:gd name="T21" fmla="*/ 152 h 183"/>
                <a:gd name="T22" fmla="*/ 62 w 97"/>
                <a:gd name="T23" fmla="*/ 145 h 183"/>
                <a:gd name="T24" fmla="*/ 67 w 97"/>
                <a:gd name="T25" fmla="*/ 116 h 183"/>
                <a:gd name="T26" fmla="*/ 67 w 97"/>
                <a:gd name="T27" fmla="*/ 0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7" h="183">
                  <a:moveTo>
                    <a:pt x="67" y="0"/>
                  </a:moveTo>
                  <a:cubicBezTo>
                    <a:pt x="97" y="0"/>
                    <a:pt x="97" y="0"/>
                    <a:pt x="97" y="0"/>
                  </a:cubicBezTo>
                  <a:cubicBezTo>
                    <a:pt x="97" y="114"/>
                    <a:pt x="97" y="114"/>
                    <a:pt x="97" y="114"/>
                  </a:cubicBezTo>
                  <a:cubicBezTo>
                    <a:pt x="97" y="128"/>
                    <a:pt x="96" y="140"/>
                    <a:pt x="94" y="148"/>
                  </a:cubicBezTo>
                  <a:cubicBezTo>
                    <a:pt x="91" y="158"/>
                    <a:pt x="85" y="167"/>
                    <a:pt x="78" y="173"/>
                  </a:cubicBezTo>
                  <a:cubicBezTo>
                    <a:pt x="70" y="179"/>
                    <a:pt x="59" y="183"/>
                    <a:pt x="47" y="183"/>
                  </a:cubicBezTo>
                  <a:cubicBezTo>
                    <a:pt x="32" y="183"/>
                    <a:pt x="20" y="178"/>
                    <a:pt x="12" y="168"/>
                  </a:cubicBezTo>
                  <a:cubicBezTo>
                    <a:pt x="4" y="158"/>
                    <a:pt x="0" y="143"/>
                    <a:pt x="0" y="124"/>
                  </a:cubicBezTo>
                  <a:cubicBezTo>
                    <a:pt x="29" y="120"/>
                    <a:pt x="29" y="120"/>
                    <a:pt x="29" y="120"/>
                  </a:cubicBezTo>
                  <a:cubicBezTo>
                    <a:pt x="29" y="130"/>
                    <a:pt x="30" y="138"/>
                    <a:pt x="32" y="142"/>
                  </a:cubicBezTo>
                  <a:cubicBezTo>
                    <a:pt x="36" y="148"/>
                    <a:pt x="41" y="152"/>
                    <a:pt x="48" y="152"/>
                  </a:cubicBezTo>
                  <a:cubicBezTo>
                    <a:pt x="55" y="152"/>
                    <a:pt x="59" y="149"/>
                    <a:pt x="62" y="145"/>
                  </a:cubicBezTo>
                  <a:cubicBezTo>
                    <a:pt x="65" y="140"/>
                    <a:pt x="67" y="131"/>
                    <a:pt x="67" y="116"/>
                  </a:cubicBezTo>
                  <a:lnTo>
                    <a:pt x="6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" name="Rectangle 20"/>
            <p:cNvSpPr>
              <a:spLocks noChangeArrowheads="1"/>
            </p:cNvSpPr>
            <p:nvPr/>
          </p:nvSpPr>
          <p:spPr bwMode="auto">
            <a:xfrm>
              <a:off x="34925" y="17462"/>
              <a:ext cx="22225" cy="13811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" name="Freeform 21"/>
            <p:cNvSpPr/>
            <p:nvPr/>
          </p:nvSpPr>
          <p:spPr bwMode="auto">
            <a:xfrm>
              <a:off x="79375" y="17462"/>
              <a:ext cx="93663" cy="138113"/>
            </a:xfrm>
            <a:custGeom>
              <a:avLst/>
              <a:gdLst>
                <a:gd name="T0" fmla="*/ 0 w 59"/>
                <a:gd name="T1" fmla="*/ 87 h 87"/>
                <a:gd name="T2" fmla="*/ 0 w 59"/>
                <a:gd name="T3" fmla="*/ 0 h 87"/>
                <a:gd name="T4" fmla="*/ 15 w 59"/>
                <a:gd name="T5" fmla="*/ 0 h 87"/>
                <a:gd name="T6" fmla="*/ 45 w 59"/>
                <a:gd name="T7" fmla="*/ 58 h 87"/>
                <a:gd name="T8" fmla="*/ 45 w 59"/>
                <a:gd name="T9" fmla="*/ 0 h 87"/>
                <a:gd name="T10" fmla="*/ 59 w 59"/>
                <a:gd name="T11" fmla="*/ 0 h 87"/>
                <a:gd name="T12" fmla="*/ 59 w 59"/>
                <a:gd name="T13" fmla="*/ 87 h 87"/>
                <a:gd name="T14" fmla="*/ 44 w 59"/>
                <a:gd name="T15" fmla="*/ 87 h 87"/>
                <a:gd name="T16" fmla="*/ 14 w 59"/>
                <a:gd name="T17" fmla="*/ 31 h 87"/>
                <a:gd name="T18" fmla="*/ 14 w 59"/>
                <a:gd name="T19" fmla="*/ 87 h 87"/>
                <a:gd name="T20" fmla="*/ 0 w 59"/>
                <a:gd name="T21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87">
                  <a:moveTo>
                    <a:pt x="0" y="87"/>
                  </a:moveTo>
                  <a:lnTo>
                    <a:pt x="0" y="0"/>
                  </a:lnTo>
                  <a:lnTo>
                    <a:pt x="15" y="0"/>
                  </a:lnTo>
                  <a:lnTo>
                    <a:pt x="45" y="58"/>
                  </a:lnTo>
                  <a:lnTo>
                    <a:pt x="45" y="0"/>
                  </a:lnTo>
                  <a:lnTo>
                    <a:pt x="59" y="0"/>
                  </a:lnTo>
                  <a:lnTo>
                    <a:pt x="59" y="87"/>
                  </a:lnTo>
                  <a:lnTo>
                    <a:pt x="44" y="87"/>
                  </a:lnTo>
                  <a:lnTo>
                    <a:pt x="14" y="31"/>
                  </a:lnTo>
                  <a:lnTo>
                    <a:pt x="14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" name="Freeform 22"/>
            <p:cNvSpPr/>
            <p:nvPr/>
          </p:nvSpPr>
          <p:spPr bwMode="auto">
            <a:xfrm>
              <a:off x="193675" y="15875"/>
              <a:ext cx="107950" cy="142875"/>
            </a:xfrm>
            <a:custGeom>
              <a:avLst/>
              <a:gdLst>
                <a:gd name="T0" fmla="*/ 77 w 143"/>
                <a:gd name="T1" fmla="*/ 117 h 186"/>
                <a:gd name="T2" fmla="*/ 77 w 143"/>
                <a:gd name="T3" fmla="*/ 86 h 186"/>
                <a:gd name="T4" fmla="*/ 143 w 143"/>
                <a:gd name="T5" fmla="*/ 86 h 186"/>
                <a:gd name="T6" fmla="*/ 143 w 143"/>
                <a:gd name="T7" fmla="*/ 158 h 186"/>
                <a:gd name="T8" fmla="*/ 115 w 143"/>
                <a:gd name="T9" fmla="*/ 177 h 186"/>
                <a:gd name="T10" fmla="*/ 78 w 143"/>
                <a:gd name="T11" fmla="*/ 186 h 186"/>
                <a:gd name="T12" fmla="*/ 36 w 143"/>
                <a:gd name="T13" fmla="*/ 174 h 186"/>
                <a:gd name="T14" fmla="*/ 9 w 143"/>
                <a:gd name="T15" fmla="*/ 140 h 186"/>
                <a:gd name="T16" fmla="*/ 0 w 143"/>
                <a:gd name="T17" fmla="*/ 92 h 186"/>
                <a:gd name="T18" fmla="*/ 10 w 143"/>
                <a:gd name="T19" fmla="*/ 42 h 186"/>
                <a:gd name="T20" fmla="*/ 40 w 143"/>
                <a:gd name="T21" fmla="*/ 9 h 186"/>
                <a:gd name="T22" fmla="*/ 76 w 143"/>
                <a:gd name="T23" fmla="*/ 0 h 186"/>
                <a:gd name="T24" fmla="*/ 120 w 143"/>
                <a:gd name="T25" fmla="*/ 14 h 186"/>
                <a:gd name="T26" fmla="*/ 141 w 143"/>
                <a:gd name="T27" fmla="*/ 53 h 186"/>
                <a:gd name="T28" fmla="*/ 110 w 143"/>
                <a:gd name="T29" fmla="*/ 60 h 186"/>
                <a:gd name="T30" fmla="*/ 98 w 143"/>
                <a:gd name="T31" fmla="*/ 39 h 186"/>
                <a:gd name="T32" fmla="*/ 76 w 143"/>
                <a:gd name="T33" fmla="*/ 31 h 186"/>
                <a:gd name="T34" fmla="*/ 44 w 143"/>
                <a:gd name="T35" fmla="*/ 46 h 186"/>
                <a:gd name="T36" fmla="*/ 32 w 143"/>
                <a:gd name="T37" fmla="*/ 91 h 186"/>
                <a:gd name="T38" fmla="*/ 44 w 143"/>
                <a:gd name="T39" fmla="*/ 139 h 186"/>
                <a:gd name="T40" fmla="*/ 76 w 143"/>
                <a:gd name="T41" fmla="*/ 155 h 186"/>
                <a:gd name="T42" fmla="*/ 95 w 143"/>
                <a:gd name="T43" fmla="*/ 150 h 186"/>
                <a:gd name="T44" fmla="*/ 112 w 143"/>
                <a:gd name="T45" fmla="*/ 139 h 186"/>
                <a:gd name="T46" fmla="*/ 112 w 143"/>
                <a:gd name="T47" fmla="*/ 117 h 186"/>
                <a:gd name="T48" fmla="*/ 77 w 143"/>
                <a:gd name="T49" fmla="*/ 117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43" h="186">
                  <a:moveTo>
                    <a:pt x="77" y="117"/>
                  </a:moveTo>
                  <a:cubicBezTo>
                    <a:pt x="77" y="86"/>
                    <a:pt x="77" y="86"/>
                    <a:pt x="77" y="86"/>
                  </a:cubicBezTo>
                  <a:cubicBezTo>
                    <a:pt x="143" y="86"/>
                    <a:pt x="143" y="86"/>
                    <a:pt x="143" y="86"/>
                  </a:cubicBezTo>
                  <a:cubicBezTo>
                    <a:pt x="143" y="158"/>
                    <a:pt x="143" y="158"/>
                    <a:pt x="143" y="158"/>
                  </a:cubicBezTo>
                  <a:cubicBezTo>
                    <a:pt x="136" y="165"/>
                    <a:pt x="127" y="172"/>
                    <a:pt x="115" y="177"/>
                  </a:cubicBezTo>
                  <a:cubicBezTo>
                    <a:pt x="103" y="183"/>
                    <a:pt x="90" y="186"/>
                    <a:pt x="78" y="186"/>
                  </a:cubicBezTo>
                  <a:cubicBezTo>
                    <a:pt x="62" y="186"/>
                    <a:pt x="48" y="182"/>
                    <a:pt x="36" y="174"/>
                  </a:cubicBezTo>
                  <a:cubicBezTo>
                    <a:pt x="24" y="166"/>
                    <a:pt x="15" y="155"/>
                    <a:pt x="9" y="140"/>
                  </a:cubicBezTo>
                  <a:cubicBezTo>
                    <a:pt x="3" y="125"/>
                    <a:pt x="0" y="109"/>
                    <a:pt x="0" y="92"/>
                  </a:cubicBezTo>
                  <a:cubicBezTo>
                    <a:pt x="0" y="74"/>
                    <a:pt x="4" y="57"/>
                    <a:pt x="10" y="42"/>
                  </a:cubicBezTo>
                  <a:cubicBezTo>
                    <a:pt x="17" y="28"/>
                    <a:pt x="27" y="17"/>
                    <a:pt x="40" y="9"/>
                  </a:cubicBezTo>
                  <a:cubicBezTo>
                    <a:pt x="49" y="3"/>
                    <a:pt x="61" y="0"/>
                    <a:pt x="76" y="0"/>
                  </a:cubicBezTo>
                  <a:cubicBezTo>
                    <a:pt x="95" y="0"/>
                    <a:pt x="110" y="5"/>
                    <a:pt x="120" y="14"/>
                  </a:cubicBezTo>
                  <a:cubicBezTo>
                    <a:pt x="131" y="24"/>
                    <a:pt x="138" y="36"/>
                    <a:pt x="141" y="53"/>
                  </a:cubicBezTo>
                  <a:cubicBezTo>
                    <a:pt x="110" y="60"/>
                    <a:pt x="110" y="60"/>
                    <a:pt x="110" y="60"/>
                  </a:cubicBezTo>
                  <a:cubicBezTo>
                    <a:pt x="108" y="51"/>
                    <a:pt x="104" y="44"/>
                    <a:pt x="98" y="39"/>
                  </a:cubicBezTo>
                  <a:cubicBezTo>
                    <a:pt x="92" y="34"/>
                    <a:pt x="85" y="31"/>
                    <a:pt x="76" y="31"/>
                  </a:cubicBezTo>
                  <a:cubicBezTo>
                    <a:pt x="63" y="31"/>
                    <a:pt x="52" y="36"/>
                    <a:pt x="44" y="46"/>
                  </a:cubicBezTo>
                  <a:cubicBezTo>
                    <a:pt x="36" y="56"/>
                    <a:pt x="32" y="71"/>
                    <a:pt x="32" y="91"/>
                  </a:cubicBezTo>
                  <a:cubicBezTo>
                    <a:pt x="32" y="112"/>
                    <a:pt x="36" y="128"/>
                    <a:pt x="44" y="139"/>
                  </a:cubicBezTo>
                  <a:cubicBezTo>
                    <a:pt x="52" y="149"/>
                    <a:pt x="63" y="155"/>
                    <a:pt x="76" y="155"/>
                  </a:cubicBezTo>
                  <a:cubicBezTo>
                    <a:pt x="82" y="155"/>
                    <a:pt x="89" y="153"/>
                    <a:pt x="95" y="150"/>
                  </a:cubicBezTo>
                  <a:cubicBezTo>
                    <a:pt x="102" y="147"/>
                    <a:pt x="107" y="144"/>
                    <a:pt x="112" y="139"/>
                  </a:cubicBezTo>
                  <a:cubicBezTo>
                    <a:pt x="112" y="117"/>
                    <a:pt x="112" y="117"/>
                    <a:pt x="112" y="117"/>
                  </a:cubicBezTo>
                  <a:lnTo>
                    <a:pt x="77" y="11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" name="Freeform 23"/>
            <p:cNvSpPr/>
            <p:nvPr/>
          </p:nvSpPr>
          <p:spPr bwMode="auto">
            <a:xfrm>
              <a:off x="368300" y="17462"/>
              <a:ext cx="93663" cy="141288"/>
            </a:xfrm>
            <a:custGeom>
              <a:avLst/>
              <a:gdLst>
                <a:gd name="T0" fmla="*/ 0 w 122"/>
                <a:gd name="T1" fmla="*/ 0 h 183"/>
                <a:gd name="T2" fmla="*/ 31 w 122"/>
                <a:gd name="T3" fmla="*/ 0 h 183"/>
                <a:gd name="T4" fmla="*/ 31 w 122"/>
                <a:gd name="T5" fmla="*/ 97 h 183"/>
                <a:gd name="T6" fmla="*/ 32 w 122"/>
                <a:gd name="T7" fmla="*/ 127 h 183"/>
                <a:gd name="T8" fmla="*/ 41 w 122"/>
                <a:gd name="T9" fmla="*/ 145 h 183"/>
                <a:gd name="T10" fmla="*/ 62 w 122"/>
                <a:gd name="T11" fmla="*/ 152 h 183"/>
                <a:gd name="T12" fmla="*/ 81 w 122"/>
                <a:gd name="T13" fmla="*/ 145 h 183"/>
                <a:gd name="T14" fmla="*/ 90 w 122"/>
                <a:gd name="T15" fmla="*/ 130 h 183"/>
                <a:gd name="T16" fmla="*/ 91 w 122"/>
                <a:gd name="T17" fmla="*/ 99 h 183"/>
                <a:gd name="T18" fmla="*/ 91 w 122"/>
                <a:gd name="T19" fmla="*/ 0 h 183"/>
                <a:gd name="T20" fmla="*/ 122 w 122"/>
                <a:gd name="T21" fmla="*/ 0 h 183"/>
                <a:gd name="T22" fmla="*/ 122 w 122"/>
                <a:gd name="T23" fmla="*/ 94 h 183"/>
                <a:gd name="T24" fmla="*/ 119 w 122"/>
                <a:gd name="T25" fmla="*/ 140 h 183"/>
                <a:gd name="T26" fmla="*/ 110 w 122"/>
                <a:gd name="T27" fmla="*/ 162 h 183"/>
                <a:gd name="T28" fmla="*/ 92 w 122"/>
                <a:gd name="T29" fmla="*/ 177 h 183"/>
                <a:gd name="T30" fmla="*/ 63 w 122"/>
                <a:gd name="T31" fmla="*/ 183 h 183"/>
                <a:gd name="T32" fmla="*/ 30 w 122"/>
                <a:gd name="T33" fmla="*/ 177 h 183"/>
                <a:gd name="T34" fmla="*/ 12 w 122"/>
                <a:gd name="T35" fmla="*/ 161 h 183"/>
                <a:gd name="T36" fmla="*/ 3 w 122"/>
                <a:gd name="T37" fmla="*/ 141 h 183"/>
                <a:gd name="T38" fmla="*/ 0 w 122"/>
                <a:gd name="T39" fmla="*/ 96 h 183"/>
                <a:gd name="T40" fmla="*/ 0 w 122"/>
                <a:gd name="T41" fmla="*/ 0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22" h="183">
                  <a:moveTo>
                    <a:pt x="0" y="0"/>
                  </a:moveTo>
                  <a:cubicBezTo>
                    <a:pt x="31" y="0"/>
                    <a:pt x="31" y="0"/>
                    <a:pt x="31" y="0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1" y="113"/>
                    <a:pt x="31" y="123"/>
                    <a:pt x="32" y="127"/>
                  </a:cubicBezTo>
                  <a:cubicBezTo>
                    <a:pt x="33" y="135"/>
                    <a:pt x="37" y="140"/>
                    <a:pt x="41" y="145"/>
                  </a:cubicBezTo>
                  <a:cubicBezTo>
                    <a:pt x="46" y="149"/>
                    <a:pt x="53" y="152"/>
                    <a:pt x="62" y="152"/>
                  </a:cubicBezTo>
                  <a:cubicBezTo>
                    <a:pt x="70" y="152"/>
                    <a:pt x="77" y="149"/>
                    <a:pt x="81" y="145"/>
                  </a:cubicBezTo>
                  <a:cubicBezTo>
                    <a:pt x="86" y="141"/>
                    <a:pt x="89" y="136"/>
                    <a:pt x="90" y="130"/>
                  </a:cubicBezTo>
                  <a:cubicBezTo>
                    <a:pt x="90" y="124"/>
                    <a:pt x="91" y="114"/>
                    <a:pt x="91" y="99"/>
                  </a:cubicBezTo>
                  <a:cubicBezTo>
                    <a:pt x="91" y="0"/>
                    <a:pt x="91" y="0"/>
                    <a:pt x="91" y="0"/>
                  </a:cubicBezTo>
                  <a:cubicBezTo>
                    <a:pt x="122" y="0"/>
                    <a:pt x="122" y="0"/>
                    <a:pt x="122" y="0"/>
                  </a:cubicBezTo>
                  <a:cubicBezTo>
                    <a:pt x="122" y="94"/>
                    <a:pt x="122" y="94"/>
                    <a:pt x="122" y="94"/>
                  </a:cubicBezTo>
                  <a:cubicBezTo>
                    <a:pt x="122" y="116"/>
                    <a:pt x="121" y="131"/>
                    <a:pt x="119" y="140"/>
                  </a:cubicBezTo>
                  <a:cubicBezTo>
                    <a:pt x="117" y="149"/>
                    <a:pt x="114" y="156"/>
                    <a:pt x="110" y="162"/>
                  </a:cubicBezTo>
                  <a:cubicBezTo>
                    <a:pt x="105" y="169"/>
                    <a:pt x="100" y="173"/>
                    <a:pt x="92" y="177"/>
                  </a:cubicBezTo>
                  <a:cubicBezTo>
                    <a:pt x="84" y="181"/>
                    <a:pt x="75" y="183"/>
                    <a:pt x="63" y="183"/>
                  </a:cubicBezTo>
                  <a:cubicBezTo>
                    <a:pt x="48" y="183"/>
                    <a:pt x="37" y="181"/>
                    <a:pt x="30" y="177"/>
                  </a:cubicBezTo>
                  <a:cubicBezTo>
                    <a:pt x="22" y="173"/>
                    <a:pt x="16" y="168"/>
                    <a:pt x="12" y="161"/>
                  </a:cubicBezTo>
                  <a:cubicBezTo>
                    <a:pt x="7" y="155"/>
                    <a:pt x="5" y="148"/>
                    <a:pt x="3" y="141"/>
                  </a:cubicBezTo>
                  <a:cubicBezTo>
                    <a:pt x="1" y="131"/>
                    <a:pt x="0" y="116"/>
                    <a:pt x="0" y="96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" name="Freeform 24"/>
            <p:cNvSpPr/>
            <p:nvPr/>
          </p:nvSpPr>
          <p:spPr bwMode="auto">
            <a:xfrm>
              <a:off x="485775" y="17462"/>
              <a:ext cx="93663" cy="138113"/>
            </a:xfrm>
            <a:custGeom>
              <a:avLst/>
              <a:gdLst>
                <a:gd name="T0" fmla="*/ 0 w 59"/>
                <a:gd name="T1" fmla="*/ 87 h 87"/>
                <a:gd name="T2" fmla="*/ 0 w 59"/>
                <a:gd name="T3" fmla="*/ 0 h 87"/>
                <a:gd name="T4" fmla="*/ 15 w 59"/>
                <a:gd name="T5" fmla="*/ 0 h 87"/>
                <a:gd name="T6" fmla="*/ 45 w 59"/>
                <a:gd name="T7" fmla="*/ 58 h 87"/>
                <a:gd name="T8" fmla="*/ 45 w 59"/>
                <a:gd name="T9" fmla="*/ 0 h 87"/>
                <a:gd name="T10" fmla="*/ 59 w 59"/>
                <a:gd name="T11" fmla="*/ 0 h 87"/>
                <a:gd name="T12" fmla="*/ 59 w 59"/>
                <a:gd name="T13" fmla="*/ 87 h 87"/>
                <a:gd name="T14" fmla="*/ 44 w 59"/>
                <a:gd name="T15" fmla="*/ 87 h 87"/>
                <a:gd name="T16" fmla="*/ 14 w 59"/>
                <a:gd name="T17" fmla="*/ 31 h 87"/>
                <a:gd name="T18" fmla="*/ 14 w 59"/>
                <a:gd name="T19" fmla="*/ 87 h 87"/>
                <a:gd name="T20" fmla="*/ 0 w 59"/>
                <a:gd name="T21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87">
                  <a:moveTo>
                    <a:pt x="0" y="87"/>
                  </a:moveTo>
                  <a:lnTo>
                    <a:pt x="0" y="0"/>
                  </a:lnTo>
                  <a:lnTo>
                    <a:pt x="15" y="0"/>
                  </a:lnTo>
                  <a:lnTo>
                    <a:pt x="45" y="58"/>
                  </a:lnTo>
                  <a:lnTo>
                    <a:pt x="45" y="0"/>
                  </a:lnTo>
                  <a:lnTo>
                    <a:pt x="59" y="0"/>
                  </a:lnTo>
                  <a:lnTo>
                    <a:pt x="59" y="87"/>
                  </a:lnTo>
                  <a:lnTo>
                    <a:pt x="44" y="87"/>
                  </a:lnTo>
                  <a:lnTo>
                    <a:pt x="14" y="31"/>
                  </a:lnTo>
                  <a:lnTo>
                    <a:pt x="14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" name="Rectangle 25"/>
            <p:cNvSpPr>
              <a:spLocks noChangeArrowheads="1"/>
            </p:cNvSpPr>
            <p:nvPr/>
          </p:nvSpPr>
          <p:spPr bwMode="auto">
            <a:xfrm>
              <a:off x="603250" y="17462"/>
              <a:ext cx="23813" cy="13811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" name="Freeform 26"/>
            <p:cNvSpPr/>
            <p:nvPr/>
          </p:nvSpPr>
          <p:spPr bwMode="auto">
            <a:xfrm>
              <a:off x="636587" y="17462"/>
              <a:ext cx="107950" cy="138113"/>
            </a:xfrm>
            <a:custGeom>
              <a:avLst/>
              <a:gdLst>
                <a:gd name="T0" fmla="*/ 27 w 68"/>
                <a:gd name="T1" fmla="*/ 87 h 87"/>
                <a:gd name="T2" fmla="*/ 0 w 68"/>
                <a:gd name="T3" fmla="*/ 0 h 87"/>
                <a:gd name="T4" fmla="*/ 16 w 68"/>
                <a:gd name="T5" fmla="*/ 0 h 87"/>
                <a:gd name="T6" fmla="*/ 35 w 68"/>
                <a:gd name="T7" fmla="*/ 65 h 87"/>
                <a:gd name="T8" fmla="*/ 53 w 68"/>
                <a:gd name="T9" fmla="*/ 0 h 87"/>
                <a:gd name="T10" fmla="*/ 68 w 68"/>
                <a:gd name="T11" fmla="*/ 0 h 87"/>
                <a:gd name="T12" fmla="*/ 42 w 68"/>
                <a:gd name="T13" fmla="*/ 87 h 87"/>
                <a:gd name="T14" fmla="*/ 27 w 68"/>
                <a:gd name="T15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8" h="87">
                  <a:moveTo>
                    <a:pt x="27" y="87"/>
                  </a:moveTo>
                  <a:lnTo>
                    <a:pt x="0" y="0"/>
                  </a:lnTo>
                  <a:lnTo>
                    <a:pt x="16" y="0"/>
                  </a:lnTo>
                  <a:lnTo>
                    <a:pt x="35" y="65"/>
                  </a:lnTo>
                  <a:lnTo>
                    <a:pt x="53" y="0"/>
                  </a:lnTo>
                  <a:lnTo>
                    <a:pt x="68" y="0"/>
                  </a:lnTo>
                  <a:lnTo>
                    <a:pt x="42" y="87"/>
                  </a:lnTo>
                  <a:lnTo>
                    <a:pt x="27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" name="Freeform 27"/>
            <p:cNvSpPr/>
            <p:nvPr/>
          </p:nvSpPr>
          <p:spPr bwMode="auto">
            <a:xfrm>
              <a:off x="757237" y="17462"/>
              <a:ext cx="88900" cy="138113"/>
            </a:xfrm>
            <a:custGeom>
              <a:avLst/>
              <a:gdLst>
                <a:gd name="T0" fmla="*/ 0 w 56"/>
                <a:gd name="T1" fmla="*/ 87 h 87"/>
                <a:gd name="T2" fmla="*/ 0 w 56"/>
                <a:gd name="T3" fmla="*/ 0 h 87"/>
                <a:gd name="T4" fmla="*/ 55 w 56"/>
                <a:gd name="T5" fmla="*/ 0 h 87"/>
                <a:gd name="T6" fmla="*/ 55 w 56"/>
                <a:gd name="T7" fmla="*/ 15 h 87"/>
                <a:gd name="T8" fmla="*/ 15 w 56"/>
                <a:gd name="T9" fmla="*/ 15 h 87"/>
                <a:gd name="T10" fmla="*/ 15 w 56"/>
                <a:gd name="T11" fmla="*/ 34 h 87"/>
                <a:gd name="T12" fmla="*/ 52 w 56"/>
                <a:gd name="T13" fmla="*/ 34 h 87"/>
                <a:gd name="T14" fmla="*/ 52 w 56"/>
                <a:gd name="T15" fmla="*/ 49 h 87"/>
                <a:gd name="T16" fmla="*/ 15 w 56"/>
                <a:gd name="T17" fmla="*/ 49 h 87"/>
                <a:gd name="T18" fmla="*/ 15 w 56"/>
                <a:gd name="T19" fmla="*/ 72 h 87"/>
                <a:gd name="T20" fmla="*/ 56 w 56"/>
                <a:gd name="T21" fmla="*/ 72 h 87"/>
                <a:gd name="T22" fmla="*/ 56 w 56"/>
                <a:gd name="T23" fmla="*/ 87 h 87"/>
                <a:gd name="T24" fmla="*/ 0 w 56"/>
                <a:gd name="T25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6" h="87">
                  <a:moveTo>
                    <a:pt x="0" y="87"/>
                  </a:moveTo>
                  <a:lnTo>
                    <a:pt x="0" y="0"/>
                  </a:lnTo>
                  <a:lnTo>
                    <a:pt x="55" y="0"/>
                  </a:lnTo>
                  <a:lnTo>
                    <a:pt x="55" y="15"/>
                  </a:lnTo>
                  <a:lnTo>
                    <a:pt x="15" y="15"/>
                  </a:lnTo>
                  <a:lnTo>
                    <a:pt x="15" y="34"/>
                  </a:lnTo>
                  <a:lnTo>
                    <a:pt x="52" y="34"/>
                  </a:lnTo>
                  <a:lnTo>
                    <a:pt x="52" y="49"/>
                  </a:lnTo>
                  <a:lnTo>
                    <a:pt x="15" y="49"/>
                  </a:lnTo>
                  <a:lnTo>
                    <a:pt x="15" y="72"/>
                  </a:lnTo>
                  <a:lnTo>
                    <a:pt x="56" y="72"/>
                  </a:lnTo>
                  <a:lnTo>
                    <a:pt x="56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9" name="Freeform 28"/>
            <p:cNvSpPr>
              <a:spLocks noEditPoints="1"/>
            </p:cNvSpPr>
            <p:nvPr/>
          </p:nvSpPr>
          <p:spPr bwMode="auto">
            <a:xfrm>
              <a:off x="865187" y="17462"/>
              <a:ext cx="104775" cy="138113"/>
            </a:xfrm>
            <a:custGeom>
              <a:avLst/>
              <a:gdLst>
                <a:gd name="T0" fmla="*/ 0 w 137"/>
                <a:gd name="T1" fmla="*/ 179 h 179"/>
                <a:gd name="T2" fmla="*/ 0 w 137"/>
                <a:gd name="T3" fmla="*/ 0 h 179"/>
                <a:gd name="T4" fmla="*/ 65 w 137"/>
                <a:gd name="T5" fmla="*/ 0 h 179"/>
                <a:gd name="T6" fmla="*/ 100 w 137"/>
                <a:gd name="T7" fmla="*/ 5 h 179"/>
                <a:gd name="T8" fmla="*/ 118 w 137"/>
                <a:gd name="T9" fmla="*/ 22 h 179"/>
                <a:gd name="T10" fmla="*/ 124 w 137"/>
                <a:gd name="T11" fmla="*/ 50 h 179"/>
                <a:gd name="T12" fmla="*/ 114 w 137"/>
                <a:gd name="T13" fmla="*/ 84 h 179"/>
                <a:gd name="T14" fmla="*/ 84 w 137"/>
                <a:gd name="T15" fmla="*/ 100 h 179"/>
                <a:gd name="T16" fmla="*/ 101 w 137"/>
                <a:gd name="T17" fmla="*/ 115 h 179"/>
                <a:gd name="T18" fmla="*/ 118 w 137"/>
                <a:gd name="T19" fmla="*/ 144 h 179"/>
                <a:gd name="T20" fmla="*/ 137 w 137"/>
                <a:gd name="T21" fmla="*/ 179 h 179"/>
                <a:gd name="T22" fmla="*/ 100 w 137"/>
                <a:gd name="T23" fmla="*/ 179 h 179"/>
                <a:gd name="T24" fmla="*/ 78 w 137"/>
                <a:gd name="T25" fmla="*/ 140 h 179"/>
                <a:gd name="T26" fmla="*/ 62 w 137"/>
                <a:gd name="T27" fmla="*/ 114 h 179"/>
                <a:gd name="T28" fmla="*/ 52 w 137"/>
                <a:gd name="T29" fmla="*/ 107 h 179"/>
                <a:gd name="T30" fmla="*/ 37 w 137"/>
                <a:gd name="T31" fmla="*/ 105 h 179"/>
                <a:gd name="T32" fmla="*/ 31 w 137"/>
                <a:gd name="T33" fmla="*/ 105 h 179"/>
                <a:gd name="T34" fmla="*/ 31 w 137"/>
                <a:gd name="T35" fmla="*/ 179 h 179"/>
                <a:gd name="T36" fmla="*/ 0 w 137"/>
                <a:gd name="T37" fmla="*/ 179 h 179"/>
                <a:gd name="T38" fmla="*/ 31 w 137"/>
                <a:gd name="T39" fmla="*/ 76 h 179"/>
                <a:gd name="T40" fmla="*/ 53 w 137"/>
                <a:gd name="T41" fmla="*/ 76 h 179"/>
                <a:gd name="T42" fmla="*/ 81 w 137"/>
                <a:gd name="T43" fmla="*/ 74 h 179"/>
                <a:gd name="T44" fmla="*/ 90 w 137"/>
                <a:gd name="T45" fmla="*/ 66 h 179"/>
                <a:gd name="T46" fmla="*/ 93 w 137"/>
                <a:gd name="T47" fmla="*/ 53 h 179"/>
                <a:gd name="T48" fmla="*/ 89 w 137"/>
                <a:gd name="T49" fmla="*/ 38 h 179"/>
                <a:gd name="T50" fmla="*/ 77 w 137"/>
                <a:gd name="T51" fmla="*/ 31 h 179"/>
                <a:gd name="T52" fmla="*/ 55 w 137"/>
                <a:gd name="T53" fmla="*/ 31 h 179"/>
                <a:gd name="T54" fmla="*/ 31 w 137"/>
                <a:gd name="T55" fmla="*/ 31 h 179"/>
                <a:gd name="T56" fmla="*/ 31 w 137"/>
                <a:gd name="T57" fmla="*/ 76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37" h="179">
                  <a:moveTo>
                    <a:pt x="0" y="179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65" y="0"/>
                    <a:pt x="65" y="0"/>
                    <a:pt x="65" y="0"/>
                  </a:cubicBezTo>
                  <a:cubicBezTo>
                    <a:pt x="81" y="0"/>
                    <a:pt x="93" y="2"/>
                    <a:pt x="100" y="5"/>
                  </a:cubicBezTo>
                  <a:cubicBezTo>
                    <a:pt x="108" y="8"/>
                    <a:pt x="113" y="14"/>
                    <a:pt x="118" y="22"/>
                  </a:cubicBezTo>
                  <a:cubicBezTo>
                    <a:pt x="122" y="30"/>
                    <a:pt x="124" y="40"/>
                    <a:pt x="124" y="50"/>
                  </a:cubicBezTo>
                  <a:cubicBezTo>
                    <a:pt x="124" y="64"/>
                    <a:pt x="121" y="75"/>
                    <a:pt x="114" y="84"/>
                  </a:cubicBezTo>
                  <a:cubicBezTo>
                    <a:pt x="108" y="93"/>
                    <a:pt x="98" y="98"/>
                    <a:pt x="84" y="100"/>
                  </a:cubicBezTo>
                  <a:cubicBezTo>
                    <a:pt x="91" y="105"/>
                    <a:pt x="96" y="110"/>
                    <a:pt x="101" y="115"/>
                  </a:cubicBezTo>
                  <a:cubicBezTo>
                    <a:pt x="105" y="121"/>
                    <a:pt x="111" y="131"/>
                    <a:pt x="118" y="144"/>
                  </a:cubicBezTo>
                  <a:cubicBezTo>
                    <a:pt x="137" y="179"/>
                    <a:pt x="137" y="179"/>
                    <a:pt x="137" y="179"/>
                  </a:cubicBezTo>
                  <a:cubicBezTo>
                    <a:pt x="100" y="179"/>
                    <a:pt x="100" y="179"/>
                    <a:pt x="100" y="179"/>
                  </a:cubicBezTo>
                  <a:cubicBezTo>
                    <a:pt x="78" y="140"/>
                    <a:pt x="78" y="140"/>
                    <a:pt x="78" y="140"/>
                  </a:cubicBezTo>
                  <a:cubicBezTo>
                    <a:pt x="70" y="127"/>
                    <a:pt x="64" y="118"/>
                    <a:pt x="62" y="114"/>
                  </a:cubicBezTo>
                  <a:cubicBezTo>
                    <a:pt x="59" y="110"/>
                    <a:pt x="56" y="108"/>
                    <a:pt x="52" y="107"/>
                  </a:cubicBezTo>
                  <a:cubicBezTo>
                    <a:pt x="49" y="105"/>
                    <a:pt x="44" y="105"/>
                    <a:pt x="37" y="105"/>
                  </a:cubicBezTo>
                  <a:cubicBezTo>
                    <a:pt x="31" y="105"/>
                    <a:pt x="31" y="105"/>
                    <a:pt x="31" y="105"/>
                  </a:cubicBezTo>
                  <a:cubicBezTo>
                    <a:pt x="31" y="179"/>
                    <a:pt x="31" y="179"/>
                    <a:pt x="31" y="179"/>
                  </a:cubicBezTo>
                  <a:lnTo>
                    <a:pt x="0" y="179"/>
                  </a:lnTo>
                  <a:close/>
                  <a:moveTo>
                    <a:pt x="31" y="76"/>
                  </a:moveTo>
                  <a:cubicBezTo>
                    <a:pt x="53" y="76"/>
                    <a:pt x="53" y="76"/>
                    <a:pt x="53" y="76"/>
                  </a:cubicBezTo>
                  <a:cubicBezTo>
                    <a:pt x="68" y="76"/>
                    <a:pt x="77" y="75"/>
                    <a:pt x="81" y="74"/>
                  </a:cubicBezTo>
                  <a:cubicBezTo>
                    <a:pt x="85" y="72"/>
                    <a:pt x="88" y="70"/>
                    <a:pt x="90" y="66"/>
                  </a:cubicBezTo>
                  <a:cubicBezTo>
                    <a:pt x="92" y="63"/>
                    <a:pt x="93" y="58"/>
                    <a:pt x="93" y="53"/>
                  </a:cubicBezTo>
                  <a:cubicBezTo>
                    <a:pt x="93" y="47"/>
                    <a:pt x="91" y="42"/>
                    <a:pt x="89" y="38"/>
                  </a:cubicBezTo>
                  <a:cubicBezTo>
                    <a:pt x="86" y="34"/>
                    <a:pt x="82" y="32"/>
                    <a:pt x="77" y="31"/>
                  </a:cubicBezTo>
                  <a:cubicBezTo>
                    <a:pt x="75" y="31"/>
                    <a:pt x="67" y="31"/>
                    <a:pt x="55" y="31"/>
                  </a:cubicBezTo>
                  <a:cubicBezTo>
                    <a:pt x="31" y="31"/>
                    <a:pt x="31" y="31"/>
                    <a:pt x="31" y="31"/>
                  </a:cubicBezTo>
                  <a:lnTo>
                    <a:pt x="31" y="7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0" name="Freeform 29"/>
            <p:cNvSpPr/>
            <p:nvPr/>
          </p:nvSpPr>
          <p:spPr bwMode="auto">
            <a:xfrm>
              <a:off x="977900" y="15875"/>
              <a:ext cx="93663" cy="142875"/>
            </a:xfrm>
            <a:custGeom>
              <a:avLst/>
              <a:gdLst>
                <a:gd name="T0" fmla="*/ 0 w 124"/>
                <a:gd name="T1" fmla="*/ 124 h 186"/>
                <a:gd name="T2" fmla="*/ 30 w 124"/>
                <a:gd name="T3" fmla="*/ 121 h 186"/>
                <a:gd name="T4" fmla="*/ 41 w 124"/>
                <a:gd name="T5" fmla="*/ 147 h 186"/>
                <a:gd name="T6" fmla="*/ 63 w 124"/>
                <a:gd name="T7" fmla="*/ 155 h 186"/>
                <a:gd name="T8" fmla="*/ 85 w 124"/>
                <a:gd name="T9" fmla="*/ 148 h 186"/>
                <a:gd name="T10" fmla="*/ 93 w 124"/>
                <a:gd name="T11" fmla="*/ 130 h 186"/>
                <a:gd name="T12" fmla="*/ 90 w 124"/>
                <a:gd name="T13" fmla="*/ 120 h 186"/>
                <a:gd name="T14" fmla="*/ 78 w 124"/>
                <a:gd name="T15" fmla="*/ 112 h 186"/>
                <a:gd name="T16" fmla="*/ 54 w 124"/>
                <a:gd name="T17" fmla="*/ 104 h 186"/>
                <a:gd name="T18" fmla="*/ 19 w 124"/>
                <a:gd name="T19" fmla="*/ 86 h 186"/>
                <a:gd name="T20" fmla="*/ 5 w 124"/>
                <a:gd name="T21" fmla="*/ 50 h 186"/>
                <a:gd name="T22" fmla="*/ 12 w 124"/>
                <a:gd name="T23" fmla="*/ 25 h 186"/>
                <a:gd name="T24" fmla="*/ 31 w 124"/>
                <a:gd name="T25" fmla="*/ 6 h 186"/>
                <a:gd name="T26" fmla="*/ 61 w 124"/>
                <a:gd name="T27" fmla="*/ 0 h 186"/>
                <a:gd name="T28" fmla="*/ 104 w 124"/>
                <a:gd name="T29" fmla="*/ 15 h 186"/>
                <a:gd name="T30" fmla="*/ 119 w 124"/>
                <a:gd name="T31" fmla="*/ 54 h 186"/>
                <a:gd name="T32" fmla="*/ 88 w 124"/>
                <a:gd name="T33" fmla="*/ 56 h 186"/>
                <a:gd name="T34" fmla="*/ 80 w 124"/>
                <a:gd name="T35" fmla="*/ 36 h 186"/>
                <a:gd name="T36" fmla="*/ 60 w 124"/>
                <a:gd name="T37" fmla="*/ 30 h 186"/>
                <a:gd name="T38" fmla="*/ 39 w 124"/>
                <a:gd name="T39" fmla="*/ 37 h 186"/>
                <a:gd name="T40" fmla="*/ 35 w 124"/>
                <a:gd name="T41" fmla="*/ 48 h 186"/>
                <a:gd name="T42" fmla="*/ 39 w 124"/>
                <a:gd name="T43" fmla="*/ 59 h 186"/>
                <a:gd name="T44" fmla="*/ 67 w 124"/>
                <a:gd name="T45" fmla="*/ 71 h 186"/>
                <a:gd name="T46" fmla="*/ 101 w 124"/>
                <a:gd name="T47" fmla="*/ 83 h 186"/>
                <a:gd name="T48" fmla="*/ 117 w 124"/>
                <a:gd name="T49" fmla="*/ 102 h 186"/>
                <a:gd name="T50" fmla="*/ 124 w 124"/>
                <a:gd name="T51" fmla="*/ 130 h 186"/>
                <a:gd name="T52" fmla="*/ 116 w 124"/>
                <a:gd name="T53" fmla="*/ 159 h 186"/>
                <a:gd name="T54" fmla="*/ 96 w 124"/>
                <a:gd name="T55" fmla="*/ 179 h 186"/>
                <a:gd name="T56" fmla="*/ 63 w 124"/>
                <a:gd name="T57" fmla="*/ 186 h 186"/>
                <a:gd name="T58" fmla="*/ 18 w 124"/>
                <a:gd name="T59" fmla="*/ 170 h 186"/>
                <a:gd name="T60" fmla="*/ 0 w 124"/>
                <a:gd name="T61" fmla="*/ 124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24" h="186">
                  <a:moveTo>
                    <a:pt x="0" y="124"/>
                  </a:moveTo>
                  <a:cubicBezTo>
                    <a:pt x="30" y="121"/>
                    <a:pt x="30" y="121"/>
                    <a:pt x="30" y="121"/>
                  </a:cubicBezTo>
                  <a:cubicBezTo>
                    <a:pt x="31" y="133"/>
                    <a:pt x="35" y="141"/>
                    <a:pt x="41" y="147"/>
                  </a:cubicBezTo>
                  <a:cubicBezTo>
                    <a:pt x="46" y="152"/>
                    <a:pt x="53" y="155"/>
                    <a:pt x="63" y="155"/>
                  </a:cubicBezTo>
                  <a:cubicBezTo>
                    <a:pt x="73" y="155"/>
                    <a:pt x="80" y="153"/>
                    <a:pt x="85" y="148"/>
                  </a:cubicBezTo>
                  <a:cubicBezTo>
                    <a:pt x="90" y="143"/>
                    <a:pt x="93" y="137"/>
                    <a:pt x="93" y="130"/>
                  </a:cubicBezTo>
                  <a:cubicBezTo>
                    <a:pt x="93" y="126"/>
                    <a:pt x="92" y="123"/>
                    <a:pt x="90" y="120"/>
                  </a:cubicBezTo>
                  <a:cubicBezTo>
                    <a:pt x="87" y="117"/>
                    <a:pt x="84" y="114"/>
                    <a:pt x="78" y="112"/>
                  </a:cubicBezTo>
                  <a:cubicBezTo>
                    <a:pt x="75" y="110"/>
                    <a:pt x="67" y="108"/>
                    <a:pt x="54" y="104"/>
                  </a:cubicBezTo>
                  <a:cubicBezTo>
                    <a:pt x="37" y="99"/>
                    <a:pt x="26" y="93"/>
                    <a:pt x="19" y="86"/>
                  </a:cubicBezTo>
                  <a:cubicBezTo>
                    <a:pt x="10" y="76"/>
                    <a:pt x="5" y="64"/>
                    <a:pt x="5" y="50"/>
                  </a:cubicBezTo>
                  <a:cubicBezTo>
                    <a:pt x="5" y="41"/>
                    <a:pt x="7" y="33"/>
                    <a:pt x="12" y="25"/>
                  </a:cubicBezTo>
                  <a:cubicBezTo>
                    <a:pt x="16" y="17"/>
                    <a:pt x="23" y="11"/>
                    <a:pt x="31" y="6"/>
                  </a:cubicBezTo>
                  <a:cubicBezTo>
                    <a:pt x="39" y="2"/>
                    <a:pt x="49" y="0"/>
                    <a:pt x="61" y="0"/>
                  </a:cubicBezTo>
                  <a:cubicBezTo>
                    <a:pt x="80" y="0"/>
                    <a:pt x="94" y="5"/>
                    <a:pt x="104" y="15"/>
                  </a:cubicBezTo>
                  <a:cubicBezTo>
                    <a:pt x="114" y="25"/>
                    <a:pt x="119" y="38"/>
                    <a:pt x="119" y="54"/>
                  </a:cubicBezTo>
                  <a:cubicBezTo>
                    <a:pt x="88" y="56"/>
                    <a:pt x="88" y="56"/>
                    <a:pt x="88" y="56"/>
                  </a:cubicBezTo>
                  <a:cubicBezTo>
                    <a:pt x="87" y="47"/>
                    <a:pt x="84" y="40"/>
                    <a:pt x="80" y="36"/>
                  </a:cubicBezTo>
                  <a:cubicBezTo>
                    <a:pt x="76" y="32"/>
                    <a:pt x="69" y="30"/>
                    <a:pt x="60" y="30"/>
                  </a:cubicBezTo>
                  <a:cubicBezTo>
                    <a:pt x="52" y="30"/>
                    <a:pt x="45" y="32"/>
                    <a:pt x="39" y="37"/>
                  </a:cubicBezTo>
                  <a:cubicBezTo>
                    <a:pt x="36" y="39"/>
                    <a:pt x="35" y="43"/>
                    <a:pt x="35" y="48"/>
                  </a:cubicBezTo>
                  <a:cubicBezTo>
                    <a:pt x="35" y="52"/>
                    <a:pt x="36" y="56"/>
                    <a:pt x="39" y="59"/>
                  </a:cubicBezTo>
                  <a:cubicBezTo>
                    <a:pt x="43" y="62"/>
                    <a:pt x="52" y="66"/>
                    <a:pt x="67" y="71"/>
                  </a:cubicBezTo>
                  <a:cubicBezTo>
                    <a:pt x="82" y="75"/>
                    <a:pt x="93" y="79"/>
                    <a:pt x="101" y="83"/>
                  </a:cubicBezTo>
                  <a:cubicBezTo>
                    <a:pt x="108" y="88"/>
                    <a:pt x="113" y="94"/>
                    <a:pt x="117" y="102"/>
                  </a:cubicBezTo>
                  <a:cubicBezTo>
                    <a:pt x="121" y="109"/>
                    <a:pt x="124" y="119"/>
                    <a:pt x="124" y="130"/>
                  </a:cubicBezTo>
                  <a:cubicBezTo>
                    <a:pt x="124" y="140"/>
                    <a:pt x="121" y="150"/>
                    <a:pt x="116" y="159"/>
                  </a:cubicBezTo>
                  <a:cubicBezTo>
                    <a:pt x="111" y="168"/>
                    <a:pt x="105" y="175"/>
                    <a:pt x="96" y="179"/>
                  </a:cubicBezTo>
                  <a:cubicBezTo>
                    <a:pt x="87" y="183"/>
                    <a:pt x="76" y="186"/>
                    <a:pt x="63" y="186"/>
                  </a:cubicBezTo>
                  <a:cubicBezTo>
                    <a:pt x="43" y="186"/>
                    <a:pt x="28" y="180"/>
                    <a:pt x="18" y="170"/>
                  </a:cubicBezTo>
                  <a:cubicBezTo>
                    <a:pt x="8" y="159"/>
                    <a:pt x="2" y="144"/>
                    <a:pt x="0" y="1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1" name="Rectangle 30"/>
            <p:cNvSpPr>
              <a:spLocks noChangeArrowheads="1"/>
            </p:cNvSpPr>
            <p:nvPr/>
          </p:nvSpPr>
          <p:spPr bwMode="auto">
            <a:xfrm>
              <a:off x="1090612" y="17462"/>
              <a:ext cx="23813" cy="13811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2" name="Freeform 31"/>
            <p:cNvSpPr/>
            <p:nvPr/>
          </p:nvSpPr>
          <p:spPr bwMode="auto">
            <a:xfrm>
              <a:off x="1128712" y="17462"/>
              <a:ext cx="92075" cy="138113"/>
            </a:xfrm>
            <a:custGeom>
              <a:avLst/>
              <a:gdLst>
                <a:gd name="T0" fmla="*/ 22 w 58"/>
                <a:gd name="T1" fmla="*/ 87 h 87"/>
                <a:gd name="T2" fmla="*/ 22 w 58"/>
                <a:gd name="T3" fmla="*/ 15 h 87"/>
                <a:gd name="T4" fmla="*/ 0 w 58"/>
                <a:gd name="T5" fmla="*/ 15 h 87"/>
                <a:gd name="T6" fmla="*/ 0 w 58"/>
                <a:gd name="T7" fmla="*/ 0 h 87"/>
                <a:gd name="T8" fmla="*/ 58 w 58"/>
                <a:gd name="T9" fmla="*/ 0 h 87"/>
                <a:gd name="T10" fmla="*/ 58 w 58"/>
                <a:gd name="T11" fmla="*/ 15 h 87"/>
                <a:gd name="T12" fmla="*/ 37 w 58"/>
                <a:gd name="T13" fmla="*/ 15 h 87"/>
                <a:gd name="T14" fmla="*/ 37 w 58"/>
                <a:gd name="T15" fmla="*/ 87 h 87"/>
                <a:gd name="T16" fmla="*/ 22 w 58"/>
                <a:gd name="T17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8" h="87">
                  <a:moveTo>
                    <a:pt x="22" y="87"/>
                  </a:moveTo>
                  <a:lnTo>
                    <a:pt x="22" y="15"/>
                  </a:lnTo>
                  <a:lnTo>
                    <a:pt x="0" y="15"/>
                  </a:lnTo>
                  <a:lnTo>
                    <a:pt x="0" y="0"/>
                  </a:lnTo>
                  <a:lnTo>
                    <a:pt x="58" y="0"/>
                  </a:lnTo>
                  <a:lnTo>
                    <a:pt x="58" y="15"/>
                  </a:lnTo>
                  <a:lnTo>
                    <a:pt x="37" y="15"/>
                  </a:lnTo>
                  <a:lnTo>
                    <a:pt x="37" y="87"/>
                  </a:lnTo>
                  <a:lnTo>
                    <a:pt x="22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3" name="Freeform 32"/>
            <p:cNvSpPr/>
            <p:nvPr/>
          </p:nvSpPr>
          <p:spPr bwMode="auto">
            <a:xfrm>
              <a:off x="1223962" y="17462"/>
              <a:ext cx="107950" cy="138113"/>
            </a:xfrm>
            <a:custGeom>
              <a:avLst/>
              <a:gdLst>
                <a:gd name="T0" fmla="*/ 27 w 68"/>
                <a:gd name="T1" fmla="*/ 87 h 87"/>
                <a:gd name="T2" fmla="*/ 27 w 68"/>
                <a:gd name="T3" fmla="*/ 51 h 87"/>
                <a:gd name="T4" fmla="*/ 0 w 68"/>
                <a:gd name="T5" fmla="*/ 0 h 87"/>
                <a:gd name="T6" fmla="*/ 17 w 68"/>
                <a:gd name="T7" fmla="*/ 0 h 87"/>
                <a:gd name="T8" fmla="*/ 35 w 68"/>
                <a:gd name="T9" fmla="*/ 35 h 87"/>
                <a:gd name="T10" fmla="*/ 52 w 68"/>
                <a:gd name="T11" fmla="*/ 0 h 87"/>
                <a:gd name="T12" fmla="*/ 68 w 68"/>
                <a:gd name="T13" fmla="*/ 0 h 87"/>
                <a:gd name="T14" fmla="*/ 41 w 68"/>
                <a:gd name="T15" fmla="*/ 51 h 87"/>
                <a:gd name="T16" fmla="*/ 41 w 68"/>
                <a:gd name="T17" fmla="*/ 87 h 87"/>
                <a:gd name="T18" fmla="*/ 27 w 68"/>
                <a:gd name="T19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8" h="87">
                  <a:moveTo>
                    <a:pt x="27" y="87"/>
                  </a:moveTo>
                  <a:lnTo>
                    <a:pt x="27" y="51"/>
                  </a:lnTo>
                  <a:lnTo>
                    <a:pt x="0" y="0"/>
                  </a:lnTo>
                  <a:lnTo>
                    <a:pt x="17" y="0"/>
                  </a:lnTo>
                  <a:lnTo>
                    <a:pt x="35" y="35"/>
                  </a:lnTo>
                  <a:lnTo>
                    <a:pt x="52" y="0"/>
                  </a:lnTo>
                  <a:lnTo>
                    <a:pt x="68" y="0"/>
                  </a:lnTo>
                  <a:lnTo>
                    <a:pt x="41" y="51"/>
                  </a:lnTo>
                  <a:lnTo>
                    <a:pt x="41" y="87"/>
                  </a:lnTo>
                  <a:lnTo>
                    <a:pt x="27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4" name="Freeform 33"/>
            <p:cNvSpPr>
              <a:spLocks noEditPoints="1"/>
            </p:cNvSpPr>
            <p:nvPr/>
          </p:nvSpPr>
          <p:spPr bwMode="auto">
            <a:xfrm>
              <a:off x="1382712" y="15875"/>
              <a:ext cx="111125" cy="142875"/>
            </a:xfrm>
            <a:custGeom>
              <a:avLst/>
              <a:gdLst>
                <a:gd name="T0" fmla="*/ 0 w 147"/>
                <a:gd name="T1" fmla="*/ 94 h 186"/>
                <a:gd name="T2" fmla="*/ 6 w 147"/>
                <a:gd name="T3" fmla="*/ 48 h 186"/>
                <a:gd name="T4" fmla="*/ 21 w 147"/>
                <a:gd name="T5" fmla="*/ 23 h 186"/>
                <a:gd name="T6" fmla="*/ 40 w 147"/>
                <a:gd name="T7" fmla="*/ 7 h 186"/>
                <a:gd name="T8" fmla="*/ 73 w 147"/>
                <a:gd name="T9" fmla="*/ 0 h 186"/>
                <a:gd name="T10" fmla="*/ 127 w 147"/>
                <a:gd name="T11" fmla="*/ 25 h 186"/>
                <a:gd name="T12" fmla="*/ 147 w 147"/>
                <a:gd name="T13" fmla="*/ 93 h 186"/>
                <a:gd name="T14" fmla="*/ 127 w 147"/>
                <a:gd name="T15" fmla="*/ 161 h 186"/>
                <a:gd name="T16" fmla="*/ 74 w 147"/>
                <a:gd name="T17" fmla="*/ 186 h 186"/>
                <a:gd name="T18" fmla="*/ 20 w 147"/>
                <a:gd name="T19" fmla="*/ 161 h 186"/>
                <a:gd name="T20" fmla="*/ 0 w 147"/>
                <a:gd name="T21" fmla="*/ 94 h 186"/>
                <a:gd name="T22" fmla="*/ 31 w 147"/>
                <a:gd name="T23" fmla="*/ 93 h 186"/>
                <a:gd name="T24" fmla="*/ 43 w 147"/>
                <a:gd name="T25" fmla="*/ 139 h 186"/>
                <a:gd name="T26" fmla="*/ 73 w 147"/>
                <a:gd name="T27" fmla="*/ 155 h 186"/>
                <a:gd name="T28" fmla="*/ 104 w 147"/>
                <a:gd name="T29" fmla="*/ 139 h 186"/>
                <a:gd name="T30" fmla="*/ 115 w 147"/>
                <a:gd name="T31" fmla="*/ 92 h 186"/>
                <a:gd name="T32" fmla="*/ 104 w 147"/>
                <a:gd name="T33" fmla="*/ 46 h 186"/>
                <a:gd name="T34" fmla="*/ 73 w 147"/>
                <a:gd name="T35" fmla="*/ 31 h 186"/>
                <a:gd name="T36" fmla="*/ 43 w 147"/>
                <a:gd name="T37" fmla="*/ 46 h 186"/>
                <a:gd name="T38" fmla="*/ 31 w 147"/>
                <a:gd name="T39" fmla="*/ 93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7" h="186">
                  <a:moveTo>
                    <a:pt x="0" y="94"/>
                  </a:moveTo>
                  <a:cubicBezTo>
                    <a:pt x="0" y="76"/>
                    <a:pt x="2" y="60"/>
                    <a:pt x="6" y="48"/>
                  </a:cubicBezTo>
                  <a:cubicBezTo>
                    <a:pt x="10" y="39"/>
                    <a:pt x="15" y="31"/>
                    <a:pt x="21" y="23"/>
                  </a:cubicBezTo>
                  <a:cubicBezTo>
                    <a:pt x="27" y="16"/>
                    <a:pt x="33" y="11"/>
                    <a:pt x="40" y="7"/>
                  </a:cubicBezTo>
                  <a:cubicBezTo>
                    <a:pt x="50" y="3"/>
                    <a:pt x="61" y="0"/>
                    <a:pt x="73" y="0"/>
                  </a:cubicBezTo>
                  <a:cubicBezTo>
                    <a:pt x="96" y="0"/>
                    <a:pt x="114" y="8"/>
                    <a:pt x="127" y="25"/>
                  </a:cubicBezTo>
                  <a:cubicBezTo>
                    <a:pt x="141" y="41"/>
                    <a:pt x="147" y="64"/>
                    <a:pt x="147" y="93"/>
                  </a:cubicBezTo>
                  <a:cubicBezTo>
                    <a:pt x="147" y="122"/>
                    <a:pt x="141" y="145"/>
                    <a:pt x="127" y="161"/>
                  </a:cubicBezTo>
                  <a:cubicBezTo>
                    <a:pt x="114" y="177"/>
                    <a:pt x="96" y="186"/>
                    <a:pt x="74" y="186"/>
                  </a:cubicBezTo>
                  <a:cubicBezTo>
                    <a:pt x="51" y="186"/>
                    <a:pt x="33" y="177"/>
                    <a:pt x="20" y="161"/>
                  </a:cubicBezTo>
                  <a:cubicBezTo>
                    <a:pt x="6" y="145"/>
                    <a:pt x="0" y="122"/>
                    <a:pt x="0" y="94"/>
                  </a:cubicBezTo>
                  <a:close/>
                  <a:moveTo>
                    <a:pt x="31" y="93"/>
                  </a:moveTo>
                  <a:cubicBezTo>
                    <a:pt x="31" y="113"/>
                    <a:pt x="35" y="128"/>
                    <a:pt x="43" y="139"/>
                  </a:cubicBezTo>
                  <a:cubicBezTo>
                    <a:pt x="51" y="149"/>
                    <a:pt x="61" y="155"/>
                    <a:pt x="73" y="155"/>
                  </a:cubicBezTo>
                  <a:cubicBezTo>
                    <a:pt x="86" y="155"/>
                    <a:pt x="96" y="149"/>
                    <a:pt x="104" y="139"/>
                  </a:cubicBezTo>
                  <a:cubicBezTo>
                    <a:pt x="112" y="129"/>
                    <a:pt x="115" y="113"/>
                    <a:pt x="115" y="92"/>
                  </a:cubicBezTo>
                  <a:cubicBezTo>
                    <a:pt x="115" y="72"/>
                    <a:pt x="112" y="56"/>
                    <a:pt x="104" y="46"/>
                  </a:cubicBezTo>
                  <a:cubicBezTo>
                    <a:pt x="96" y="36"/>
                    <a:pt x="86" y="31"/>
                    <a:pt x="73" y="31"/>
                  </a:cubicBezTo>
                  <a:cubicBezTo>
                    <a:pt x="61" y="31"/>
                    <a:pt x="51" y="36"/>
                    <a:pt x="43" y="46"/>
                  </a:cubicBezTo>
                  <a:cubicBezTo>
                    <a:pt x="35" y="57"/>
                    <a:pt x="31" y="72"/>
                    <a:pt x="31" y="9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5" name="Freeform 34"/>
            <p:cNvSpPr/>
            <p:nvPr/>
          </p:nvSpPr>
          <p:spPr bwMode="auto">
            <a:xfrm>
              <a:off x="1512887" y="17462"/>
              <a:ext cx="79375" cy="138113"/>
            </a:xfrm>
            <a:custGeom>
              <a:avLst/>
              <a:gdLst>
                <a:gd name="T0" fmla="*/ 0 w 50"/>
                <a:gd name="T1" fmla="*/ 87 h 87"/>
                <a:gd name="T2" fmla="*/ 0 w 50"/>
                <a:gd name="T3" fmla="*/ 0 h 87"/>
                <a:gd name="T4" fmla="*/ 50 w 50"/>
                <a:gd name="T5" fmla="*/ 0 h 87"/>
                <a:gd name="T6" fmla="*/ 50 w 50"/>
                <a:gd name="T7" fmla="*/ 15 h 87"/>
                <a:gd name="T8" fmla="*/ 15 w 50"/>
                <a:gd name="T9" fmla="*/ 15 h 87"/>
                <a:gd name="T10" fmla="*/ 15 w 50"/>
                <a:gd name="T11" fmla="*/ 36 h 87"/>
                <a:gd name="T12" fmla="*/ 46 w 50"/>
                <a:gd name="T13" fmla="*/ 36 h 87"/>
                <a:gd name="T14" fmla="*/ 46 w 50"/>
                <a:gd name="T15" fmla="*/ 50 h 87"/>
                <a:gd name="T16" fmla="*/ 15 w 50"/>
                <a:gd name="T17" fmla="*/ 50 h 87"/>
                <a:gd name="T18" fmla="*/ 15 w 50"/>
                <a:gd name="T19" fmla="*/ 87 h 87"/>
                <a:gd name="T20" fmla="*/ 0 w 50"/>
                <a:gd name="T21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" h="87">
                  <a:moveTo>
                    <a:pt x="0" y="87"/>
                  </a:moveTo>
                  <a:lnTo>
                    <a:pt x="0" y="0"/>
                  </a:lnTo>
                  <a:lnTo>
                    <a:pt x="50" y="0"/>
                  </a:lnTo>
                  <a:lnTo>
                    <a:pt x="50" y="15"/>
                  </a:lnTo>
                  <a:lnTo>
                    <a:pt x="15" y="15"/>
                  </a:lnTo>
                  <a:lnTo>
                    <a:pt x="15" y="36"/>
                  </a:lnTo>
                  <a:lnTo>
                    <a:pt x="46" y="36"/>
                  </a:lnTo>
                  <a:lnTo>
                    <a:pt x="46" y="50"/>
                  </a:lnTo>
                  <a:lnTo>
                    <a:pt x="15" y="50"/>
                  </a:lnTo>
                  <a:lnTo>
                    <a:pt x="15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6" name="Freeform 35"/>
            <p:cNvSpPr/>
            <p:nvPr/>
          </p:nvSpPr>
          <p:spPr bwMode="auto">
            <a:xfrm>
              <a:off x="1652587" y="15875"/>
              <a:ext cx="93663" cy="142875"/>
            </a:xfrm>
            <a:custGeom>
              <a:avLst/>
              <a:gdLst>
                <a:gd name="T0" fmla="*/ 0 w 124"/>
                <a:gd name="T1" fmla="*/ 124 h 186"/>
                <a:gd name="T2" fmla="*/ 30 w 124"/>
                <a:gd name="T3" fmla="*/ 121 h 186"/>
                <a:gd name="T4" fmla="*/ 41 w 124"/>
                <a:gd name="T5" fmla="*/ 147 h 186"/>
                <a:gd name="T6" fmla="*/ 63 w 124"/>
                <a:gd name="T7" fmla="*/ 155 h 186"/>
                <a:gd name="T8" fmla="*/ 85 w 124"/>
                <a:gd name="T9" fmla="*/ 148 h 186"/>
                <a:gd name="T10" fmla="*/ 93 w 124"/>
                <a:gd name="T11" fmla="*/ 130 h 186"/>
                <a:gd name="T12" fmla="*/ 90 w 124"/>
                <a:gd name="T13" fmla="*/ 120 h 186"/>
                <a:gd name="T14" fmla="*/ 79 w 124"/>
                <a:gd name="T15" fmla="*/ 112 h 186"/>
                <a:gd name="T16" fmla="*/ 54 w 124"/>
                <a:gd name="T17" fmla="*/ 104 h 186"/>
                <a:gd name="T18" fmla="*/ 19 w 124"/>
                <a:gd name="T19" fmla="*/ 86 h 186"/>
                <a:gd name="T20" fmla="*/ 5 w 124"/>
                <a:gd name="T21" fmla="*/ 50 h 186"/>
                <a:gd name="T22" fmla="*/ 12 w 124"/>
                <a:gd name="T23" fmla="*/ 25 h 186"/>
                <a:gd name="T24" fmla="*/ 31 w 124"/>
                <a:gd name="T25" fmla="*/ 6 h 186"/>
                <a:gd name="T26" fmla="*/ 61 w 124"/>
                <a:gd name="T27" fmla="*/ 0 h 186"/>
                <a:gd name="T28" fmla="*/ 104 w 124"/>
                <a:gd name="T29" fmla="*/ 15 h 186"/>
                <a:gd name="T30" fmla="*/ 119 w 124"/>
                <a:gd name="T31" fmla="*/ 54 h 186"/>
                <a:gd name="T32" fmla="*/ 88 w 124"/>
                <a:gd name="T33" fmla="*/ 56 h 186"/>
                <a:gd name="T34" fmla="*/ 80 w 124"/>
                <a:gd name="T35" fmla="*/ 36 h 186"/>
                <a:gd name="T36" fmla="*/ 60 w 124"/>
                <a:gd name="T37" fmla="*/ 30 h 186"/>
                <a:gd name="T38" fmla="*/ 39 w 124"/>
                <a:gd name="T39" fmla="*/ 37 h 186"/>
                <a:gd name="T40" fmla="*/ 35 w 124"/>
                <a:gd name="T41" fmla="*/ 48 h 186"/>
                <a:gd name="T42" fmla="*/ 39 w 124"/>
                <a:gd name="T43" fmla="*/ 59 h 186"/>
                <a:gd name="T44" fmla="*/ 67 w 124"/>
                <a:gd name="T45" fmla="*/ 71 h 186"/>
                <a:gd name="T46" fmla="*/ 101 w 124"/>
                <a:gd name="T47" fmla="*/ 83 h 186"/>
                <a:gd name="T48" fmla="*/ 117 w 124"/>
                <a:gd name="T49" fmla="*/ 102 h 186"/>
                <a:gd name="T50" fmla="*/ 124 w 124"/>
                <a:gd name="T51" fmla="*/ 130 h 186"/>
                <a:gd name="T52" fmla="*/ 116 w 124"/>
                <a:gd name="T53" fmla="*/ 159 h 186"/>
                <a:gd name="T54" fmla="*/ 96 w 124"/>
                <a:gd name="T55" fmla="*/ 179 h 186"/>
                <a:gd name="T56" fmla="*/ 62 w 124"/>
                <a:gd name="T57" fmla="*/ 186 h 186"/>
                <a:gd name="T58" fmla="*/ 18 w 124"/>
                <a:gd name="T59" fmla="*/ 170 h 186"/>
                <a:gd name="T60" fmla="*/ 0 w 124"/>
                <a:gd name="T61" fmla="*/ 124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24" h="186">
                  <a:moveTo>
                    <a:pt x="0" y="124"/>
                  </a:moveTo>
                  <a:cubicBezTo>
                    <a:pt x="30" y="121"/>
                    <a:pt x="30" y="121"/>
                    <a:pt x="30" y="121"/>
                  </a:cubicBezTo>
                  <a:cubicBezTo>
                    <a:pt x="31" y="133"/>
                    <a:pt x="35" y="141"/>
                    <a:pt x="41" y="147"/>
                  </a:cubicBezTo>
                  <a:cubicBezTo>
                    <a:pt x="46" y="152"/>
                    <a:pt x="53" y="155"/>
                    <a:pt x="63" y="155"/>
                  </a:cubicBezTo>
                  <a:cubicBezTo>
                    <a:pt x="73" y="155"/>
                    <a:pt x="80" y="153"/>
                    <a:pt x="85" y="148"/>
                  </a:cubicBezTo>
                  <a:cubicBezTo>
                    <a:pt x="90" y="143"/>
                    <a:pt x="93" y="137"/>
                    <a:pt x="93" y="130"/>
                  </a:cubicBezTo>
                  <a:cubicBezTo>
                    <a:pt x="93" y="126"/>
                    <a:pt x="92" y="123"/>
                    <a:pt x="90" y="120"/>
                  </a:cubicBezTo>
                  <a:cubicBezTo>
                    <a:pt x="87" y="117"/>
                    <a:pt x="84" y="114"/>
                    <a:pt x="79" y="112"/>
                  </a:cubicBezTo>
                  <a:cubicBezTo>
                    <a:pt x="75" y="110"/>
                    <a:pt x="67" y="108"/>
                    <a:pt x="54" y="104"/>
                  </a:cubicBezTo>
                  <a:cubicBezTo>
                    <a:pt x="37" y="99"/>
                    <a:pt x="26" y="93"/>
                    <a:pt x="19" y="86"/>
                  </a:cubicBezTo>
                  <a:cubicBezTo>
                    <a:pt x="10" y="76"/>
                    <a:pt x="5" y="64"/>
                    <a:pt x="5" y="50"/>
                  </a:cubicBezTo>
                  <a:cubicBezTo>
                    <a:pt x="5" y="41"/>
                    <a:pt x="7" y="33"/>
                    <a:pt x="12" y="25"/>
                  </a:cubicBezTo>
                  <a:cubicBezTo>
                    <a:pt x="16" y="17"/>
                    <a:pt x="22" y="11"/>
                    <a:pt x="31" y="6"/>
                  </a:cubicBezTo>
                  <a:cubicBezTo>
                    <a:pt x="39" y="2"/>
                    <a:pt x="49" y="0"/>
                    <a:pt x="61" y="0"/>
                  </a:cubicBezTo>
                  <a:cubicBezTo>
                    <a:pt x="80" y="0"/>
                    <a:pt x="94" y="5"/>
                    <a:pt x="104" y="15"/>
                  </a:cubicBezTo>
                  <a:cubicBezTo>
                    <a:pt x="114" y="25"/>
                    <a:pt x="119" y="38"/>
                    <a:pt x="119" y="54"/>
                  </a:cubicBezTo>
                  <a:cubicBezTo>
                    <a:pt x="88" y="56"/>
                    <a:pt x="88" y="56"/>
                    <a:pt x="88" y="56"/>
                  </a:cubicBezTo>
                  <a:cubicBezTo>
                    <a:pt x="87" y="47"/>
                    <a:pt x="84" y="40"/>
                    <a:pt x="80" y="36"/>
                  </a:cubicBezTo>
                  <a:cubicBezTo>
                    <a:pt x="76" y="32"/>
                    <a:pt x="69" y="30"/>
                    <a:pt x="60" y="30"/>
                  </a:cubicBezTo>
                  <a:cubicBezTo>
                    <a:pt x="51" y="30"/>
                    <a:pt x="44" y="32"/>
                    <a:pt x="39" y="37"/>
                  </a:cubicBezTo>
                  <a:cubicBezTo>
                    <a:pt x="36" y="39"/>
                    <a:pt x="35" y="43"/>
                    <a:pt x="35" y="48"/>
                  </a:cubicBezTo>
                  <a:cubicBezTo>
                    <a:pt x="35" y="52"/>
                    <a:pt x="36" y="56"/>
                    <a:pt x="39" y="59"/>
                  </a:cubicBezTo>
                  <a:cubicBezTo>
                    <a:pt x="43" y="62"/>
                    <a:pt x="52" y="66"/>
                    <a:pt x="67" y="71"/>
                  </a:cubicBezTo>
                  <a:cubicBezTo>
                    <a:pt x="82" y="75"/>
                    <a:pt x="93" y="79"/>
                    <a:pt x="101" y="83"/>
                  </a:cubicBezTo>
                  <a:cubicBezTo>
                    <a:pt x="108" y="88"/>
                    <a:pt x="113" y="94"/>
                    <a:pt x="117" y="102"/>
                  </a:cubicBezTo>
                  <a:cubicBezTo>
                    <a:pt x="121" y="109"/>
                    <a:pt x="124" y="119"/>
                    <a:pt x="124" y="130"/>
                  </a:cubicBezTo>
                  <a:cubicBezTo>
                    <a:pt x="124" y="140"/>
                    <a:pt x="121" y="150"/>
                    <a:pt x="116" y="159"/>
                  </a:cubicBezTo>
                  <a:cubicBezTo>
                    <a:pt x="111" y="168"/>
                    <a:pt x="104" y="175"/>
                    <a:pt x="96" y="179"/>
                  </a:cubicBezTo>
                  <a:cubicBezTo>
                    <a:pt x="87" y="183"/>
                    <a:pt x="76" y="186"/>
                    <a:pt x="62" y="186"/>
                  </a:cubicBezTo>
                  <a:cubicBezTo>
                    <a:pt x="43" y="186"/>
                    <a:pt x="28" y="180"/>
                    <a:pt x="18" y="170"/>
                  </a:cubicBezTo>
                  <a:cubicBezTo>
                    <a:pt x="8" y="159"/>
                    <a:pt x="2" y="144"/>
                    <a:pt x="0" y="1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7" name="Freeform 36"/>
            <p:cNvSpPr/>
            <p:nvPr/>
          </p:nvSpPr>
          <p:spPr bwMode="auto">
            <a:xfrm>
              <a:off x="1762125" y="15875"/>
              <a:ext cx="101600" cy="142875"/>
            </a:xfrm>
            <a:custGeom>
              <a:avLst/>
              <a:gdLst>
                <a:gd name="T0" fmla="*/ 103 w 133"/>
                <a:gd name="T1" fmla="*/ 117 h 186"/>
                <a:gd name="T2" fmla="*/ 133 w 133"/>
                <a:gd name="T3" fmla="*/ 128 h 186"/>
                <a:gd name="T4" fmla="*/ 110 w 133"/>
                <a:gd name="T5" fmla="*/ 171 h 186"/>
                <a:gd name="T6" fmla="*/ 69 w 133"/>
                <a:gd name="T7" fmla="*/ 186 h 186"/>
                <a:gd name="T8" fmla="*/ 19 w 133"/>
                <a:gd name="T9" fmla="*/ 161 h 186"/>
                <a:gd name="T10" fmla="*/ 0 w 133"/>
                <a:gd name="T11" fmla="*/ 94 h 186"/>
                <a:gd name="T12" fmla="*/ 20 w 133"/>
                <a:gd name="T13" fmla="*/ 25 h 186"/>
                <a:gd name="T14" fmla="*/ 71 w 133"/>
                <a:gd name="T15" fmla="*/ 0 h 186"/>
                <a:gd name="T16" fmla="*/ 117 w 133"/>
                <a:gd name="T17" fmla="*/ 20 h 186"/>
                <a:gd name="T18" fmla="*/ 132 w 133"/>
                <a:gd name="T19" fmla="*/ 53 h 186"/>
                <a:gd name="T20" fmla="*/ 102 w 133"/>
                <a:gd name="T21" fmla="*/ 61 h 186"/>
                <a:gd name="T22" fmla="*/ 91 w 133"/>
                <a:gd name="T23" fmla="*/ 39 h 186"/>
                <a:gd name="T24" fmla="*/ 70 w 133"/>
                <a:gd name="T25" fmla="*/ 31 h 186"/>
                <a:gd name="T26" fmla="*/ 42 w 133"/>
                <a:gd name="T27" fmla="*/ 45 h 186"/>
                <a:gd name="T28" fmla="*/ 32 w 133"/>
                <a:gd name="T29" fmla="*/ 92 h 186"/>
                <a:gd name="T30" fmla="*/ 42 w 133"/>
                <a:gd name="T31" fmla="*/ 140 h 186"/>
                <a:gd name="T32" fmla="*/ 69 w 133"/>
                <a:gd name="T33" fmla="*/ 155 h 186"/>
                <a:gd name="T34" fmla="*/ 90 w 133"/>
                <a:gd name="T35" fmla="*/ 145 h 186"/>
                <a:gd name="T36" fmla="*/ 103 w 133"/>
                <a:gd name="T37" fmla="*/ 117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3" h="186">
                  <a:moveTo>
                    <a:pt x="103" y="117"/>
                  </a:moveTo>
                  <a:cubicBezTo>
                    <a:pt x="133" y="128"/>
                    <a:pt x="133" y="128"/>
                    <a:pt x="133" y="128"/>
                  </a:cubicBezTo>
                  <a:cubicBezTo>
                    <a:pt x="128" y="147"/>
                    <a:pt x="121" y="162"/>
                    <a:pt x="110" y="171"/>
                  </a:cubicBezTo>
                  <a:cubicBezTo>
                    <a:pt x="99" y="181"/>
                    <a:pt x="86" y="186"/>
                    <a:pt x="69" y="186"/>
                  </a:cubicBezTo>
                  <a:cubicBezTo>
                    <a:pt x="49" y="186"/>
                    <a:pt x="33" y="177"/>
                    <a:pt x="19" y="161"/>
                  </a:cubicBezTo>
                  <a:cubicBezTo>
                    <a:pt x="7" y="145"/>
                    <a:pt x="0" y="123"/>
                    <a:pt x="0" y="94"/>
                  </a:cubicBezTo>
                  <a:cubicBezTo>
                    <a:pt x="0" y="65"/>
                    <a:pt x="7" y="41"/>
                    <a:pt x="20" y="25"/>
                  </a:cubicBezTo>
                  <a:cubicBezTo>
                    <a:pt x="33" y="8"/>
                    <a:pt x="50" y="0"/>
                    <a:pt x="71" y="0"/>
                  </a:cubicBezTo>
                  <a:cubicBezTo>
                    <a:pt x="90" y="0"/>
                    <a:pt x="105" y="7"/>
                    <a:pt x="117" y="20"/>
                  </a:cubicBezTo>
                  <a:cubicBezTo>
                    <a:pt x="124" y="27"/>
                    <a:pt x="129" y="38"/>
                    <a:pt x="132" y="53"/>
                  </a:cubicBezTo>
                  <a:cubicBezTo>
                    <a:pt x="102" y="61"/>
                    <a:pt x="102" y="61"/>
                    <a:pt x="102" y="61"/>
                  </a:cubicBezTo>
                  <a:cubicBezTo>
                    <a:pt x="100" y="52"/>
                    <a:pt x="96" y="44"/>
                    <a:pt x="91" y="39"/>
                  </a:cubicBezTo>
                  <a:cubicBezTo>
                    <a:pt x="85" y="34"/>
                    <a:pt x="78" y="31"/>
                    <a:pt x="70" y="31"/>
                  </a:cubicBezTo>
                  <a:cubicBezTo>
                    <a:pt x="58" y="31"/>
                    <a:pt x="49" y="36"/>
                    <a:pt x="42" y="45"/>
                  </a:cubicBezTo>
                  <a:cubicBezTo>
                    <a:pt x="35" y="55"/>
                    <a:pt x="32" y="70"/>
                    <a:pt x="32" y="92"/>
                  </a:cubicBezTo>
                  <a:cubicBezTo>
                    <a:pt x="32" y="114"/>
                    <a:pt x="35" y="130"/>
                    <a:pt x="42" y="140"/>
                  </a:cubicBezTo>
                  <a:cubicBezTo>
                    <a:pt x="49" y="150"/>
                    <a:pt x="58" y="155"/>
                    <a:pt x="69" y="155"/>
                  </a:cubicBezTo>
                  <a:cubicBezTo>
                    <a:pt x="77" y="155"/>
                    <a:pt x="84" y="151"/>
                    <a:pt x="90" y="145"/>
                  </a:cubicBezTo>
                  <a:cubicBezTo>
                    <a:pt x="96" y="139"/>
                    <a:pt x="100" y="130"/>
                    <a:pt x="103" y="1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8" name="Rectangle 37"/>
            <p:cNvSpPr>
              <a:spLocks noChangeArrowheads="1"/>
            </p:cNvSpPr>
            <p:nvPr/>
          </p:nvSpPr>
          <p:spPr bwMode="auto">
            <a:xfrm>
              <a:off x="1882775" y="17462"/>
              <a:ext cx="23813" cy="13811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9" name="Freeform 38"/>
            <p:cNvSpPr/>
            <p:nvPr/>
          </p:nvSpPr>
          <p:spPr bwMode="auto">
            <a:xfrm>
              <a:off x="1928812" y="17462"/>
              <a:ext cx="88900" cy="138113"/>
            </a:xfrm>
            <a:custGeom>
              <a:avLst/>
              <a:gdLst>
                <a:gd name="T0" fmla="*/ 0 w 56"/>
                <a:gd name="T1" fmla="*/ 87 h 87"/>
                <a:gd name="T2" fmla="*/ 0 w 56"/>
                <a:gd name="T3" fmla="*/ 0 h 87"/>
                <a:gd name="T4" fmla="*/ 54 w 56"/>
                <a:gd name="T5" fmla="*/ 0 h 87"/>
                <a:gd name="T6" fmla="*/ 54 w 56"/>
                <a:gd name="T7" fmla="*/ 15 h 87"/>
                <a:gd name="T8" fmla="*/ 15 w 56"/>
                <a:gd name="T9" fmla="*/ 15 h 87"/>
                <a:gd name="T10" fmla="*/ 15 w 56"/>
                <a:gd name="T11" fmla="*/ 34 h 87"/>
                <a:gd name="T12" fmla="*/ 51 w 56"/>
                <a:gd name="T13" fmla="*/ 34 h 87"/>
                <a:gd name="T14" fmla="*/ 51 w 56"/>
                <a:gd name="T15" fmla="*/ 49 h 87"/>
                <a:gd name="T16" fmla="*/ 15 w 56"/>
                <a:gd name="T17" fmla="*/ 49 h 87"/>
                <a:gd name="T18" fmla="*/ 15 w 56"/>
                <a:gd name="T19" fmla="*/ 72 h 87"/>
                <a:gd name="T20" fmla="*/ 56 w 56"/>
                <a:gd name="T21" fmla="*/ 72 h 87"/>
                <a:gd name="T22" fmla="*/ 56 w 56"/>
                <a:gd name="T23" fmla="*/ 87 h 87"/>
                <a:gd name="T24" fmla="*/ 0 w 56"/>
                <a:gd name="T25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6" h="87">
                  <a:moveTo>
                    <a:pt x="0" y="87"/>
                  </a:moveTo>
                  <a:lnTo>
                    <a:pt x="0" y="0"/>
                  </a:lnTo>
                  <a:lnTo>
                    <a:pt x="54" y="0"/>
                  </a:lnTo>
                  <a:lnTo>
                    <a:pt x="54" y="15"/>
                  </a:lnTo>
                  <a:lnTo>
                    <a:pt x="15" y="15"/>
                  </a:lnTo>
                  <a:lnTo>
                    <a:pt x="15" y="34"/>
                  </a:lnTo>
                  <a:lnTo>
                    <a:pt x="51" y="34"/>
                  </a:lnTo>
                  <a:lnTo>
                    <a:pt x="51" y="49"/>
                  </a:lnTo>
                  <a:lnTo>
                    <a:pt x="15" y="49"/>
                  </a:lnTo>
                  <a:lnTo>
                    <a:pt x="15" y="72"/>
                  </a:lnTo>
                  <a:lnTo>
                    <a:pt x="56" y="72"/>
                  </a:lnTo>
                  <a:lnTo>
                    <a:pt x="56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0" name="Freeform 39"/>
            <p:cNvSpPr/>
            <p:nvPr/>
          </p:nvSpPr>
          <p:spPr bwMode="auto">
            <a:xfrm>
              <a:off x="2036762" y="17462"/>
              <a:ext cx="92075" cy="138113"/>
            </a:xfrm>
            <a:custGeom>
              <a:avLst/>
              <a:gdLst>
                <a:gd name="T0" fmla="*/ 0 w 58"/>
                <a:gd name="T1" fmla="*/ 87 h 87"/>
                <a:gd name="T2" fmla="*/ 0 w 58"/>
                <a:gd name="T3" fmla="*/ 0 h 87"/>
                <a:gd name="T4" fmla="*/ 14 w 58"/>
                <a:gd name="T5" fmla="*/ 0 h 87"/>
                <a:gd name="T6" fmla="*/ 45 w 58"/>
                <a:gd name="T7" fmla="*/ 58 h 87"/>
                <a:gd name="T8" fmla="*/ 45 w 58"/>
                <a:gd name="T9" fmla="*/ 0 h 87"/>
                <a:gd name="T10" fmla="*/ 58 w 58"/>
                <a:gd name="T11" fmla="*/ 0 h 87"/>
                <a:gd name="T12" fmla="*/ 58 w 58"/>
                <a:gd name="T13" fmla="*/ 87 h 87"/>
                <a:gd name="T14" fmla="*/ 43 w 58"/>
                <a:gd name="T15" fmla="*/ 87 h 87"/>
                <a:gd name="T16" fmla="*/ 14 w 58"/>
                <a:gd name="T17" fmla="*/ 31 h 87"/>
                <a:gd name="T18" fmla="*/ 14 w 58"/>
                <a:gd name="T19" fmla="*/ 87 h 87"/>
                <a:gd name="T20" fmla="*/ 0 w 58"/>
                <a:gd name="T21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8" h="87">
                  <a:moveTo>
                    <a:pt x="0" y="87"/>
                  </a:moveTo>
                  <a:lnTo>
                    <a:pt x="0" y="0"/>
                  </a:lnTo>
                  <a:lnTo>
                    <a:pt x="14" y="0"/>
                  </a:lnTo>
                  <a:lnTo>
                    <a:pt x="45" y="58"/>
                  </a:lnTo>
                  <a:lnTo>
                    <a:pt x="45" y="0"/>
                  </a:lnTo>
                  <a:lnTo>
                    <a:pt x="58" y="0"/>
                  </a:lnTo>
                  <a:lnTo>
                    <a:pt x="58" y="87"/>
                  </a:lnTo>
                  <a:lnTo>
                    <a:pt x="43" y="87"/>
                  </a:lnTo>
                  <a:lnTo>
                    <a:pt x="14" y="31"/>
                  </a:lnTo>
                  <a:lnTo>
                    <a:pt x="14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1" name="Freeform 40"/>
            <p:cNvSpPr/>
            <p:nvPr/>
          </p:nvSpPr>
          <p:spPr bwMode="auto">
            <a:xfrm>
              <a:off x="2149475" y="15875"/>
              <a:ext cx="101600" cy="142875"/>
            </a:xfrm>
            <a:custGeom>
              <a:avLst/>
              <a:gdLst>
                <a:gd name="T0" fmla="*/ 103 w 133"/>
                <a:gd name="T1" fmla="*/ 117 h 186"/>
                <a:gd name="T2" fmla="*/ 133 w 133"/>
                <a:gd name="T3" fmla="*/ 128 h 186"/>
                <a:gd name="T4" fmla="*/ 110 w 133"/>
                <a:gd name="T5" fmla="*/ 171 h 186"/>
                <a:gd name="T6" fmla="*/ 70 w 133"/>
                <a:gd name="T7" fmla="*/ 186 h 186"/>
                <a:gd name="T8" fmla="*/ 20 w 133"/>
                <a:gd name="T9" fmla="*/ 161 h 186"/>
                <a:gd name="T10" fmla="*/ 0 w 133"/>
                <a:gd name="T11" fmla="*/ 94 h 186"/>
                <a:gd name="T12" fmla="*/ 20 w 133"/>
                <a:gd name="T13" fmla="*/ 25 h 186"/>
                <a:gd name="T14" fmla="*/ 72 w 133"/>
                <a:gd name="T15" fmla="*/ 0 h 186"/>
                <a:gd name="T16" fmla="*/ 117 w 133"/>
                <a:gd name="T17" fmla="*/ 20 h 186"/>
                <a:gd name="T18" fmla="*/ 133 w 133"/>
                <a:gd name="T19" fmla="*/ 53 h 186"/>
                <a:gd name="T20" fmla="*/ 102 w 133"/>
                <a:gd name="T21" fmla="*/ 61 h 186"/>
                <a:gd name="T22" fmla="*/ 91 w 133"/>
                <a:gd name="T23" fmla="*/ 39 h 186"/>
                <a:gd name="T24" fmla="*/ 70 w 133"/>
                <a:gd name="T25" fmla="*/ 31 h 186"/>
                <a:gd name="T26" fmla="*/ 43 w 133"/>
                <a:gd name="T27" fmla="*/ 45 h 186"/>
                <a:gd name="T28" fmla="*/ 32 w 133"/>
                <a:gd name="T29" fmla="*/ 92 h 186"/>
                <a:gd name="T30" fmla="*/ 42 w 133"/>
                <a:gd name="T31" fmla="*/ 140 h 186"/>
                <a:gd name="T32" fmla="*/ 70 w 133"/>
                <a:gd name="T33" fmla="*/ 155 h 186"/>
                <a:gd name="T34" fmla="*/ 91 w 133"/>
                <a:gd name="T35" fmla="*/ 145 h 186"/>
                <a:gd name="T36" fmla="*/ 103 w 133"/>
                <a:gd name="T37" fmla="*/ 117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3" h="186">
                  <a:moveTo>
                    <a:pt x="103" y="117"/>
                  </a:moveTo>
                  <a:cubicBezTo>
                    <a:pt x="133" y="128"/>
                    <a:pt x="133" y="128"/>
                    <a:pt x="133" y="128"/>
                  </a:cubicBezTo>
                  <a:cubicBezTo>
                    <a:pt x="128" y="147"/>
                    <a:pt x="121" y="162"/>
                    <a:pt x="110" y="171"/>
                  </a:cubicBezTo>
                  <a:cubicBezTo>
                    <a:pt x="100" y="181"/>
                    <a:pt x="86" y="186"/>
                    <a:pt x="70" y="186"/>
                  </a:cubicBezTo>
                  <a:cubicBezTo>
                    <a:pt x="50" y="186"/>
                    <a:pt x="33" y="177"/>
                    <a:pt x="20" y="161"/>
                  </a:cubicBezTo>
                  <a:cubicBezTo>
                    <a:pt x="7" y="145"/>
                    <a:pt x="0" y="123"/>
                    <a:pt x="0" y="94"/>
                  </a:cubicBezTo>
                  <a:cubicBezTo>
                    <a:pt x="0" y="65"/>
                    <a:pt x="7" y="41"/>
                    <a:pt x="20" y="25"/>
                  </a:cubicBezTo>
                  <a:cubicBezTo>
                    <a:pt x="33" y="8"/>
                    <a:pt x="50" y="0"/>
                    <a:pt x="72" y="0"/>
                  </a:cubicBezTo>
                  <a:cubicBezTo>
                    <a:pt x="90" y="0"/>
                    <a:pt x="105" y="7"/>
                    <a:pt x="117" y="20"/>
                  </a:cubicBezTo>
                  <a:cubicBezTo>
                    <a:pt x="124" y="27"/>
                    <a:pt x="129" y="38"/>
                    <a:pt x="133" y="53"/>
                  </a:cubicBezTo>
                  <a:cubicBezTo>
                    <a:pt x="102" y="61"/>
                    <a:pt x="102" y="61"/>
                    <a:pt x="102" y="61"/>
                  </a:cubicBezTo>
                  <a:cubicBezTo>
                    <a:pt x="100" y="52"/>
                    <a:pt x="97" y="44"/>
                    <a:pt x="91" y="39"/>
                  </a:cubicBezTo>
                  <a:cubicBezTo>
                    <a:pt x="85" y="34"/>
                    <a:pt x="78" y="31"/>
                    <a:pt x="70" y="31"/>
                  </a:cubicBezTo>
                  <a:cubicBezTo>
                    <a:pt x="59" y="31"/>
                    <a:pt x="50" y="36"/>
                    <a:pt x="43" y="45"/>
                  </a:cubicBezTo>
                  <a:cubicBezTo>
                    <a:pt x="36" y="55"/>
                    <a:pt x="32" y="70"/>
                    <a:pt x="32" y="92"/>
                  </a:cubicBezTo>
                  <a:cubicBezTo>
                    <a:pt x="32" y="114"/>
                    <a:pt x="36" y="130"/>
                    <a:pt x="42" y="140"/>
                  </a:cubicBezTo>
                  <a:cubicBezTo>
                    <a:pt x="49" y="150"/>
                    <a:pt x="58" y="155"/>
                    <a:pt x="70" y="155"/>
                  </a:cubicBezTo>
                  <a:cubicBezTo>
                    <a:pt x="78" y="155"/>
                    <a:pt x="85" y="151"/>
                    <a:pt x="91" y="145"/>
                  </a:cubicBezTo>
                  <a:cubicBezTo>
                    <a:pt x="97" y="139"/>
                    <a:pt x="101" y="130"/>
                    <a:pt x="103" y="1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2" name="Freeform 41"/>
            <p:cNvSpPr/>
            <p:nvPr/>
          </p:nvSpPr>
          <p:spPr bwMode="auto">
            <a:xfrm>
              <a:off x="2271712" y="17462"/>
              <a:ext cx="88900" cy="138113"/>
            </a:xfrm>
            <a:custGeom>
              <a:avLst/>
              <a:gdLst>
                <a:gd name="T0" fmla="*/ 0 w 56"/>
                <a:gd name="T1" fmla="*/ 87 h 87"/>
                <a:gd name="T2" fmla="*/ 0 w 56"/>
                <a:gd name="T3" fmla="*/ 0 h 87"/>
                <a:gd name="T4" fmla="*/ 54 w 56"/>
                <a:gd name="T5" fmla="*/ 0 h 87"/>
                <a:gd name="T6" fmla="*/ 54 w 56"/>
                <a:gd name="T7" fmla="*/ 15 h 87"/>
                <a:gd name="T8" fmla="*/ 15 w 56"/>
                <a:gd name="T9" fmla="*/ 15 h 87"/>
                <a:gd name="T10" fmla="*/ 15 w 56"/>
                <a:gd name="T11" fmla="*/ 34 h 87"/>
                <a:gd name="T12" fmla="*/ 52 w 56"/>
                <a:gd name="T13" fmla="*/ 34 h 87"/>
                <a:gd name="T14" fmla="*/ 52 w 56"/>
                <a:gd name="T15" fmla="*/ 49 h 87"/>
                <a:gd name="T16" fmla="*/ 15 w 56"/>
                <a:gd name="T17" fmla="*/ 49 h 87"/>
                <a:gd name="T18" fmla="*/ 15 w 56"/>
                <a:gd name="T19" fmla="*/ 72 h 87"/>
                <a:gd name="T20" fmla="*/ 56 w 56"/>
                <a:gd name="T21" fmla="*/ 72 h 87"/>
                <a:gd name="T22" fmla="*/ 56 w 56"/>
                <a:gd name="T23" fmla="*/ 87 h 87"/>
                <a:gd name="T24" fmla="*/ 0 w 56"/>
                <a:gd name="T25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6" h="87">
                  <a:moveTo>
                    <a:pt x="0" y="87"/>
                  </a:moveTo>
                  <a:lnTo>
                    <a:pt x="0" y="0"/>
                  </a:lnTo>
                  <a:lnTo>
                    <a:pt x="54" y="0"/>
                  </a:lnTo>
                  <a:lnTo>
                    <a:pt x="54" y="15"/>
                  </a:lnTo>
                  <a:lnTo>
                    <a:pt x="15" y="15"/>
                  </a:lnTo>
                  <a:lnTo>
                    <a:pt x="15" y="34"/>
                  </a:lnTo>
                  <a:lnTo>
                    <a:pt x="52" y="34"/>
                  </a:lnTo>
                  <a:lnTo>
                    <a:pt x="52" y="49"/>
                  </a:lnTo>
                  <a:lnTo>
                    <a:pt x="15" y="49"/>
                  </a:lnTo>
                  <a:lnTo>
                    <a:pt x="15" y="72"/>
                  </a:lnTo>
                  <a:lnTo>
                    <a:pt x="56" y="72"/>
                  </a:lnTo>
                  <a:lnTo>
                    <a:pt x="56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3" name="Freeform 42"/>
            <p:cNvSpPr>
              <a:spLocks noEditPoints="1"/>
            </p:cNvSpPr>
            <p:nvPr/>
          </p:nvSpPr>
          <p:spPr bwMode="auto">
            <a:xfrm>
              <a:off x="2420937" y="15875"/>
              <a:ext cx="106363" cy="142875"/>
            </a:xfrm>
            <a:custGeom>
              <a:avLst/>
              <a:gdLst>
                <a:gd name="T0" fmla="*/ 141 w 141"/>
                <a:gd name="T1" fmla="*/ 161 h 187"/>
                <a:gd name="T2" fmla="*/ 124 w 141"/>
                <a:gd name="T3" fmla="*/ 187 h 187"/>
                <a:gd name="T4" fmla="*/ 99 w 141"/>
                <a:gd name="T5" fmla="*/ 167 h 187"/>
                <a:gd name="T6" fmla="*/ 79 w 141"/>
                <a:gd name="T7" fmla="*/ 181 h 187"/>
                <a:gd name="T8" fmla="*/ 54 w 141"/>
                <a:gd name="T9" fmla="*/ 186 h 187"/>
                <a:gd name="T10" fmla="*/ 12 w 141"/>
                <a:gd name="T11" fmla="*/ 167 h 187"/>
                <a:gd name="T12" fmla="*/ 0 w 141"/>
                <a:gd name="T13" fmla="*/ 133 h 187"/>
                <a:gd name="T14" fmla="*/ 9 w 141"/>
                <a:gd name="T15" fmla="*/ 102 h 187"/>
                <a:gd name="T16" fmla="*/ 35 w 141"/>
                <a:gd name="T17" fmla="*/ 78 h 187"/>
                <a:gd name="T18" fmla="*/ 24 w 141"/>
                <a:gd name="T19" fmla="*/ 58 h 187"/>
                <a:gd name="T20" fmla="*/ 20 w 141"/>
                <a:gd name="T21" fmla="*/ 39 h 187"/>
                <a:gd name="T22" fmla="*/ 31 w 141"/>
                <a:gd name="T23" fmla="*/ 12 h 187"/>
                <a:gd name="T24" fmla="*/ 62 w 141"/>
                <a:gd name="T25" fmla="*/ 0 h 187"/>
                <a:gd name="T26" fmla="*/ 93 w 141"/>
                <a:gd name="T27" fmla="*/ 12 h 187"/>
                <a:gd name="T28" fmla="*/ 104 w 141"/>
                <a:gd name="T29" fmla="*/ 41 h 187"/>
                <a:gd name="T30" fmla="*/ 99 w 141"/>
                <a:gd name="T31" fmla="*/ 62 h 187"/>
                <a:gd name="T32" fmla="*/ 76 w 141"/>
                <a:gd name="T33" fmla="*/ 84 h 187"/>
                <a:gd name="T34" fmla="*/ 98 w 141"/>
                <a:gd name="T35" fmla="*/ 117 h 187"/>
                <a:gd name="T36" fmla="*/ 104 w 141"/>
                <a:gd name="T37" fmla="*/ 96 h 187"/>
                <a:gd name="T38" fmla="*/ 130 w 141"/>
                <a:gd name="T39" fmla="*/ 103 h 187"/>
                <a:gd name="T40" fmla="*/ 124 w 141"/>
                <a:gd name="T41" fmla="*/ 127 h 187"/>
                <a:gd name="T42" fmla="*/ 117 w 141"/>
                <a:gd name="T43" fmla="*/ 140 h 187"/>
                <a:gd name="T44" fmla="*/ 130 w 141"/>
                <a:gd name="T45" fmla="*/ 152 h 187"/>
                <a:gd name="T46" fmla="*/ 141 w 141"/>
                <a:gd name="T47" fmla="*/ 161 h 187"/>
                <a:gd name="T48" fmla="*/ 50 w 141"/>
                <a:gd name="T49" fmla="*/ 100 h 187"/>
                <a:gd name="T50" fmla="*/ 35 w 141"/>
                <a:gd name="T51" fmla="*/ 115 h 187"/>
                <a:gd name="T52" fmla="*/ 30 w 141"/>
                <a:gd name="T53" fmla="*/ 132 h 187"/>
                <a:gd name="T54" fmla="*/ 37 w 141"/>
                <a:gd name="T55" fmla="*/ 150 h 187"/>
                <a:gd name="T56" fmla="*/ 53 w 141"/>
                <a:gd name="T57" fmla="*/ 157 h 187"/>
                <a:gd name="T58" fmla="*/ 66 w 141"/>
                <a:gd name="T59" fmla="*/ 154 h 187"/>
                <a:gd name="T60" fmla="*/ 80 w 141"/>
                <a:gd name="T61" fmla="*/ 144 h 187"/>
                <a:gd name="T62" fmla="*/ 50 w 141"/>
                <a:gd name="T63" fmla="*/ 100 h 187"/>
                <a:gd name="T64" fmla="*/ 62 w 141"/>
                <a:gd name="T65" fmla="*/ 63 h 187"/>
                <a:gd name="T66" fmla="*/ 70 w 141"/>
                <a:gd name="T67" fmla="*/ 56 h 187"/>
                <a:gd name="T68" fmla="*/ 78 w 141"/>
                <a:gd name="T69" fmla="*/ 40 h 187"/>
                <a:gd name="T70" fmla="*/ 74 w 141"/>
                <a:gd name="T71" fmla="*/ 29 h 187"/>
                <a:gd name="T72" fmla="*/ 63 w 141"/>
                <a:gd name="T73" fmla="*/ 24 h 187"/>
                <a:gd name="T74" fmla="*/ 52 w 141"/>
                <a:gd name="T75" fmla="*/ 28 h 187"/>
                <a:gd name="T76" fmla="*/ 48 w 141"/>
                <a:gd name="T77" fmla="*/ 38 h 187"/>
                <a:gd name="T78" fmla="*/ 55 w 141"/>
                <a:gd name="T79" fmla="*/ 53 h 187"/>
                <a:gd name="T80" fmla="*/ 62 w 141"/>
                <a:gd name="T81" fmla="*/ 6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41" h="187">
                  <a:moveTo>
                    <a:pt x="141" y="161"/>
                  </a:moveTo>
                  <a:cubicBezTo>
                    <a:pt x="124" y="187"/>
                    <a:pt x="124" y="187"/>
                    <a:pt x="124" y="187"/>
                  </a:cubicBezTo>
                  <a:cubicBezTo>
                    <a:pt x="115" y="182"/>
                    <a:pt x="107" y="175"/>
                    <a:pt x="99" y="167"/>
                  </a:cubicBezTo>
                  <a:cubicBezTo>
                    <a:pt x="93" y="173"/>
                    <a:pt x="86" y="178"/>
                    <a:pt x="79" y="181"/>
                  </a:cubicBezTo>
                  <a:cubicBezTo>
                    <a:pt x="72" y="184"/>
                    <a:pt x="64" y="186"/>
                    <a:pt x="54" y="186"/>
                  </a:cubicBezTo>
                  <a:cubicBezTo>
                    <a:pt x="35" y="186"/>
                    <a:pt x="21" y="179"/>
                    <a:pt x="12" y="167"/>
                  </a:cubicBezTo>
                  <a:cubicBezTo>
                    <a:pt x="4" y="157"/>
                    <a:pt x="0" y="146"/>
                    <a:pt x="0" y="133"/>
                  </a:cubicBezTo>
                  <a:cubicBezTo>
                    <a:pt x="0" y="122"/>
                    <a:pt x="3" y="111"/>
                    <a:pt x="9" y="102"/>
                  </a:cubicBezTo>
                  <a:cubicBezTo>
                    <a:pt x="15" y="93"/>
                    <a:pt x="24" y="85"/>
                    <a:pt x="35" y="78"/>
                  </a:cubicBezTo>
                  <a:cubicBezTo>
                    <a:pt x="30" y="71"/>
                    <a:pt x="26" y="64"/>
                    <a:pt x="24" y="58"/>
                  </a:cubicBezTo>
                  <a:cubicBezTo>
                    <a:pt x="21" y="51"/>
                    <a:pt x="20" y="45"/>
                    <a:pt x="20" y="39"/>
                  </a:cubicBezTo>
                  <a:cubicBezTo>
                    <a:pt x="20" y="28"/>
                    <a:pt x="23" y="19"/>
                    <a:pt x="31" y="12"/>
                  </a:cubicBezTo>
                  <a:cubicBezTo>
                    <a:pt x="38" y="4"/>
                    <a:pt x="49" y="0"/>
                    <a:pt x="62" y="0"/>
                  </a:cubicBezTo>
                  <a:cubicBezTo>
                    <a:pt x="75" y="0"/>
                    <a:pt x="86" y="4"/>
                    <a:pt x="93" y="12"/>
                  </a:cubicBezTo>
                  <a:cubicBezTo>
                    <a:pt x="100" y="20"/>
                    <a:pt x="104" y="30"/>
                    <a:pt x="104" y="41"/>
                  </a:cubicBezTo>
                  <a:cubicBezTo>
                    <a:pt x="104" y="48"/>
                    <a:pt x="102" y="55"/>
                    <a:pt x="99" y="62"/>
                  </a:cubicBezTo>
                  <a:cubicBezTo>
                    <a:pt x="95" y="68"/>
                    <a:pt x="88" y="76"/>
                    <a:pt x="76" y="84"/>
                  </a:cubicBezTo>
                  <a:cubicBezTo>
                    <a:pt x="98" y="117"/>
                    <a:pt x="98" y="117"/>
                    <a:pt x="98" y="117"/>
                  </a:cubicBezTo>
                  <a:cubicBezTo>
                    <a:pt x="100" y="111"/>
                    <a:pt x="102" y="105"/>
                    <a:pt x="104" y="96"/>
                  </a:cubicBezTo>
                  <a:cubicBezTo>
                    <a:pt x="130" y="103"/>
                    <a:pt x="130" y="103"/>
                    <a:pt x="130" y="103"/>
                  </a:cubicBezTo>
                  <a:cubicBezTo>
                    <a:pt x="128" y="114"/>
                    <a:pt x="125" y="122"/>
                    <a:pt x="124" y="127"/>
                  </a:cubicBezTo>
                  <a:cubicBezTo>
                    <a:pt x="122" y="133"/>
                    <a:pt x="120" y="137"/>
                    <a:pt x="117" y="140"/>
                  </a:cubicBezTo>
                  <a:cubicBezTo>
                    <a:pt x="121" y="144"/>
                    <a:pt x="125" y="148"/>
                    <a:pt x="130" y="152"/>
                  </a:cubicBezTo>
                  <a:cubicBezTo>
                    <a:pt x="135" y="156"/>
                    <a:pt x="139" y="159"/>
                    <a:pt x="141" y="161"/>
                  </a:cubicBezTo>
                  <a:close/>
                  <a:moveTo>
                    <a:pt x="50" y="100"/>
                  </a:moveTo>
                  <a:cubicBezTo>
                    <a:pt x="44" y="104"/>
                    <a:pt x="39" y="109"/>
                    <a:pt x="35" y="115"/>
                  </a:cubicBezTo>
                  <a:cubicBezTo>
                    <a:pt x="32" y="120"/>
                    <a:pt x="30" y="126"/>
                    <a:pt x="30" y="132"/>
                  </a:cubicBezTo>
                  <a:cubicBezTo>
                    <a:pt x="30" y="140"/>
                    <a:pt x="32" y="146"/>
                    <a:pt x="37" y="150"/>
                  </a:cubicBezTo>
                  <a:cubicBezTo>
                    <a:pt x="41" y="155"/>
                    <a:pt x="46" y="157"/>
                    <a:pt x="53" y="157"/>
                  </a:cubicBezTo>
                  <a:cubicBezTo>
                    <a:pt x="58" y="157"/>
                    <a:pt x="62" y="156"/>
                    <a:pt x="66" y="154"/>
                  </a:cubicBezTo>
                  <a:cubicBezTo>
                    <a:pt x="71" y="152"/>
                    <a:pt x="75" y="148"/>
                    <a:pt x="80" y="144"/>
                  </a:cubicBezTo>
                  <a:lnTo>
                    <a:pt x="50" y="100"/>
                  </a:lnTo>
                  <a:close/>
                  <a:moveTo>
                    <a:pt x="62" y="63"/>
                  </a:moveTo>
                  <a:cubicBezTo>
                    <a:pt x="70" y="56"/>
                    <a:pt x="70" y="56"/>
                    <a:pt x="70" y="56"/>
                  </a:cubicBezTo>
                  <a:cubicBezTo>
                    <a:pt x="76" y="51"/>
                    <a:pt x="78" y="45"/>
                    <a:pt x="78" y="40"/>
                  </a:cubicBezTo>
                  <a:cubicBezTo>
                    <a:pt x="78" y="36"/>
                    <a:pt x="77" y="32"/>
                    <a:pt x="74" y="29"/>
                  </a:cubicBezTo>
                  <a:cubicBezTo>
                    <a:pt x="71" y="26"/>
                    <a:pt x="68" y="24"/>
                    <a:pt x="63" y="24"/>
                  </a:cubicBezTo>
                  <a:cubicBezTo>
                    <a:pt x="58" y="24"/>
                    <a:pt x="55" y="26"/>
                    <a:pt x="52" y="28"/>
                  </a:cubicBezTo>
                  <a:cubicBezTo>
                    <a:pt x="49" y="31"/>
                    <a:pt x="48" y="34"/>
                    <a:pt x="48" y="38"/>
                  </a:cubicBezTo>
                  <a:cubicBezTo>
                    <a:pt x="48" y="42"/>
                    <a:pt x="50" y="47"/>
                    <a:pt x="55" y="53"/>
                  </a:cubicBezTo>
                  <a:lnTo>
                    <a:pt x="62" y="6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4" name="Freeform 43"/>
            <p:cNvSpPr/>
            <p:nvPr/>
          </p:nvSpPr>
          <p:spPr bwMode="auto">
            <a:xfrm>
              <a:off x="2579687" y="17462"/>
              <a:ext cx="92075" cy="138113"/>
            </a:xfrm>
            <a:custGeom>
              <a:avLst/>
              <a:gdLst>
                <a:gd name="T0" fmla="*/ 22 w 58"/>
                <a:gd name="T1" fmla="*/ 87 h 87"/>
                <a:gd name="T2" fmla="*/ 22 w 58"/>
                <a:gd name="T3" fmla="*/ 15 h 87"/>
                <a:gd name="T4" fmla="*/ 0 w 58"/>
                <a:gd name="T5" fmla="*/ 15 h 87"/>
                <a:gd name="T6" fmla="*/ 0 w 58"/>
                <a:gd name="T7" fmla="*/ 0 h 87"/>
                <a:gd name="T8" fmla="*/ 58 w 58"/>
                <a:gd name="T9" fmla="*/ 0 h 87"/>
                <a:gd name="T10" fmla="*/ 58 w 58"/>
                <a:gd name="T11" fmla="*/ 15 h 87"/>
                <a:gd name="T12" fmla="*/ 36 w 58"/>
                <a:gd name="T13" fmla="*/ 15 h 87"/>
                <a:gd name="T14" fmla="*/ 36 w 58"/>
                <a:gd name="T15" fmla="*/ 87 h 87"/>
                <a:gd name="T16" fmla="*/ 22 w 58"/>
                <a:gd name="T17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8" h="87">
                  <a:moveTo>
                    <a:pt x="22" y="87"/>
                  </a:moveTo>
                  <a:lnTo>
                    <a:pt x="22" y="15"/>
                  </a:lnTo>
                  <a:lnTo>
                    <a:pt x="0" y="15"/>
                  </a:lnTo>
                  <a:lnTo>
                    <a:pt x="0" y="0"/>
                  </a:lnTo>
                  <a:lnTo>
                    <a:pt x="58" y="0"/>
                  </a:lnTo>
                  <a:lnTo>
                    <a:pt x="58" y="15"/>
                  </a:lnTo>
                  <a:lnTo>
                    <a:pt x="36" y="15"/>
                  </a:lnTo>
                  <a:lnTo>
                    <a:pt x="36" y="87"/>
                  </a:lnTo>
                  <a:lnTo>
                    <a:pt x="22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5" name="Freeform 44"/>
            <p:cNvSpPr/>
            <p:nvPr/>
          </p:nvSpPr>
          <p:spPr bwMode="auto">
            <a:xfrm>
              <a:off x="2686050" y="17462"/>
              <a:ext cx="88900" cy="138113"/>
            </a:xfrm>
            <a:custGeom>
              <a:avLst/>
              <a:gdLst>
                <a:gd name="T0" fmla="*/ 0 w 56"/>
                <a:gd name="T1" fmla="*/ 87 h 87"/>
                <a:gd name="T2" fmla="*/ 0 w 56"/>
                <a:gd name="T3" fmla="*/ 0 h 87"/>
                <a:gd name="T4" fmla="*/ 55 w 56"/>
                <a:gd name="T5" fmla="*/ 0 h 87"/>
                <a:gd name="T6" fmla="*/ 55 w 56"/>
                <a:gd name="T7" fmla="*/ 15 h 87"/>
                <a:gd name="T8" fmla="*/ 15 w 56"/>
                <a:gd name="T9" fmla="*/ 15 h 87"/>
                <a:gd name="T10" fmla="*/ 15 w 56"/>
                <a:gd name="T11" fmla="*/ 34 h 87"/>
                <a:gd name="T12" fmla="*/ 52 w 56"/>
                <a:gd name="T13" fmla="*/ 34 h 87"/>
                <a:gd name="T14" fmla="*/ 52 w 56"/>
                <a:gd name="T15" fmla="*/ 49 h 87"/>
                <a:gd name="T16" fmla="*/ 15 w 56"/>
                <a:gd name="T17" fmla="*/ 49 h 87"/>
                <a:gd name="T18" fmla="*/ 15 w 56"/>
                <a:gd name="T19" fmla="*/ 72 h 87"/>
                <a:gd name="T20" fmla="*/ 56 w 56"/>
                <a:gd name="T21" fmla="*/ 72 h 87"/>
                <a:gd name="T22" fmla="*/ 56 w 56"/>
                <a:gd name="T23" fmla="*/ 87 h 87"/>
                <a:gd name="T24" fmla="*/ 0 w 56"/>
                <a:gd name="T25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6" h="87">
                  <a:moveTo>
                    <a:pt x="0" y="87"/>
                  </a:moveTo>
                  <a:lnTo>
                    <a:pt x="0" y="0"/>
                  </a:lnTo>
                  <a:lnTo>
                    <a:pt x="55" y="0"/>
                  </a:lnTo>
                  <a:lnTo>
                    <a:pt x="55" y="15"/>
                  </a:lnTo>
                  <a:lnTo>
                    <a:pt x="15" y="15"/>
                  </a:lnTo>
                  <a:lnTo>
                    <a:pt x="15" y="34"/>
                  </a:lnTo>
                  <a:lnTo>
                    <a:pt x="52" y="34"/>
                  </a:lnTo>
                  <a:lnTo>
                    <a:pt x="52" y="49"/>
                  </a:lnTo>
                  <a:lnTo>
                    <a:pt x="15" y="49"/>
                  </a:lnTo>
                  <a:lnTo>
                    <a:pt x="15" y="72"/>
                  </a:lnTo>
                  <a:lnTo>
                    <a:pt x="56" y="72"/>
                  </a:lnTo>
                  <a:lnTo>
                    <a:pt x="56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6" name="Freeform 45"/>
            <p:cNvSpPr/>
            <p:nvPr/>
          </p:nvSpPr>
          <p:spPr bwMode="auto">
            <a:xfrm>
              <a:off x="2790825" y="15875"/>
              <a:ext cx="101600" cy="142875"/>
            </a:xfrm>
            <a:custGeom>
              <a:avLst/>
              <a:gdLst>
                <a:gd name="T0" fmla="*/ 103 w 133"/>
                <a:gd name="T1" fmla="*/ 117 h 186"/>
                <a:gd name="T2" fmla="*/ 133 w 133"/>
                <a:gd name="T3" fmla="*/ 128 h 186"/>
                <a:gd name="T4" fmla="*/ 110 w 133"/>
                <a:gd name="T5" fmla="*/ 171 h 186"/>
                <a:gd name="T6" fmla="*/ 69 w 133"/>
                <a:gd name="T7" fmla="*/ 186 h 186"/>
                <a:gd name="T8" fmla="*/ 19 w 133"/>
                <a:gd name="T9" fmla="*/ 161 h 186"/>
                <a:gd name="T10" fmla="*/ 0 w 133"/>
                <a:gd name="T11" fmla="*/ 94 h 186"/>
                <a:gd name="T12" fmla="*/ 20 w 133"/>
                <a:gd name="T13" fmla="*/ 25 h 186"/>
                <a:gd name="T14" fmla="*/ 71 w 133"/>
                <a:gd name="T15" fmla="*/ 0 h 186"/>
                <a:gd name="T16" fmla="*/ 117 w 133"/>
                <a:gd name="T17" fmla="*/ 20 h 186"/>
                <a:gd name="T18" fmla="*/ 132 w 133"/>
                <a:gd name="T19" fmla="*/ 53 h 186"/>
                <a:gd name="T20" fmla="*/ 102 w 133"/>
                <a:gd name="T21" fmla="*/ 61 h 186"/>
                <a:gd name="T22" fmla="*/ 90 w 133"/>
                <a:gd name="T23" fmla="*/ 39 h 186"/>
                <a:gd name="T24" fmla="*/ 70 w 133"/>
                <a:gd name="T25" fmla="*/ 31 h 186"/>
                <a:gd name="T26" fmla="*/ 42 w 133"/>
                <a:gd name="T27" fmla="*/ 45 h 186"/>
                <a:gd name="T28" fmla="*/ 32 w 133"/>
                <a:gd name="T29" fmla="*/ 92 h 186"/>
                <a:gd name="T30" fmla="*/ 42 w 133"/>
                <a:gd name="T31" fmla="*/ 140 h 186"/>
                <a:gd name="T32" fmla="*/ 69 w 133"/>
                <a:gd name="T33" fmla="*/ 155 h 186"/>
                <a:gd name="T34" fmla="*/ 90 w 133"/>
                <a:gd name="T35" fmla="*/ 145 h 186"/>
                <a:gd name="T36" fmla="*/ 103 w 133"/>
                <a:gd name="T37" fmla="*/ 117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3" h="186">
                  <a:moveTo>
                    <a:pt x="103" y="117"/>
                  </a:moveTo>
                  <a:cubicBezTo>
                    <a:pt x="133" y="128"/>
                    <a:pt x="133" y="128"/>
                    <a:pt x="133" y="128"/>
                  </a:cubicBezTo>
                  <a:cubicBezTo>
                    <a:pt x="128" y="147"/>
                    <a:pt x="120" y="162"/>
                    <a:pt x="110" y="171"/>
                  </a:cubicBezTo>
                  <a:cubicBezTo>
                    <a:pt x="99" y="181"/>
                    <a:pt x="86" y="186"/>
                    <a:pt x="69" y="186"/>
                  </a:cubicBezTo>
                  <a:cubicBezTo>
                    <a:pt x="49" y="186"/>
                    <a:pt x="32" y="177"/>
                    <a:pt x="19" y="161"/>
                  </a:cubicBezTo>
                  <a:cubicBezTo>
                    <a:pt x="6" y="145"/>
                    <a:pt x="0" y="123"/>
                    <a:pt x="0" y="94"/>
                  </a:cubicBezTo>
                  <a:cubicBezTo>
                    <a:pt x="0" y="65"/>
                    <a:pt x="7" y="41"/>
                    <a:pt x="20" y="25"/>
                  </a:cubicBezTo>
                  <a:cubicBezTo>
                    <a:pt x="33" y="8"/>
                    <a:pt x="50" y="0"/>
                    <a:pt x="71" y="0"/>
                  </a:cubicBezTo>
                  <a:cubicBezTo>
                    <a:pt x="90" y="0"/>
                    <a:pt x="105" y="7"/>
                    <a:pt x="117" y="20"/>
                  </a:cubicBezTo>
                  <a:cubicBezTo>
                    <a:pt x="124" y="27"/>
                    <a:pt x="129" y="38"/>
                    <a:pt x="132" y="53"/>
                  </a:cubicBezTo>
                  <a:cubicBezTo>
                    <a:pt x="102" y="61"/>
                    <a:pt x="102" y="61"/>
                    <a:pt x="102" y="61"/>
                  </a:cubicBezTo>
                  <a:cubicBezTo>
                    <a:pt x="100" y="52"/>
                    <a:pt x="96" y="44"/>
                    <a:pt x="90" y="39"/>
                  </a:cubicBezTo>
                  <a:cubicBezTo>
                    <a:pt x="85" y="34"/>
                    <a:pt x="78" y="31"/>
                    <a:pt x="70" y="31"/>
                  </a:cubicBezTo>
                  <a:cubicBezTo>
                    <a:pt x="58" y="31"/>
                    <a:pt x="49" y="36"/>
                    <a:pt x="42" y="45"/>
                  </a:cubicBezTo>
                  <a:cubicBezTo>
                    <a:pt x="35" y="55"/>
                    <a:pt x="32" y="70"/>
                    <a:pt x="32" y="92"/>
                  </a:cubicBezTo>
                  <a:cubicBezTo>
                    <a:pt x="32" y="114"/>
                    <a:pt x="35" y="130"/>
                    <a:pt x="42" y="140"/>
                  </a:cubicBezTo>
                  <a:cubicBezTo>
                    <a:pt x="49" y="150"/>
                    <a:pt x="58" y="155"/>
                    <a:pt x="69" y="155"/>
                  </a:cubicBezTo>
                  <a:cubicBezTo>
                    <a:pt x="77" y="155"/>
                    <a:pt x="84" y="151"/>
                    <a:pt x="90" y="145"/>
                  </a:cubicBezTo>
                  <a:cubicBezTo>
                    <a:pt x="96" y="139"/>
                    <a:pt x="100" y="130"/>
                    <a:pt x="103" y="1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7" name="Freeform 46"/>
            <p:cNvSpPr/>
            <p:nvPr/>
          </p:nvSpPr>
          <p:spPr bwMode="auto">
            <a:xfrm>
              <a:off x="2913062" y="17462"/>
              <a:ext cx="93663" cy="138113"/>
            </a:xfrm>
            <a:custGeom>
              <a:avLst/>
              <a:gdLst>
                <a:gd name="T0" fmla="*/ 0 w 59"/>
                <a:gd name="T1" fmla="*/ 87 h 87"/>
                <a:gd name="T2" fmla="*/ 0 w 59"/>
                <a:gd name="T3" fmla="*/ 0 h 87"/>
                <a:gd name="T4" fmla="*/ 15 w 59"/>
                <a:gd name="T5" fmla="*/ 0 h 87"/>
                <a:gd name="T6" fmla="*/ 15 w 59"/>
                <a:gd name="T7" fmla="*/ 35 h 87"/>
                <a:gd name="T8" fmla="*/ 44 w 59"/>
                <a:gd name="T9" fmla="*/ 35 h 87"/>
                <a:gd name="T10" fmla="*/ 44 w 59"/>
                <a:gd name="T11" fmla="*/ 0 h 87"/>
                <a:gd name="T12" fmla="*/ 59 w 59"/>
                <a:gd name="T13" fmla="*/ 0 h 87"/>
                <a:gd name="T14" fmla="*/ 59 w 59"/>
                <a:gd name="T15" fmla="*/ 87 h 87"/>
                <a:gd name="T16" fmla="*/ 44 w 59"/>
                <a:gd name="T17" fmla="*/ 87 h 87"/>
                <a:gd name="T18" fmla="*/ 44 w 59"/>
                <a:gd name="T19" fmla="*/ 49 h 87"/>
                <a:gd name="T20" fmla="*/ 15 w 59"/>
                <a:gd name="T21" fmla="*/ 49 h 87"/>
                <a:gd name="T22" fmla="*/ 15 w 59"/>
                <a:gd name="T23" fmla="*/ 87 h 87"/>
                <a:gd name="T24" fmla="*/ 0 w 59"/>
                <a:gd name="T25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9" h="87">
                  <a:moveTo>
                    <a:pt x="0" y="87"/>
                  </a:moveTo>
                  <a:lnTo>
                    <a:pt x="0" y="0"/>
                  </a:lnTo>
                  <a:lnTo>
                    <a:pt x="15" y="0"/>
                  </a:lnTo>
                  <a:lnTo>
                    <a:pt x="15" y="35"/>
                  </a:lnTo>
                  <a:lnTo>
                    <a:pt x="44" y="35"/>
                  </a:lnTo>
                  <a:lnTo>
                    <a:pt x="44" y="0"/>
                  </a:lnTo>
                  <a:lnTo>
                    <a:pt x="59" y="0"/>
                  </a:lnTo>
                  <a:lnTo>
                    <a:pt x="59" y="87"/>
                  </a:lnTo>
                  <a:lnTo>
                    <a:pt x="44" y="87"/>
                  </a:lnTo>
                  <a:lnTo>
                    <a:pt x="44" y="49"/>
                  </a:lnTo>
                  <a:lnTo>
                    <a:pt x="15" y="49"/>
                  </a:lnTo>
                  <a:lnTo>
                    <a:pt x="15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8" name="Freeform 47"/>
            <p:cNvSpPr/>
            <p:nvPr/>
          </p:nvSpPr>
          <p:spPr bwMode="auto">
            <a:xfrm>
              <a:off x="3030537" y="17462"/>
              <a:ext cx="92075" cy="138113"/>
            </a:xfrm>
            <a:custGeom>
              <a:avLst/>
              <a:gdLst>
                <a:gd name="T0" fmla="*/ 0 w 58"/>
                <a:gd name="T1" fmla="*/ 87 h 87"/>
                <a:gd name="T2" fmla="*/ 0 w 58"/>
                <a:gd name="T3" fmla="*/ 0 h 87"/>
                <a:gd name="T4" fmla="*/ 14 w 58"/>
                <a:gd name="T5" fmla="*/ 0 h 87"/>
                <a:gd name="T6" fmla="*/ 44 w 58"/>
                <a:gd name="T7" fmla="*/ 58 h 87"/>
                <a:gd name="T8" fmla="*/ 44 w 58"/>
                <a:gd name="T9" fmla="*/ 0 h 87"/>
                <a:gd name="T10" fmla="*/ 58 w 58"/>
                <a:gd name="T11" fmla="*/ 0 h 87"/>
                <a:gd name="T12" fmla="*/ 58 w 58"/>
                <a:gd name="T13" fmla="*/ 87 h 87"/>
                <a:gd name="T14" fmla="*/ 43 w 58"/>
                <a:gd name="T15" fmla="*/ 87 h 87"/>
                <a:gd name="T16" fmla="*/ 14 w 58"/>
                <a:gd name="T17" fmla="*/ 31 h 87"/>
                <a:gd name="T18" fmla="*/ 14 w 58"/>
                <a:gd name="T19" fmla="*/ 87 h 87"/>
                <a:gd name="T20" fmla="*/ 0 w 58"/>
                <a:gd name="T21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8" h="87">
                  <a:moveTo>
                    <a:pt x="0" y="87"/>
                  </a:moveTo>
                  <a:lnTo>
                    <a:pt x="0" y="0"/>
                  </a:lnTo>
                  <a:lnTo>
                    <a:pt x="14" y="0"/>
                  </a:lnTo>
                  <a:lnTo>
                    <a:pt x="44" y="58"/>
                  </a:lnTo>
                  <a:lnTo>
                    <a:pt x="44" y="0"/>
                  </a:lnTo>
                  <a:lnTo>
                    <a:pt x="58" y="0"/>
                  </a:lnTo>
                  <a:lnTo>
                    <a:pt x="58" y="87"/>
                  </a:lnTo>
                  <a:lnTo>
                    <a:pt x="43" y="87"/>
                  </a:lnTo>
                  <a:lnTo>
                    <a:pt x="14" y="31"/>
                  </a:lnTo>
                  <a:lnTo>
                    <a:pt x="14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9" name="Freeform 48"/>
            <p:cNvSpPr>
              <a:spLocks noEditPoints="1"/>
            </p:cNvSpPr>
            <p:nvPr/>
          </p:nvSpPr>
          <p:spPr bwMode="auto">
            <a:xfrm>
              <a:off x="3143250" y="15875"/>
              <a:ext cx="112713" cy="142875"/>
            </a:xfrm>
            <a:custGeom>
              <a:avLst/>
              <a:gdLst>
                <a:gd name="T0" fmla="*/ 0 w 148"/>
                <a:gd name="T1" fmla="*/ 94 h 186"/>
                <a:gd name="T2" fmla="*/ 7 w 148"/>
                <a:gd name="T3" fmla="*/ 48 h 186"/>
                <a:gd name="T4" fmla="*/ 21 w 148"/>
                <a:gd name="T5" fmla="*/ 23 h 186"/>
                <a:gd name="T6" fmla="*/ 41 w 148"/>
                <a:gd name="T7" fmla="*/ 7 h 186"/>
                <a:gd name="T8" fmla="*/ 74 w 148"/>
                <a:gd name="T9" fmla="*/ 0 h 186"/>
                <a:gd name="T10" fmla="*/ 128 w 148"/>
                <a:gd name="T11" fmla="*/ 25 h 186"/>
                <a:gd name="T12" fmla="*/ 148 w 148"/>
                <a:gd name="T13" fmla="*/ 93 h 186"/>
                <a:gd name="T14" fmla="*/ 128 w 148"/>
                <a:gd name="T15" fmla="*/ 161 h 186"/>
                <a:gd name="T16" fmla="*/ 74 w 148"/>
                <a:gd name="T17" fmla="*/ 186 h 186"/>
                <a:gd name="T18" fmla="*/ 20 w 148"/>
                <a:gd name="T19" fmla="*/ 161 h 186"/>
                <a:gd name="T20" fmla="*/ 0 w 148"/>
                <a:gd name="T21" fmla="*/ 94 h 186"/>
                <a:gd name="T22" fmla="*/ 32 w 148"/>
                <a:gd name="T23" fmla="*/ 93 h 186"/>
                <a:gd name="T24" fmla="*/ 44 w 148"/>
                <a:gd name="T25" fmla="*/ 139 h 186"/>
                <a:gd name="T26" fmla="*/ 74 w 148"/>
                <a:gd name="T27" fmla="*/ 155 h 186"/>
                <a:gd name="T28" fmla="*/ 104 w 148"/>
                <a:gd name="T29" fmla="*/ 139 h 186"/>
                <a:gd name="T30" fmla="*/ 116 w 148"/>
                <a:gd name="T31" fmla="*/ 92 h 186"/>
                <a:gd name="T32" fmla="*/ 105 w 148"/>
                <a:gd name="T33" fmla="*/ 46 h 186"/>
                <a:gd name="T34" fmla="*/ 74 w 148"/>
                <a:gd name="T35" fmla="*/ 31 h 186"/>
                <a:gd name="T36" fmla="*/ 43 w 148"/>
                <a:gd name="T37" fmla="*/ 46 h 186"/>
                <a:gd name="T38" fmla="*/ 32 w 148"/>
                <a:gd name="T39" fmla="*/ 93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8" h="186">
                  <a:moveTo>
                    <a:pt x="0" y="94"/>
                  </a:moveTo>
                  <a:cubicBezTo>
                    <a:pt x="0" y="76"/>
                    <a:pt x="2" y="60"/>
                    <a:pt x="7" y="48"/>
                  </a:cubicBezTo>
                  <a:cubicBezTo>
                    <a:pt x="11" y="39"/>
                    <a:pt x="15" y="31"/>
                    <a:pt x="21" y="23"/>
                  </a:cubicBezTo>
                  <a:cubicBezTo>
                    <a:pt x="27" y="16"/>
                    <a:pt x="34" y="11"/>
                    <a:pt x="41" y="7"/>
                  </a:cubicBezTo>
                  <a:cubicBezTo>
                    <a:pt x="50" y="3"/>
                    <a:pt x="61" y="0"/>
                    <a:pt x="74" y="0"/>
                  </a:cubicBezTo>
                  <a:cubicBezTo>
                    <a:pt x="96" y="0"/>
                    <a:pt x="114" y="8"/>
                    <a:pt x="128" y="25"/>
                  </a:cubicBezTo>
                  <a:cubicBezTo>
                    <a:pt x="141" y="41"/>
                    <a:pt x="148" y="64"/>
                    <a:pt x="148" y="93"/>
                  </a:cubicBezTo>
                  <a:cubicBezTo>
                    <a:pt x="148" y="122"/>
                    <a:pt x="141" y="145"/>
                    <a:pt x="128" y="161"/>
                  </a:cubicBezTo>
                  <a:cubicBezTo>
                    <a:pt x="115" y="177"/>
                    <a:pt x="97" y="186"/>
                    <a:pt x="74" y="186"/>
                  </a:cubicBezTo>
                  <a:cubicBezTo>
                    <a:pt x="52" y="186"/>
                    <a:pt x="34" y="177"/>
                    <a:pt x="20" y="161"/>
                  </a:cubicBezTo>
                  <a:cubicBezTo>
                    <a:pt x="7" y="145"/>
                    <a:pt x="0" y="122"/>
                    <a:pt x="0" y="94"/>
                  </a:cubicBezTo>
                  <a:close/>
                  <a:moveTo>
                    <a:pt x="32" y="93"/>
                  </a:moveTo>
                  <a:cubicBezTo>
                    <a:pt x="32" y="113"/>
                    <a:pt x="36" y="128"/>
                    <a:pt x="44" y="139"/>
                  </a:cubicBezTo>
                  <a:cubicBezTo>
                    <a:pt x="52" y="149"/>
                    <a:pt x="62" y="155"/>
                    <a:pt x="74" y="155"/>
                  </a:cubicBezTo>
                  <a:cubicBezTo>
                    <a:pt x="86" y="155"/>
                    <a:pt x="97" y="149"/>
                    <a:pt x="104" y="139"/>
                  </a:cubicBezTo>
                  <a:cubicBezTo>
                    <a:pt x="112" y="129"/>
                    <a:pt x="116" y="113"/>
                    <a:pt x="116" y="92"/>
                  </a:cubicBezTo>
                  <a:cubicBezTo>
                    <a:pt x="116" y="72"/>
                    <a:pt x="112" y="56"/>
                    <a:pt x="105" y="46"/>
                  </a:cubicBezTo>
                  <a:cubicBezTo>
                    <a:pt x="97" y="36"/>
                    <a:pt x="87" y="31"/>
                    <a:pt x="74" y="31"/>
                  </a:cubicBezTo>
                  <a:cubicBezTo>
                    <a:pt x="61" y="31"/>
                    <a:pt x="51" y="36"/>
                    <a:pt x="43" y="46"/>
                  </a:cubicBezTo>
                  <a:cubicBezTo>
                    <a:pt x="36" y="57"/>
                    <a:pt x="32" y="72"/>
                    <a:pt x="32" y="9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0" name="Freeform 49"/>
            <p:cNvSpPr/>
            <p:nvPr/>
          </p:nvSpPr>
          <p:spPr bwMode="auto">
            <a:xfrm>
              <a:off x="3275012" y="19050"/>
              <a:ext cx="80963" cy="136525"/>
            </a:xfrm>
            <a:custGeom>
              <a:avLst/>
              <a:gdLst>
                <a:gd name="T0" fmla="*/ 0 w 51"/>
                <a:gd name="T1" fmla="*/ 86 h 86"/>
                <a:gd name="T2" fmla="*/ 0 w 51"/>
                <a:gd name="T3" fmla="*/ 0 h 86"/>
                <a:gd name="T4" fmla="*/ 14 w 51"/>
                <a:gd name="T5" fmla="*/ 0 h 86"/>
                <a:gd name="T6" fmla="*/ 14 w 51"/>
                <a:gd name="T7" fmla="*/ 71 h 86"/>
                <a:gd name="T8" fmla="*/ 51 w 51"/>
                <a:gd name="T9" fmla="*/ 71 h 86"/>
                <a:gd name="T10" fmla="*/ 51 w 51"/>
                <a:gd name="T11" fmla="*/ 86 h 86"/>
                <a:gd name="T12" fmla="*/ 0 w 51"/>
                <a:gd name="T13" fmla="*/ 8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1" h="86">
                  <a:moveTo>
                    <a:pt x="0" y="86"/>
                  </a:moveTo>
                  <a:lnTo>
                    <a:pt x="0" y="0"/>
                  </a:lnTo>
                  <a:lnTo>
                    <a:pt x="14" y="0"/>
                  </a:lnTo>
                  <a:lnTo>
                    <a:pt x="14" y="71"/>
                  </a:lnTo>
                  <a:lnTo>
                    <a:pt x="51" y="71"/>
                  </a:lnTo>
                  <a:lnTo>
                    <a:pt x="51" y="86"/>
                  </a:lnTo>
                  <a:lnTo>
                    <a:pt x="0" y="8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1" name="Freeform 50"/>
            <p:cNvSpPr>
              <a:spLocks noEditPoints="1"/>
            </p:cNvSpPr>
            <p:nvPr/>
          </p:nvSpPr>
          <p:spPr bwMode="auto">
            <a:xfrm>
              <a:off x="3368675" y="15875"/>
              <a:ext cx="112713" cy="142875"/>
            </a:xfrm>
            <a:custGeom>
              <a:avLst/>
              <a:gdLst>
                <a:gd name="T0" fmla="*/ 0 w 147"/>
                <a:gd name="T1" fmla="*/ 94 h 186"/>
                <a:gd name="T2" fmla="*/ 7 w 147"/>
                <a:gd name="T3" fmla="*/ 48 h 186"/>
                <a:gd name="T4" fmla="*/ 21 w 147"/>
                <a:gd name="T5" fmla="*/ 23 h 186"/>
                <a:gd name="T6" fmla="*/ 40 w 147"/>
                <a:gd name="T7" fmla="*/ 7 h 186"/>
                <a:gd name="T8" fmla="*/ 73 w 147"/>
                <a:gd name="T9" fmla="*/ 0 h 186"/>
                <a:gd name="T10" fmla="*/ 127 w 147"/>
                <a:gd name="T11" fmla="*/ 25 h 186"/>
                <a:gd name="T12" fmla="*/ 147 w 147"/>
                <a:gd name="T13" fmla="*/ 93 h 186"/>
                <a:gd name="T14" fmla="*/ 127 w 147"/>
                <a:gd name="T15" fmla="*/ 161 h 186"/>
                <a:gd name="T16" fmla="*/ 74 w 147"/>
                <a:gd name="T17" fmla="*/ 186 h 186"/>
                <a:gd name="T18" fmla="*/ 20 w 147"/>
                <a:gd name="T19" fmla="*/ 161 h 186"/>
                <a:gd name="T20" fmla="*/ 0 w 147"/>
                <a:gd name="T21" fmla="*/ 94 h 186"/>
                <a:gd name="T22" fmla="*/ 31 w 147"/>
                <a:gd name="T23" fmla="*/ 93 h 186"/>
                <a:gd name="T24" fmla="*/ 43 w 147"/>
                <a:gd name="T25" fmla="*/ 139 h 186"/>
                <a:gd name="T26" fmla="*/ 74 w 147"/>
                <a:gd name="T27" fmla="*/ 155 h 186"/>
                <a:gd name="T28" fmla="*/ 104 w 147"/>
                <a:gd name="T29" fmla="*/ 139 h 186"/>
                <a:gd name="T30" fmla="*/ 116 w 147"/>
                <a:gd name="T31" fmla="*/ 92 h 186"/>
                <a:gd name="T32" fmla="*/ 104 w 147"/>
                <a:gd name="T33" fmla="*/ 46 h 186"/>
                <a:gd name="T34" fmla="*/ 74 w 147"/>
                <a:gd name="T35" fmla="*/ 31 h 186"/>
                <a:gd name="T36" fmla="*/ 43 w 147"/>
                <a:gd name="T37" fmla="*/ 46 h 186"/>
                <a:gd name="T38" fmla="*/ 31 w 147"/>
                <a:gd name="T39" fmla="*/ 93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7" h="186">
                  <a:moveTo>
                    <a:pt x="0" y="94"/>
                  </a:moveTo>
                  <a:cubicBezTo>
                    <a:pt x="0" y="76"/>
                    <a:pt x="2" y="60"/>
                    <a:pt x="7" y="48"/>
                  </a:cubicBezTo>
                  <a:cubicBezTo>
                    <a:pt x="10" y="39"/>
                    <a:pt x="15" y="31"/>
                    <a:pt x="21" y="23"/>
                  </a:cubicBezTo>
                  <a:cubicBezTo>
                    <a:pt x="27" y="16"/>
                    <a:pt x="33" y="11"/>
                    <a:pt x="40" y="7"/>
                  </a:cubicBezTo>
                  <a:cubicBezTo>
                    <a:pt x="50" y="3"/>
                    <a:pt x="61" y="0"/>
                    <a:pt x="73" y="0"/>
                  </a:cubicBezTo>
                  <a:cubicBezTo>
                    <a:pt x="96" y="0"/>
                    <a:pt x="114" y="8"/>
                    <a:pt x="127" y="25"/>
                  </a:cubicBezTo>
                  <a:cubicBezTo>
                    <a:pt x="141" y="41"/>
                    <a:pt x="147" y="64"/>
                    <a:pt x="147" y="93"/>
                  </a:cubicBezTo>
                  <a:cubicBezTo>
                    <a:pt x="147" y="122"/>
                    <a:pt x="141" y="145"/>
                    <a:pt x="127" y="161"/>
                  </a:cubicBezTo>
                  <a:cubicBezTo>
                    <a:pt x="114" y="177"/>
                    <a:pt x="96" y="186"/>
                    <a:pt x="74" y="186"/>
                  </a:cubicBezTo>
                  <a:cubicBezTo>
                    <a:pt x="51" y="186"/>
                    <a:pt x="33" y="177"/>
                    <a:pt x="20" y="161"/>
                  </a:cubicBezTo>
                  <a:cubicBezTo>
                    <a:pt x="6" y="145"/>
                    <a:pt x="0" y="122"/>
                    <a:pt x="0" y="94"/>
                  </a:cubicBezTo>
                  <a:close/>
                  <a:moveTo>
                    <a:pt x="31" y="93"/>
                  </a:moveTo>
                  <a:cubicBezTo>
                    <a:pt x="31" y="113"/>
                    <a:pt x="35" y="128"/>
                    <a:pt x="43" y="139"/>
                  </a:cubicBezTo>
                  <a:cubicBezTo>
                    <a:pt x="51" y="149"/>
                    <a:pt x="61" y="155"/>
                    <a:pt x="74" y="155"/>
                  </a:cubicBezTo>
                  <a:cubicBezTo>
                    <a:pt x="86" y="155"/>
                    <a:pt x="96" y="149"/>
                    <a:pt x="104" y="139"/>
                  </a:cubicBezTo>
                  <a:cubicBezTo>
                    <a:pt x="112" y="129"/>
                    <a:pt x="116" y="113"/>
                    <a:pt x="116" y="92"/>
                  </a:cubicBezTo>
                  <a:cubicBezTo>
                    <a:pt x="116" y="72"/>
                    <a:pt x="112" y="56"/>
                    <a:pt x="104" y="46"/>
                  </a:cubicBezTo>
                  <a:cubicBezTo>
                    <a:pt x="97" y="36"/>
                    <a:pt x="86" y="31"/>
                    <a:pt x="74" y="31"/>
                  </a:cubicBezTo>
                  <a:cubicBezTo>
                    <a:pt x="61" y="31"/>
                    <a:pt x="51" y="36"/>
                    <a:pt x="43" y="46"/>
                  </a:cubicBezTo>
                  <a:cubicBezTo>
                    <a:pt x="35" y="57"/>
                    <a:pt x="31" y="72"/>
                    <a:pt x="31" y="9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2" name="Freeform 51"/>
            <p:cNvSpPr/>
            <p:nvPr/>
          </p:nvSpPr>
          <p:spPr bwMode="auto">
            <a:xfrm>
              <a:off x="3495675" y="15875"/>
              <a:ext cx="109538" cy="142875"/>
            </a:xfrm>
            <a:custGeom>
              <a:avLst/>
              <a:gdLst>
                <a:gd name="T0" fmla="*/ 76 w 143"/>
                <a:gd name="T1" fmla="*/ 117 h 186"/>
                <a:gd name="T2" fmla="*/ 76 w 143"/>
                <a:gd name="T3" fmla="*/ 86 h 186"/>
                <a:gd name="T4" fmla="*/ 143 w 143"/>
                <a:gd name="T5" fmla="*/ 86 h 186"/>
                <a:gd name="T6" fmla="*/ 143 w 143"/>
                <a:gd name="T7" fmla="*/ 158 h 186"/>
                <a:gd name="T8" fmla="*/ 115 w 143"/>
                <a:gd name="T9" fmla="*/ 177 h 186"/>
                <a:gd name="T10" fmla="*/ 77 w 143"/>
                <a:gd name="T11" fmla="*/ 186 h 186"/>
                <a:gd name="T12" fmla="*/ 36 w 143"/>
                <a:gd name="T13" fmla="*/ 174 h 186"/>
                <a:gd name="T14" fmla="*/ 9 w 143"/>
                <a:gd name="T15" fmla="*/ 140 h 186"/>
                <a:gd name="T16" fmla="*/ 0 w 143"/>
                <a:gd name="T17" fmla="*/ 92 h 186"/>
                <a:gd name="T18" fmla="*/ 10 w 143"/>
                <a:gd name="T19" fmla="*/ 42 h 186"/>
                <a:gd name="T20" fmla="*/ 39 w 143"/>
                <a:gd name="T21" fmla="*/ 9 h 186"/>
                <a:gd name="T22" fmla="*/ 76 w 143"/>
                <a:gd name="T23" fmla="*/ 0 h 186"/>
                <a:gd name="T24" fmla="*/ 120 w 143"/>
                <a:gd name="T25" fmla="*/ 14 h 186"/>
                <a:gd name="T26" fmla="*/ 141 w 143"/>
                <a:gd name="T27" fmla="*/ 53 h 186"/>
                <a:gd name="T28" fmla="*/ 110 w 143"/>
                <a:gd name="T29" fmla="*/ 60 h 186"/>
                <a:gd name="T30" fmla="*/ 98 w 143"/>
                <a:gd name="T31" fmla="*/ 39 h 186"/>
                <a:gd name="T32" fmla="*/ 76 w 143"/>
                <a:gd name="T33" fmla="*/ 31 h 186"/>
                <a:gd name="T34" fmla="*/ 44 w 143"/>
                <a:gd name="T35" fmla="*/ 46 h 186"/>
                <a:gd name="T36" fmla="*/ 32 w 143"/>
                <a:gd name="T37" fmla="*/ 91 h 186"/>
                <a:gd name="T38" fmla="*/ 44 w 143"/>
                <a:gd name="T39" fmla="*/ 139 h 186"/>
                <a:gd name="T40" fmla="*/ 75 w 143"/>
                <a:gd name="T41" fmla="*/ 155 h 186"/>
                <a:gd name="T42" fmla="*/ 95 w 143"/>
                <a:gd name="T43" fmla="*/ 150 h 186"/>
                <a:gd name="T44" fmla="*/ 112 w 143"/>
                <a:gd name="T45" fmla="*/ 139 h 186"/>
                <a:gd name="T46" fmla="*/ 112 w 143"/>
                <a:gd name="T47" fmla="*/ 117 h 186"/>
                <a:gd name="T48" fmla="*/ 76 w 143"/>
                <a:gd name="T49" fmla="*/ 117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43" h="186">
                  <a:moveTo>
                    <a:pt x="76" y="117"/>
                  </a:moveTo>
                  <a:cubicBezTo>
                    <a:pt x="76" y="86"/>
                    <a:pt x="76" y="86"/>
                    <a:pt x="76" y="86"/>
                  </a:cubicBezTo>
                  <a:cubicBezTo>
                    <a:pt x="143" y="86"/>
                    <a:pt x="143" y="86"/>
                    <a:pt x="143" y="86"/>
                  </a:cubicBezTo>
                  <a:cubicBezTo>
                    <a:pt x="143" y="158"/>
                    <a:pt x="143" y="158"/>
                    <a:pt x="143" y="158"/>
                  </a:cubicBezTo>
                  <a:cubicBezTo>
                    <a:pt x="136" y="165"/>
                    <a:pt x="127" y="172"/>
                    <a:pt x="115" y="177"/>
                  </a:cubicBezTo>
                  <a:cubicBezTo>
                    <a:pt x="102" y="183"/>
                    <a:pt x="90" y="186"/>
                    <a:pt x="77" y="186"/>
                  </a:cubicBezTo>
                  <a:cubicBezTo>
                    <a:pt x="62" y="186"/>
                    <a:pt x="48" y="182"/>
                    <a:pt x="36" y="174"/>
                  </a:cubicBezTo>
                  <a:cubicBezTo>
                    <a:pt x="24" y="166"/>
                    <a:pt x="15" y="155"/>
                    <a:pt x="9" y="140"/>
                  </a:cubicBezTo>
                  <a:cubicBezTo>
                    <a:pt x="3" y="125"/>
                    <a:pt x="0" y="109"/>
                    <a:pt x="0" y="92"/>
                  </a:cubicBezTo>
                  <a:cubicBezTo>
                    <a:pt x="0" y="74"/>
                    <a:pt x="3" y="57"/>
                    <a:pt x="10" y="42"/>
                  </a:cubicBezTo>
                  <a:cubicBezTo>
                    <a:pt x="17" y="28"/>
                    <a:pt x="27" y="17"/>
                    <a:pt x="39" y="9"/>
                  </a:cubicBezTo>
                  <a:cubicBezTo>
                    <a:pt x="49" y="3"/>
                    <a:pt x="61" y="0"/>
                    <a:pt x="76" y="0"/>
                  </a:cubicBezTo>
                  <a:cubicBezTo>
                    <a:pt x="95" y="0"/>
                    <a:pt x="109" y="5"/>
                    <a:pt x="120" y="14"/>
                  </a:cubicBezTo>
                  <a:cubicBezTo>
                    <a:pt x="131" y="24"/>
                    <a:pt x="138" y="36"/>
                    <a:pt x="141" y="53"/>
                  </a:cubicBezTo>
                  <a:cubicBezTo>
                    <a:pt x="110" y="60"/>
                    <a:pt x="110" y="60"/>
                    <a:pt x="110" y="60"/>
                  </a:cubicBezTo>
                  <a:cubicBezTo>
                    <a:pt x="108" y="51"/>
                    <a:pt x="104" y="44"/>
                    <a:pt x="98" y="39"/>
                  </a:cubicBezTo>
                  <a:cubicBezTo>
                    <a:pt x="92" y="34"/>
                    <a:pt x="85" y="31"/>
                    <a:pt x="76" y="31"/>
                  </a:cubicBezTo>
                  <a:cubicBezTo>
                    <a:pt x="62" y="31"/>
                    <a:pt x="52" y="36"/>
                    <a:pt x="44" y="46"/>
                  </a:cubicBezTo>
                  <a:cubicBezTo>
                    <a:pt x="36" y="56"/>
                    <a:pt x="32" y="71"/>
                    <a:pt x="32" y="91"/>
                  </a:cubicBezTo>
                  <a:cubicBezTo>
                    <a:pt x="32" y="112"/>
                    <a:pt x="36" y="128"/>
                    <a:pt x="44" y="139"/>
                  </a:cubicBezTo>
                  <a:cubicBezTo>
                    <a:pt x="52" y="149"/>
                    <a:pt x="62" y="155"/>
                    <a:pt x="75" y="155"/>
                  </a:cubicBezTo>
                  <a:cubicBezTo>
                    <a:pt x="82" y="155"/>
                    <a:pt x="88" y="153"/>
                    <a:pt x="95" y="150"/>
                  </a:cubicBezTo>
                  <a:cubicBezTo>
                    <a:pt x="101" y="147"/>
                    <a:pt x="107" y="144"/>
                    <a:pt x="112" y="139"/>
                  </a:cubicBezTo>
                  <a:cubicBezTo>
                    <a:pt x="112" y="117"/>
                    <a:pt x="112" y="117"/>
                    <a:pt x="112" y="117"/>
                  </a:cubicBezTo>
                  <a:lnTo>
                    <a:pt x="76" y="11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3" name="Freeform 52"/>
            <p:cNvSpPr/>
            <p:nvPr/>
          </p:nvSpPr>
          <p:spPr bwMode="auto">
            <a:xfrm>
              <a:off x="3614737" y="17462"/>
              <a:ext cx="107950" cy="138113"/>
            </a:xfrm>
            <a:custGeom>
              <a:avLst/>
              <a:gdLst>
                <a:gd name="T0" fmla="*/ 26 w 68"/>
                <a:gd name="T1" fmla="*/ 87 h 87"/>
                <a:gd name="T2" fmla="*/ 26 w 68"/>
                <a:gd name="T3" fmla="*/ 51 h 87"/>
                <a:gd name="T4" fmla="*/ 0 w 68"/>
                <a:gd name="T5" fmla="*/ 0 h 87"/>
                <a:gd name="T6" fmla="*/ 17 w 68"/>
                <a:gd name="T7" fmla="*/ 0 h 87"/>
                <a:gd name="T8" fmla="*/ 34 w 68"/>
                <a:gd name="T9" fmla="*/ 35 h 87"/>
                <a:gd name="T10" fmla="*/ 51 w 68"/>
                <a:gd name="T11" fmla="*/ 0 h 87"/>
                <a:gd name="T12" fmla="*/ 68 w 68"/>
                <a:gd name="T13" fmla="*/ 0 h 87"/>
                <a:gd name="T14" fmla="*/ 41 w 68"/>
                <a:gd name="T15" fmla="*/ 51 h 87"/>
                <a:gd name="T16" fmla="*/ 41 w 68"/>
                <a:gd name="T17" fmla="*/ 87 h 87"/>
                <a:gd name="T18" fmla="*/ 26 w 68"/>
                <a:gd name="T19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8" h="87">
                  <a:moveTo>
                    <a:pt x="26" y="87"/>
                  </a:moveTo>
                  <a:lnTo>
                    <a:pt x="26" y="51"/>
                  </a:lnTo>
                  <a:lnTo>
                    <a:pt x="0" y="0"/>
                  </a:lnTo>
                  <a:lnTo>
                    <a:pt x="17" y="0"/>
                  </a:lnTo>
                  <a:lnTo>
                    <a:pt x="34" y="35"/>
                  </a:lnTo>
                  <a:lnTo>
                    <a:pt x="51" y="0"/>
                  </a:lnTo>
                  <a:lnTo>
                    <a:pt x="68" y="0"/>
                  </a:lnTo>
                  <a:lnTo>
                    <a:pt x="41" y="51"/>
                  </a:lnTo>
                  <a:lnTo>
                    <a:pt x="41" y="87"/>
                  </a:lnTo>
                  <a:lnTo>
                    <a:pt x="26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4" name="Freeform 53"/>
            <p:cNvSpPr>
              <a:spLocks noEditPoints="1"/>
            </p:cNvSpPr>
            <p:nvPr/>
          </p:nvSpPr>
          <p:spPr bwMode="auto">
            <a:xfrm>
              <a:off x="-2189163" y="-1093788"/>
              <a:ext cx="1360488" cy="1363663"/>
            </a:xfrm>
            <a:custGeom>
              <a:avLst/>
              <a:gdLst>
                <a:gd name="T0" fmla="*/ 891 w 1781"/>
                <a:gd name="T1" fmla="*/ 0 h 1781"/>
                <a:gd name="T2" fmla="*/ 0 w 1781"/>
                <a:gd name="T3" fmla="*/ 891 h 1781"/>
                <a:gd name="T4" fmla="*/ 891 w 1781"/>
                <a:gd name="T5" fmla="*/ 1781 h 1781"/>
                <a:gd name="T6" fmla="*/ 1781 w 1781"/>
                <a:gd name="T7" fmla="*/ 891 h 1781"/>
                <a:gd name="T8" fmla="*/ 891 w 1781"/>
                <a:gd name="T9" fmla="*/ 0 h 1781"/>
                <a:gd name="T10" fmla="*/ 891 w 1781"/>
                <a:gd name="T11" fmla="*/ 1762 h 1781"/>
                <a:gd name="T12" fmla="*/ 20 w 1781"/>
                <a:gd name="T13" fmla="*/ 891 h 1781"/>
                <a:gd name="T14" fmla="*/ 891 w 1781"/>
                <a:gd name="T15" fmla="*/ 20 h 1781"/>
                <a:gd name="T16" fmla="*/ 1762 w 1781"/>
                <a:gd name="T17" fmla="*/ 891 h 1781"/>
                <a:gd name="T18" fmla="*/ 891 w 1781"/>
                <a:gd name="T19" fmla="*/ 1762 h 17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81" h="1781">
                  <a:moveTo>
                    <a:pt x="891" y="0"/>
                  </a:moveTo>
                  <a:cubicBezTo>
                    <a:pt x="399" y="0"/>
                    <a:pt x="0" y="399"/>
                    <a:pt x="0" y="891"/>
                  </a:cubicBezTo>
                  <a:cubicBezTo>
                    <a:pt x="0" y="1383"/>
                    <a:pt x="399" y="1781"/>
                    <a:pt x="891" y="1781"/>
                  </a:cubicBezTo>
                  <a:cubicBezTo>
                    <a:pt x="1382" y="1781"/>
                    <a:pt x="1781" y="1383"/>
                    <a:pt x="1781" y="891"/>
                  </a:cubicBezTo>
                  <a:cubicBezTo>
                    <a:pt x="1781" y="399"/>
                    <a:pt x="1382" y="0"/>
                    <a:pt x="891" y="0"/>
                  </a:cubicBezTo>
                  <a:close/>
                  <a:moveTo>
                    <a:pt x="891" y="1762"/>
                  </a:moveTo>
                  <a:cubicBezTo>
                    <a:pt x="410" y="1762"/>
                    <a:pt x="20" y="1372"/>
                    <a:pt x="20" y="891"/>
                  </a:cubicBezTo>
                  <a:cubicBezTo>
                    <a:pt x="20" y="410"/>
                    <a:pt x="410" y="20"/>
                    <a:pt x="891" y="20"/>
                  </a:cubicBezTo>
                  <a:cubicBezTo>
                    <a:pt x="1372" y="20"/>
                    <a:pt x="1762" y="410"/>
                    <a:pt x="1762" y="891"/>
                  </a:cubicBezTo>
                  <a:cubicBezTo>
                    <a:pt x="1762" y="1372"/>
                    <a:pt x="1372" y="1762"/>
                    <a:pt x="891" y="17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5" name="Freeform 54"/>
            <p:cNvSpPr>
              <a:spLocks noEditPoints="1"/>
            </p:cNvSpPr>
            <p:nvPr/>
          </p:nvSpPr>
          <p:spPr bwMode="auto">
            <a:xfrm>
              <a:off x="-2103438" y="-561975"/>
              <a:ext cx="1189038" cy="744538"/>
            </a:xfrm>
            <a:custGeom>
              <a:avLst/>
              <a:gdLst>
                <a:gd name="T0" fmla="*/ 41 w 1555"/>
                <a:gd name="T1" fmla="*/ 65 h 973"/>
                <a:gd name="T2" fmla="*/ 7 w 1555"/>
                <a:gd name="T3" fmla="*/ 87 h 973"/>
                <a:gd name="T4" fmla="*/ 88 w 1555"/>
                <a:gd name="T5" fmla="*/ 189 h 973"/>
                <a:gd name="T6" fmla="*/ 39 w 1555"/>
                <a:gd name="T7" fmla="*/ 294 h 973"/>
                <a:gd name="T8" fmla="*/ 8 w 1555"/>
                <a:gd name="T9" fmla="*/ 255 h 973"/>
                <a:gd name="T10" fmla="*/ 96 w 1555"/>
                <a:gd name="T11" fmla="*/ 301 h 973"/>
                <a:gd name="T12" fmla="*/ 29 w 1555"/>
                <a:gd name="T13" fmla="*/ 407 h 973"/>
                <a:gd name="T14" fmla="*/ 62 w 1555"/>
                <a:gd name="T15" fmla="*/ 438 h 973"/>
                <a:gd name="T16" fmla="*/ 121 w 1555"/>
                <a:gd name="T17" fmla="*/ 414 h 973"/>
                <a:gd name="T18" fmla="*/ 91 w 1555"/>
                <a:gd name="T19" fmla="*/ 444 h 973"/>
                <a:gd name="T20" fmla="*/ 109 w 1555"/>
                <a:gd name="T21" fmla="*/ 539 h 973"/>
                <a:gd name="T22" fmla="*/ 101 w 1555"/>
                <a:gd name="T23" fmla="*/ 576 h 973"/>
                <a:gd name="T24" fmla="*/ 126 w 1555"/>
                <a:gd name="T25" fmla="*/ 620 h 973"/>
                <a:gd name="T26" fmla="*/ 242 w 1555"/>
                <a:gd name="T27" fmla="*/ 629 h 973"/>
                <a:gd name="T28" fmla="*/ 280 w 1555"/>
                <a:gd name="T29" fmla="*/ 673 h 973"/>
                <a:gd name="T30" fmla="*/ 235 w 1555"/>
                <a:gd name="T31" fmla="*/ 753 h 973"/>
                <a:gd name="T32" fmla="*/ 331 w 1555"/>
                <a:gd name="T33" fmla="*/ 832 h 973"/>
                <a:gd name="T34" fmla="*/ 369 w 1555"/>
                <a:gd name="T35" fmla="*/ 751 h 973"/>
                <a:gd name="T36" fmla="*/ 367 w 1555"/>
                <a:gd name="T37" fmla="*/ 773 h 973"/>
                <a:gd name="T38" fmla="*/ 401 w 1555"/>
                <a:gd name="T39" fmla="*/ 805 h 973"/>
                <a:gd name="T40" fmla="*/ 411 w 1555"/>
                <a:gd name="T41" fmla="*/ 781 h 973"/>
                <a:gd name="T42" fmla="*/ 387 w 1555"/>
                <a:gd name="T43" fmla="*/ 852 h 973"/>
                <a:gd name="T44" fmla="*/ 423 w 1555"/>
                <a:gd name="T45" fmla="*/ 843 h 973"/>
                <a:gd name="T46" fmla="*/ 533 w 1555"/>
                <a:gd name="T47" fmla="*/ 841 h 973"/>
                <a:gd name="T48" fmla="*/ 533 w 1555"/>
                <a:gd name="T49" fmla="*/ 843 h 973"/>
                <a:gd name="T50" fmla="*/ 689 w 1555"/>
                <a:gd name="T51" fmla="*/ 924 h 973"/>
                <a:gd name="T52" fmla="*/ 685 w 1555"/>
                <a:gd name="T53" fmla="*/ 889 h 973"/>
                <a:gd name="T54" fmla="*/ 672 w 1555"/>
                <a:gd name="T55" fmla="*/ 898 h 973"/>
                <a:gd name="T56" fmla="*/ 755 w 1555"/>
                <a:gd name="T57" fmla="*/ 885 h 973"/>
                <a:gd name="T58" fmla="*/ 829 w 1555"/>
                <a:gd name="T59" fmla="*/ 899 h 973"/>
                <a:gd name="T60" fmla="*/ 818 w 1555"/>
                <a:gd name="T61" fmla="*/ 933 h 973"/>
                <a:gd name="T62" fmla="*/ 802 w 1555"/>
                <a:gd name="T63" fmla="*/ 966 h 973"/>
                <a:gd name="T64" fmla="*/ 887 w 1555"/>
                <a:gd name="T65" fmla="*/ 944 h 973"/>
                <a:gd name="T66" fmla="*/ 867 w 1555"/>
                <a:gd name="T67" fmla="*/ 890 h 973"/>
                <a:gd name="T68" fmla="*/ 950 w 1555"/>
                <a:gd name="T69" fmla="*/ 953 h 973"/>
                <a:gd name="T70" fmla="*/ 975 w 1555"/>
                <a:gd name="T71" fmla="*/ 871 h 973"/>
                <a:gd name="T72" fmla="*/ 1084 w 1555"/>
                <a:gd name="T73" fmla="*/ 878 h 973"/>
                <a:gd name="T74" fmla="*/ 1061 w 1555"/>
                <a:gd name="T75" fmla="*/ 824 h 973"/>
                <a:gd name="T76" fmla="*/ 1140 w 1555"/>
                <a:gd name="T77" fmla="*/ 815 h 973"/>
                <a:gd name="T78" fmla="*/ 1169 w 1555"/>
                <a:gd name="T79" fmla="*/ 836 h 973"/>
                <a:gd name="T80" fmla="*/ 1193 w 1555"/>
                <a:gd name="T81" fmla="*/ 746 h 973"/>
                <a:gd name="T82" fmla="*/ 1308 w 1555"/>
                <a:gd name="T83" fmla="*/ 762 h 973"/>
                <a:gd name="T84" fmla="*/ 1242 w 1555"/>
                <a:gd name="T85" fmla="*/ 702 h 973"/>
                <a:gd name="T86" fmla="*/ 1308 w 1555"/>
                <a:gd name="T87" fmla="*/ 734 h 973"/>
                <a:gd name="T88" fmla="*/ 1257 w 1555"/>
                <a:gd name="T89" fmla="*/ 724 h 973"/>
                <a:gd name="T90" fmla="*/ 1294 w 1555"/>
                <a:gd name="T91" fmla="*/ 756 h 973"/>
                <a:gd name="T92" fmla="*/ 1325 w 1555"/>
                <a:gd name="T93" fmla="*/ 637 h 973"/>
                <a:gd name="T94" fmla="*/ 1363 w 1555"/>
                <a:gd name="T95" fmla="*/ 559 h 973"/>
                <a:gd name="T96" fmla="*/ 1449 w 1555"/>
                <a:gd name="T97" fmla="*/ 558 h 973"/>
                <a:gd name="T98" fmla="*/ 1383 w 1555"/>
                <a:gd name="T99" fmla="*/ 521 h 973"/>
                <a:gd name="T100" fmla="*/ 1440 w 1555"/>
                <a:gd name="T101" fmla="*/ 486 h 973"/>
                <a:gd name="T102" fmla="*/ 1425 w 1555"/>
                <a:gd name="T103" fmla="*/ 431 h 973"/>
                <a:gd name="T104" fmla="*/ 1526 w 1555"/>
                <a:gd name="T105" fmla="*/ 402 h 973"/>
                <a:gd name="T106" fmla="*/ 1460 w 1555"/>
                <a:gd name="T107" fmla="*/ 346 h 973"/>
                <a:gd name="T108" fmla="*/ 1478 w 1555"/>
                <a:gd name="T109" fmla="*/ 307 h 973"/>
                <a:gd name="T110" fmla="*/ 1549 w 1555"/>
                <a:gd name="T111" fmla="*/ 281 h 973"/>
                <a:gd name="T112" fmla="*/ 1476 w 1555"/>
                <a:gd name="T113" fmla="*/ 206 h 973"/>
                <a:gd name="T114" fmla="*/ 1486 w 1555"/>
                <a:gd name="T115" fmla="*/ 165 h 973"/>
                <a:gd name="T116" fmla="*/ 1512 w 1555"/>
                <a:gd name="T117" fmla="*/ 78 h 973"/>
                <a:gd name="T118" fmla="*/ 1485 w 1555"/>
                <a:gd name="T119" fmla="*/ 82 h 973"/>
                <a:gd name="T120" fmla="*/ 1548 w 1555"/>
                <a:gd name="T121" fmla="*/ 90 h 973"/>
                <a:gd name="T122" fmla="*/ 1498 w 1555"/>
                <a:gd name="T123" fmla="*/ 29 h 9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55" h="973">
                  <a:moveTo>
                    <a:pt x="96" y="90"/>
                  </a:moveTo>
                  <a:cubicBezTo>
                    <a:pt x="10" y="73"/>
                    <a:pt x="10" y="73"/>
                    <a:pt x="10" y="73"/>
                  </a:cubicBezTo>
                  <a:cubicBezTo>
                    <a:pt x="13" y="58"/>
                    <a:pt x="13" y="58"/>
                    <a:pt x="13" y="58"/>
                  </a:cubicBezTo>
                  <a:cubicBezTo>
                    <a:pt x="75" y="40"/>
                    <a:pt x="75" y="40"/>
                    <a:pt x="75" y="40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108" y="32"/>
                    <a:pt x="108" y="32"/>
                    <a:pt x="108" y="32"/>
                  </a:cubicBezTo>
                  <a:cubicBezTo>
                    <a:pt x="105" y="47"/>
                    <a:pt x="105" y="47"/>
                    <a:pt x="105" y="47"/>
                  </a:cubicBezTo>
                  <a:cubicBezTo>
                    <a:pt x="41" y="65"/>
                    <a:pt x="41" y="65"/>
                    <a:pt x="41" y="65"/>
                  </a:cubicBezTo>
                  <a:cubicBezTo>
                    <a:pt x="99" y="77"/>
                    <a:pt x="99" y="77"/>
                    <a:pt x="99" y="77"/>
                  </a:cubicBezTo>
                  <a:lnTo>
                    <a:pt x="96" y="90"/>
                  </a:lnTo>
                  <a:close/>
                  <a:moveTo>
                    <a:pt x="91" y="140"/>
                  </a:moveTo>
                  <a:cubicBezTo>
                    <a:pt x="0" y="162"/>
                    <a:pt x="0" y="162"/>
                    <a:pt x="0" y="162"/>
                  </a:cubicBezTo>
                  <a:cubicBezTo>
                    <a:pt x="2" y="145"/>
                    <a:pt x="2" y="145"/>
                    <a:pt x="2" y="145"/>
                  </a:cubicBezTo>
                  <a:cubicBezTo>
                    <a:pt x="22" y="141"/>
                    <a:pt x="22" y="141"/>
                    <a:pt x="22" y="141"/>
                  </a:cubicBezTo>
                  <a:cubicBezTo>
                    <a:pt x="25" y="111"/>
                    <a:pt x="25" y="111"/>
                    <a:pt x="25" y="111"/>
                  </a:cubicBezTo>
                  <a:cubicBezTo>
                    <a:pt x="6" y="103"/>
                    <a:pt x="6" y="103"/>
                    <a:pt x="6" y="103"/>
                  </a:cubicBezTo>
                  <a:cubicBezTo>
                    <a:pt x="7" y="87"/>
                    <a:pt x="7" y="87"/>
                    <a:pt x="7" y="87"/>
                  </a:cubicBezTo>
                  <a:cubicBezTo>
                    <a:pt x="92" y="124"/>
                    <a:pt x="92" y="124"/>
                    <a:pt x="92" y="124"/>
                  </a:cubicBezTo>
                  <a:lnTo>
                    <a:pt x="91" y="140"/>
                  </a:lnTo>
                  <a:close/>
                  <a:moveTo>
                    <a:pt x="71" y="130"/>
                  </a:moveTo>
                  <a:cubicBezTo>
                    <a:pt x="39" y="117"/>
                    <a:pt x="39" y="117"/>
                    <a:pt x="39" y="117"/>
                  </a:cubicBezTo>
                  <a:cubicBezTo>
                    <a:pt x="38" y="137"/>
                    <a:pt x="38" y="137"/>
                    <a:pt x="38" y="137"/>
                  </a:cubicBezTo>
                  <a:lnTo>
                    <a:pt x="71" y="130"/>
                  </a:lnTo>
                  <a:close/>
                  <a:moveTo>
                    <a:pt x="89" y="220"/>
                  </a:moveTo>
                  <a:cubicBezTo>
                    <a:pt x="30" y="220"/>
                    <a:pt x="30" y="220"/>
                    <a:pt x="30" y="220"/>
                  </a:cubicBezTo>
                  <a:cubicBezTo>
                    <a:pt x="88" y="189"/>
                    <a:pt x="88" y="189"/>
                    <a:pt x="88" y="189"/>
                  </a:cubicBezTo>
                  <a:cubicBezTo>
                    <a:pt x="88" y="174"/>
                    <a:pt x="88" y="174"/>
                    <a:pt x="88" y="174"/>
                  </a:cubicBezTo>
                  <a:cubicBezTo>
                    <a:pt x="0" y="175"/>
                    <a:pt x="0" y="175"/>
                    <a:pt x="0" y="175"/>
                  </a:cubicBezTo>
                  <a:cubicBezTo>
                    <a:pt x="0" y="189"/>
                    <a:pt x="0" y="189"/>
                    <a:pt x="0" y="189"/>
                  </a:cubicBezTo>
                  <a:cubicBezTo>
                    <a:pt x="58" y="189"/>
                    <a:pt x="58" y="189"/>
                    <a:pt x="58" y="189"/>
                  </a:cubicBezTo>
                  <a:cubicBezTo>
                    <a:pt x="1" y="219"/>
                    <a:pt x="1" y="219"/>
                    <a:pt x="1" y="219"/>
                  </a:cubicBezTo>
                  <a:cubicBezTo>
                    <a:pt x="1" y="235"/>
                    <a:pt x="1" y="235"/>
                    <a:pt x="1" y="235"/>
                  </a:cubicBezTo>
                  <a:cubicBezTo>
                    <a:pt x="89" y="234"/>
                    <a:pt x="89" y="234"/>
                    <a:pt x="89" y="234"/>
                  </a:cubicBezTo>
                  <a:lnTo>
                    <a:pt x="89" y="220"/>
                  </a:lnTo>
                  <a:close/>
                  <a:moveTo>
                    <a:pt x="39" y="294"/>
                  </a:moveTo>
                  <a:cubicBezTo>
                    <a:pt x="94" y="288"/>
                    <a:pt x="94" y="288"/>
                    <a:pt x="94" y="288"/>
                  </a:cubicBezTo>
                  <a:cubicBezTo>
                    <a:pt x="93" y="273"/>
                    <a:pt x="93" y="273"/>
                    <a:pt x="93" y="273"/>
                  </a:cubicBezTo>
                  <a:cubicBezTo>
                    <a:pt x="36" y="279"/>
                    <a:pt x="36" y="279"/>
                    <a:pt x="36" y="279"/>
                  </a:cubicBezTo>
                  <a:cubicBezTo>
                    <a:pt x="29" y="280"/>
                    <a:pt x="24" y="280"/>
                    <a:pt x="22" y="278"/>
                  </a:cubicBezTo>
                  <a:cubicBezTo>
                    <a:pt x="20" y="277"/>
                    <a:pt x="18" y="275"/>
                    <a:pt x="18" y="272"/>
                  </a:cubicBezTo>
                  <a:cubicBezTo>
                    <a:pt x="18" y="268"/>
                    <a:pt x="19" y="266"/>
                    <a:pt x="22" y="264"/>
                  </a:cubicBezTo>
                  <a:cubicBezTo>
                    <a:pt x="24" y="262"/>
                    <a:pt x="27" y="262"/>
                    <a:pt x="32" y="261"/>
                  </a:cubicBezTo>
                  <a:cubicBezTo>
                    <a:pt x="29" y="247"/>
                    <a:pt x="29" y="247"/>
                    <a:pt x="29" y="247"/>
                  </a:cubicBezTo>
                  <a:cubicBezTo>
                    <a:pt x="20" y="248"/>
                    <a:pt x="13" y="251"/>
                    <a:pt x="8" y="255"/>
                  </a:cubicBezTo>
                  <a:cubicBezTo>
                    <a:pt x="4" y="260"/>
                    <a:pt x="2" y="265"/>
                    <a:pt x="3" y="273"/>
                  </a:cubicBezTo>
                  <a:cubicBezTo>
                    <a:pt x="3" y="279"/>
                    <a:pt x="5" y="284"/>
                    <a:pt x="9" y="287"/>
                  </a:cubicBezTo>
                  <a:cubicBezTo>
                    <a:pt x="12" y="291"/>
                    <a:pt x="17" y="293"/>
                    <a:pt x="22" y="294"/>
                  </a:cubicBezTo>
                  <a:cubicBezTo>
                    <a:pt x="26" y="295"/>
                    <a:pt x="32" y="295"/>
                    <a:pt x="39" y="294"/>
                  </a:cubicBezTo>
                  <a:close/>
                  <a:moveTo>
                    <a:pt x="96" y="301"/>
                  </a:moveTo>
                  <a:cubicBezTo>
                    <a:pt x="10" y="316"/>
                    <a:pt x="10" y="316"/>
                    <a:pt x="10" y="316"/>
                  </a:cubicBezTo>
                  <a:cubicBezTo>
                    <a:pt x="12" y="331"/>
                    <a:pt x="12" y="331"/>
                    <a:pt x="12" y="331"/>
                  </a:cubicBezTo>
                  <a:cubicBezTo>
                    <a:pt x="99" y="316"/>
                    <a:pt x="99" y="316"/>
                    <a:pt x="99" y="316"/>
                  </a:cubicBezTo>
                  <a:lnTo>
                    <a:pt x="96" y="301"/>
                  </a:lnTo>
                  <a:close/>
                  <a:moveTo>
                    <a:pt x="111" y="372"/>
                  </a:moveTo>
                  <a:cubicBezTo>
                    <a:pt x="54" y="386"/>
                    <a:pt x="54" y="386"/>
                    <a:pt x="54" y="386"/>
                  </a:cubicBezTo>
                  <a:cubicBezTo>
                    <a:pt x="104" y="343"/>
                    <a:pt x="104" y="343"/>
                    <a:pt x="104" y="343"/>
                  </a:cubicBezTo>
                  <a:cubicBezTo>
                    <a:pt x="100" y="328"/>
                    <a:pt x="100" y="328"/>
                    <a:pt x="100" y="328"/>
                  </a:cubicBezTo>
                  <a:cubicBezTo>
                    <a:pt x="15" y="349"/>
                    <a:pt x="15" y="349"/>
                    <a:pt x="15" y="349"/>
                  </a:cubicBezTo>
                  <a:cubicBezTo>
                    <a:pt x="18" y="363"/>
                    <a:pt x="18" y="363"/>
                    <a:pt x="18" y="363"/>
                  </a:cubicBezTo>
                  <a:cubicBezTo>
                    <a:pt x="74" y="349"/>
                    <a:pt x="74" y="349"/>
                    <a:pt x="74" y="349"/>
                  </a:cubicBezTo>
                  <a:cubicBezTo>
                    <a:pt x="25" y="392"/>
                    <a:pt x="25" y="392"/>
                    <a:pt x="25" y="392"/>
                  </a:cubicBezTo>
                  <a:cubicBezTo>
                    <a:pt x="29" y="407"/>
                    <a:pt x="29" y="407"/>
                    <a:pt x="29" y="407"/>
                  </a:cubicBezTo>
                  <a:cubicBezTo>
                    <a:pt x="114" y="386"/>
                    <a:pt x="114" y="386"/>
                    <a:pt x="114" y="386"/>
                  </a:cubicBezTo>
                  <a:lnTo>
                    <a:pt x="111" y="372"/>
                  </a:lnTo>
                  <a:close/>
                  <a:moveTo>
                    <a:pt x="91" y="444"/>
                  </a:moveTo>
                  <a:cubicBezTo>
                    <a:pt x="77" y="449"/>
                    <a:pt x="77" y="449"/>
                    <a:pt x="77" y="449"/>
                  </a:cubicBezTo>
                  <a:cubicBezTo>
                    <a:pt x="83" y="466"/>
                    <a:pt x="83" y="466"/>
                    <a:pt x="83" y="466"/>
                  </a:cubicBezTo>
                  <a:cubicBezTo>
                    <a:pt x="72" y="469"/>
                    <a:pt x="72" y="469"/>
                    <a:pt x="72" y="469"/>
                  </a:cubicBezTo>
                  <a:cubicBezTo>
                    <a:pt x="70" y="468"/>
                    <a:pt x="67" y="466"/>
                    <a:pt x="65" y="463"/>
                  </a:cubicBezTo>
                  <a:cubicBezTo>
                    <a:pt x="62" y="461"/>
                    <a:pt x="61" y="458"/>
                    <a:pt x="59" y="455"/>
                  </a:cubicBezTo>
                  <a:cubicBezTo>
                    <a:pt x="57" y="449"/>
                    <a:pt x="58" y="443"/>
                    <a:pt x="62" y="438"/>
                  </a:cubicBezTo>
                  <a:cubicBezTo>
                    <a:pt x="65" y="433"/>
                    <a:pt x="72" y="428"/>
                    <a:pt x="82" y="424"/>
                  </a:cubicBezTo>
                  <a:cubicBezTo>
                    <a:pt x="91" y="421"/>
                    <a:pt x="98" y="420"/>
                    <a:pt x="104" y="422"/>
                  </a:cubicBezTo>
                  <a:cubicBezTo>
                    <a:pt x="110" y="424"/>
                    <a:pt x="114" y="429"/>
                    <a:pt x="116" y="435"/>
                  </a:cubicBezTo>
                  <a:cubicBezTo>
                    <a:pt x="118" y="439"/>
                    <a:pt x="118" y="443"/>
                    <a:pt x="117" y="446"/>
                  </a:cubicBezTo>
                  <a:cubicBezTo>
                    <a:pt x="115" y="450"/>
                    <a:pt x="113" y="453"/>
                    <a:pt x="109" y="455"/>
                  </a:cubicBezTo>
                  <a:cubicBezTo>
                    <a:pt x="117" y="468"/>
                    <a:pt x="117" y="468"/>
                    <a:pt x="117" y="468"/>
                  </a:cubicBezTo>
                  <a:cubicBezTo>
                    <a:pt x="124" y="464"/>
                    <a:pt x="129" y="459"/>
                    <a:pt x="132" y="452"/>
                  </a:cubicBezTo>
                  <a:cubicBezTo>
                    <a:pt x="134" y="446"/>
                    <a:pt x="134" y="438"/>
                    <a:pt x="131" y="430"/>
                  </a:cubicBezTo>
                  <a:cubicBezTo>
                    <a:pt x="128" y="423"/>
                    <a:pt x="125" y="418"/>
                    <a:pt x="121" y="414"/>
                  </a:cubicBezTo>
                  <a:cubicBezTo>
                    <a:pt x="115" y="410"/>
                    <a:pt x="108" y="407"/>
                    <a:pt x="100" y="406"/>
                  </a:cubicBezTo>
                  <a:cubicBezTo>
                    <a:pt x="93" y="406"/>
                    <a:pt x="84" y="407"/>
                    <a:pt x="76" y="410"/>
                  </a:cubicBezTo>
                  <a:cubicBezTo>
                    <a:pt x="68" y="413"/>
                    <a:pt x="61" y="417"/>
                    <a:pt x="55" y="422"/>
                  </a:cubicBezTo>
                  <a:cubicBezTo>
                    <a:pt x="49" y="427"/>
                    <a:pt x="46" y="433"/>
                    <a:pt x="44" y="440"/>
                  </a:cubicBezTo>
                  <a:cubicBezTo>
                    <a:pt x="42" y="447"/>
                    <a:pt x="43" y="454"/>
                    <a:pt x="46" y="461"/>
                  </a:cubicBezTo>
                  <a:cubicBezTo>
                    <a:pt x="48" y="467"/>
                    <a:pt x="51" y="472"/>
                    <a:pt x="56" y="477"/>
                  </a:cubicBezTo>
                  <a:cubicBezTo>
                    <a:pt x="60" y="482"/>
                    <a:pt x="65" y="485"/>
                    <a:pt x="69" y="487"/>
                  </a:cubicBezTo>
                  <a:cubicBezTo>
                    <a:pt x="102" y="475"/>
                    <a:pt x="102" y="475"/>
                    <a:pt x="102" y="475"/>
                  </a:cubicBezTo>
                  <a:lnTo>
                    <a:pt x="91" y="444"/>
                  </a:lnTo>
                  <a:close/>
                  <a:moveTo>
                    <a:pt x="144" y="570"/>
                  </a:moveTo>
                  <a:cubicBezTo>
                    <a:pt x="184" y="548"/>
                    <a:pt x="184" y="548"/>
                    <a:pt x="184" y="548"/>
                  </a:cubicBezTo>
                  <a:cubicBezTo>
                    <a:pt x="177" y="535"/>
                    <a:pt x="177" y="535"/>
                    <a:pt x="177" y="535"/>
                  </a:cubicBezTo>
                  <a:cubicBezTo>
                    <a:pt x="135" y="558"/>
                    <a:pt x="135" y="558"/>
                    <a:pt x="135" y="558"/>
                  </a:cubicBezTo>
                  <a:cubicBezTo>
                    <a:pt x="128" y="561"/>
                    <a:pt x="124" y="563"/>
                    <a:pt x="121" y="564"/>
                  </a:cubicBezTo>
                  <a:cubicBezTo>
                    <a:pt x="118" y="565"/>
                    <a:pt x="115" y="565"/>
                    <a:pt x="112" y="564"/>
                  </a:cubicBezTo>
                  <a:cubicBezTo>
                    <a:pt x="110" y="563"/>
                    <a:pt x="107" y="561"/>
                    <a:pt x="105" y="557"/>
                  </a:cubicBezTo>
                  <a:cubicBezTo>
                    <a:pt x="103" y="553"/>
                    <a:pt x="102" y="550"/>
                    <a:pt x="103" y="547"/>
                  </a:cubicBezTo>
                  <a:cubicBezTo>
                    <a:pt x="104" y="544"/>
                    <a:pt x="106" y="541"/>
                    <a:pt x="109" y="539"/>
                  </a:cubicBezTo>
                  <a:cubicBezTo>
                    <a:pt x="110" y="537"/>
                    <a:pt x="115" y="535"/>
                    <a:pt x="121" y="531"/>
                  </a:cubicBezTo>
                  <a:cubicBezTo>
                    <a:pt x="163" y="509"/>
                    <a:pt x="163" y="509"/>
                    <a:pt x="163" y="509"/>
                  </a:cubicBezTo>
                  <a:cubicBezTo>
                    <a:pt x="156" y="495"/>
                    <a:pt x="156" y="495"/>
                    <a:pt x="156" y="495"/>
                  </a:cubicBezTo>
                  <a:cubicBezTo>
                    <a:pt x="115" y="518"/>
                    <a:pt x="115" y="518"/>
                    <a:pt x="115" y="518"/>
                  </a:cubicBezTo>
                  <a:cubicBezTo>
                    <a:pt x="106" y="522"/>
                    <a:pt x="100" y="526"/>
                    <a:pt x="96" y="529"/>
                  </a:cubicBezTo>
                  <a:cubicBezTo>
                    <a:pt x="93" y="532"/>
                    <a:pt x="91" y="534"/>
                    <a:pt x="89" y="538"/>
                  </a:cubicBezTo>
                  <a:cubicBezTo>
                    <a:pt x="88" y="541"/>
                    <a:pt x="87" y="545"/>
                    <a:pt x="87" y="549"/>
                  </a:cubicBezTo>
                  <a:cubicBezTo>
                    <a:pt x="87" y="553"/>
                    <a:pt x="89" y="558"/>
                    <a:pt x="92" y="565"/>
                  </a:cubicBezTo>
                  <a:cubicBezTo>
                    <a:pt x="95" y="570"/>
                    <a:pt x="98" y="574"/>
                    <a:pt x="101" y="576"/>
                  </a:cubicBezTo>
                  <a:cubicBezTo>
                    <a:pt x="104" y="579"/>
                    <a:pt x="108" y="580"/>
                    <a:pt x="112" y="581"/>
                  </a:cubicBezTo>
                  <a:cubicBezTo>
                    <a:pt x="115" y="581"/>
                    <a:pt x="119" y="581"/>
                    <a:pt x="123" y="579"/>
                  </a:cubicBezTo>
                  <a:cubicBezTo>
                    <a:pt x="128" y="578"/>
                    <a:pt x="135" y="575"/>
                    <a:pt x="144" y="570"/>
                  </a:cubicBezTo>
                  <a:close/>
                  <a:moveTo>
                    <a:pt x="216" y="596"/>
                  </a:moveTo>
                  <a:cubicBezTo>
                    <a:pt x="168" y="629"/>
                    <a:pt x="168" y="629"/>
                    <a:pt x="168" y="629"/>
                  </a:cubicBezTo>
                  <a:cubicBezTo>
                    <a:pt x="199" y="571"/>
                    <a:pt x="199" y="571"/>
                    <a:pt x="199" y="571"/>
                  </a:cubicBezTo>
                  <a:cubicBezTo>
                    <a:pt x="191" y="558"/>
                    <a:pt x="191" y="558"/>
                    <a:pt x="191" y="558"/>
                  </a:cubicBezTo>
                  <a:cubicBezTo>
                    <a:pt x="118" y="608"/>
                    <a:pt x="118" y="608"/>
                    <a:pt x="118" y="608"/>
                  </a:cubicBezTo>
                  <a:cubicBezTo>
                    <a:pt x="126" y="620"/>
                    <a:pt x="126" y="620"/>
                    <a:pt x="126" y="620"/>
                  </a:cubicBezTo>
                  <a:cubicBezTo>
                    <a:pt x="173" y="587"/>
                    <a:pt x="173" y="587"/>
                    <a:pt x="173" y="587"/>
                  </a:cubicBezTo>
                  <a:cubicBezTo>
                    <a:pt x="143" y="644"/>
                    <a:pt x="143" y="644"/>
                    <a:pt x="143" y="644"/>
                  </a:cubicBezTo>
                  <a:cubicBezTo>
                    <a:pt x="152" y="657"/>
                    <a:pt x="152" y="657"/>
                    <a:pt x="152" y="657"/>
                  </a:cubicBezTo>
                  <a:cubicBezTo>
                    <a:pt x="224" y="607"/>
                    <a:pt x="224" y="607"/>
                    <a:pt x="224" y="607"/>
                  </a:cubicBezTo>
                  <a:lnTo>
                    <a:pt x="216" y="596"/>
                  </a:lnTo>
                  <a:close/>
                  <a:moveTo>
                    <a:pt x="233" y="617"/>
                  </a:moveTo>
                  <a:cubicBezTo>
                    <a:pt x="163" y="672"/>
                    <a:pt x="163" y="672"/>
                    <a:pt x="163" y="672"/>
                  </a:cubicBezTo>
                  <a:cubicBezTo>
                    <a:pt x="173" y="684"/>
                    <a:pt x="173" y="684"/>
                    <a:pt x="173" y="684"/>
                  </a:cubicBezTo>
                  <a:cubicBezTo>
                    <a:pt x="242" y="629"/>
                    <a:pt x="242" y="629"/>
                    <a:pt x="242" y="629"/>
                  </a:cubicBezTo>
                  <a:lnTo>
                    <a:pt x="233" y="617"/>
                  </a:lnTo>
                  <a:close/>
                  <a:moveTo>
                    <a:pt x="280" y="673"/>
                  </a:moveTo>
                  <a:cubicBezTo>
                    <a:pt x="220" y="703"/>
                    <a:pt x="220" y="703"/>
                    <a:pt x="220" y="703"/>
                  </a:cubicBezTo>
                  <a:cubicBezTo>
                    <a:pt x="255" y="645"/>
                    <a:pt x="255" y="645"/>
                    <a:pt x="255" y="645"/>
                  </a:cubicBezTo>
                  <a:cubicBezTo>
                    <a:pt x="244" y="633"/>
                    <a:pt x="244" y="633"/>
                    <a:pt x="244" y="633"/>
                  </a:cubicBezTo>
                  <a:cubicBezTo>
                    <a:pt x="197" y="712"/>
                    <a:pt x="197" y="712"/>
                    <a:pt x="197" y="712"/>
                  </a:cubicBezTo>
                  <a:cubicBezTo>
                    <a:pt x="208" y="724"/>
                    <a:pt x="208" y="724"/>
                    <a:pt x="208" y="724"/>
                  </a:cubicBezTo>
                  <a:cubicBezTo>
                    <a:pt x="291" y="685"/>
                    <a:pt x="291" y="685"/>
                    <a:pt x="291" y="685"/>
                  </a:cubicBezTo>
                  <a:lnTo>
                    <a:pt x="280" y="673"/>
                  </a:lnTo>
                  <a:close/>
                  <a:moveTo>
                    <a:pt x="272" y="734"/>
                  </a:moveTo>
                  <a:cubicBezTo>
                    <a:pt x="300" y="759"/>
                    <a:pt x="300" y="759"/>
                    <a:pt x="300" y="759"/>
                  </a:cubicBezTo>
                  <a:cubicBezTo>
                    <a:pt x="310" y="748"/>
                    <a:pt x="310" y="748"/>
                    <a:pt x="310" y="748"/>
                  </a:cubicBezTo>
                  <a:cubicBezTo>
                    <a:pt x="282" y="723"/>
                    <a:pt x="282" y="723"/>
                    <a:pt x="282" y="723"/>
                  </a:cubicBezTo>
                  <a:cubicBezTo>
                    <a:pt x="295" y="709"/>
                    <a:pt x="295" y="709"/>
                    <a:pt x="295" y="709"/>
                  </a:cubicBezTo>
                  <a:cubicBezTo>
                    <a:pt x="325" y="736"/>
                    <a:pt x="325" y="736"/>
                    <a:pt x="325" y="736"/>
                  </a:cubicBezTo>
                  <a:cubicBezTo>
                    <a:pt x="335" y="725"/>
                    <a:pt x="335" y="725"/>
                    <a:pt x="335" y="725"/>
                  </a:cubicBezTo>
                  <a:cubicBezTo>
                    <a:pt x="294" y="688"/>
                    <a:pt x="294" y="688"/>
                    <a:pt x="294" y="688"/>
                  </a:cubicBezTo>
                  <a:cubicBezTo>
                    <a:pt x="235" y="753"/>
                    <a:pt x="235" y="753"/>
                    <a:pt x="235" y="753"/>
                  </a:cubicBezTo>
                  <a:cubicBezTo>
                    <a:pt x="277" y="791"/>
                    <a:pt x="277" y="791"/>
                    <a:pt x="277" y="791"/>
                  </a:cubicBezTo>
                  <a:cubicBezTo>
                    <a:pt x="287" y="780"/>
                    <a:pt x="287" y="780"/>
                    <a:pt x="287" y="780"/>
                  </a:cubicBezTo>
                  <a:cubicBezTo>
                    <a:pt x="256" y="752"/>
                    <a:pt x="256" y="752"/>
                    <a:pt x="256" y="752"/>
                  </a:cubicBezTo>
                  <a:lnTo>
                    <a:pt x="272" y="734"/>
                  </a:lnTo>
                  <a:close/>
                  <a:moveTo>
                    <a:pt x="348" y="796"/>
                  </a:moveTo>
                  <a:cubicBezTo>
                    <a:pt x="349" y="800"/>
                    <a:pt x="350" y="803"/>
                    <a:pt x="350" y="807"/>
                  </a:cubicBezTo>
                  <a:cubicBezTo>
                    <a:pt x="350" y="810"/>
                    <a:pt x="349" y="816"/>
                    <a:pt x="348" y="823"/>
                  </a:cubicBezTo>
                  <a:cubicBezTo>
                    <a:pt x="345" y="843"/>
                    <a:pt x="345" y="843"/>
                    <a:pt x="345" y="843"/>
                  </a:cubicBezTo>
                  <a:cubicBezTo>
                    <a:pt x="331" y="832"/>
                    <a:pt x="331" y="832"/>
                    <a:pt x="331" y="832"/>
                  </a:cubicBezTo>
                  <a:cubicBezTo>
                    <a:pt x="333" y="810"/>
                    <a:pt x="333" y="810"/>
                    <a:pt x="333" y="810"/>
                  </a:cubicBezTo>
                  <a:cubicBezTo>
                    <a:pt x="334" y="802"/>
                    <a:pt x="335" y="797"/>
                    <a:pt x="334" y="795"/>
                  </a:cubicBezTo>
                  <a:cubicBezTo>
                    <a:pt x="334" y="793"/>
                    <a:pt x="334" y="791"/>
                    <a:pt x="333" y="789"/>
                  </a:cubicBezTo>
                  <a:cubicBezTo>
                    <a:pt x="332" y="788"/>
                    <a:pt x="330" y="786"/>
                    <a:pt x="327" y="784"/>
                  </a:cubicBezTo>
                  <a:cubicBezTo>
                    <a:pt x="325" y="782"/>
                    <a:pt x="325" y="782"/>
                    <a:pt x="325" y="782"/>
                  </a:cubicBezTo>
                  <a:cubicBezTo>
                    <a:pt x="303" y="812"/>
                    <a:pt x="303" y="812"/>
                    <a:pt x="303" y="812"/>
                  </a:cubicBezTo>
                  <a:cubicBezTo>
                    <a:pt x="291" y="802"/>
                    <a:pt x="291" y="802"/>
                    <a:pt x="291" y="802"/>
                  </a:cubicBezTo>
                  <a:cubicBezTo>
                    <a:pt x="343" y="732"/>
                    <a:pt x="343" y="732"/>
                    <a:pt x="343" y="732"/>
                  </a:cubicBezTo>
                  <a:cubicBezTo>
                    <a:pt x="369" y="751"/>
                    <a:pt x="369" y="751"/>
                    <a:pt x="369" y="751"/>
                  </a:cubicBezTo>
                  <a:cubicBezTo>
                    <a:pt x="375" y="756"/>
                    <a:pt x="380" y="760"/>
                    <a:pt x="382" y="763"/>
                  </a:cubicBezTo>
                  <a:cubicBezTo>
                    <a:pt x="384" y="766"/>
                    <a:pt x="384" y="770"/>
                    <a:pt x="384" y="775"/>
                  </a:cubicBezTo>
                  <a:cubicBezTo>
                    <a:pt x="383" y="780"/>
                    <a:pt x="381" y="784"/>
                    <a:pt x="378" y="788"/>
                  </a:cubicBezTo>
                  <a:cubicBezTo>
                    <a:pt x="374" y="793"/>
                    <a:pt x="369" y="797"/>
                    <a:pt x="364" y="798"/>
                  </a:cubicBezTo>
                  <a:cubicBezTo>
                    <a:pt x="359" y="800"/>
                    <a:pt x="353" y="799"/>
                    <a:pt x="348" y="796"/>
                  </a:cubicBezTo>
                  <a:close/>
                  <a:moveTo>
                    <a:pt x="354" y="785"/>
                  </a:moveTo>
                  <a:cubicBezTo>
                    <a:pt x="356" y="785"/>
                    <a:pt x="358" y="785"/>
                    <a:pt x="360" y="784"/>
                  </a:cubicBezTo>
                  <a:cubicBezTo>
                    <a:pt x="362" y="783"/>
                    <a:pt x="363" y="782"/>
                    <a:pt x="365" y="780"/>
                  </a:cubicBezTo>
                  <a:cubicBezTo>
                    <a:pt x="366" y="777"/>
                    <a:pt x="367" y="775"/>
                    <a:pt x="367" y="773"/>
                  </a:cubicBezTo>
                  <a:cubicBezTo>
                    <a:pt x="367" y="770"/>
                    <a:pt x="366" y="768"/>
                    <a:pt x="365" y="767"/>
                  </a:cubicBezTo>
                  <a:cubicBezTo>
                    <a:pt x="364" y="766"/>
                    <a:pt x="361" y="763"/>
                    <a:pt x="356" y="760"/>
                  </a:cubicBezTo>
                  <a:cubicBezTo>
                    <a:pt x="347" y="753"/>
                    <a:pt x="347" y="753"/>
                    <a:pt x="347" y="753"/>
                  </a:cubicBezTo>
                  <a:cubicBezTo>
                    <a:pt x="333" y="771"/>
                    <a:pt x="333" y="771"/>
                    <a:pt x="333" y="771"/>
                  </a:cubicBezTo>
                  <a:cubicBezTo>
                    <a:pt x="342" y="777"/>
                    <a:pt x="342" y="777"/>
                    <a:pt x="342" y="777"/>
                  </a:cubicBezTo>
                  <a:cubicBezTo>
                    <a:pt x="348" y="782"/>
                    <a:pt x="352" y="784"/>
                    <a:pt x="354" y="785"/>
                  </a:cubicBezTo>
                  <a:close/>
                  <a:moveTo>
                    <a:pt x="421" y="831"/>
                  </a:moveTo>
                  <a:cubicBezTo>
                    <a:pt x="419" y="828"/>
                    <a:pt x="415" y="823"/>
                    <a:pt x="410" y="818"/>
                  </a:cubicBezTo>
                  <a:cubicBezTo>
                    <a:pt x="405" y="812"/>
                    <a:pt x="402" y="808"/>
                    <a:pt x="401" y="805"/>
                  </a:cubicBezTo>
                  <a:cubicBezTo>
                    <a:pt x="401" y="803"/>
                    <a:pt x="401" y="801"/>
                    <a:pt x="402" y="800"/>
                  </a:cubicBezTo>
                  <a:cubicBezTo>
                    <a:pt x="403" y="798"/>
                    <a:pt x="405" y="796"/>
                    <a:pt x="407" y="796"/>
                  </a:cubicBezTo>
                  <a:cubicBezTo>
                    <a:pt x="410" y="796"/>
                    <a:pt x="413" y="796"/>
                    <a:pt x="417" y="799"/>
                  </a:cubicBezTo>
                  <a:cubicBezTo>
                    <a:pt x="421" y="801"/>
                    <a:pt x="423" y="803"/>
                    <a:pt x="424" y="806"/>
                  </a:cubicBezTo>
                  <a:cubicBezTo>
                    <a:pt x="425" y="809"/>
                    <a:pt x="424" y="812"/>
                    <a:pt x="422" y="817"/>
                  </a:cubicBezTo>
                  <a:cubicBezTo>
                    <a:pt x="436" y="824"/>
                    <a:pt x="436" y="824"/>
                    <a:pt x="436" y="824"/>
                  </a:cubicBezTo>
                  <a:cubicBezTo>
                    <a:pt x="440" y="817"/>
                    <a:pt x="441" y="810"/>
                    <a:pt x="439" y="803"/>
                  </a:cubicBezTo>
                  <a:cubicBezTo>
                    <a:pt x="438" y="797"/>
                    <a:pt x="433" y="791"/>
                    <a:pt x="425" y="786"/>
                  </a:cubicBezTo>
                  <a:cubicBezTo>
                    <a:pt x="420" y="783"/>
                    <a:pt x="415" y="782"/>
                    <a:pt x="411" y="781"/>
                  </a:cubicBezTo>
                  <a:cubicBezTo>
                    <a:pt x="406" y="781"/>
                    <a:pt x="402" y="782"/>
                    <a:pt x="398" y="784"/>
                  </a:cubicBezTo>
                  <a:cubicBezTo>
                    <a:pt x="394" y="786"/>
                    <a:pt x="391" y="789"/>
                    <a:pt x="389" y="793"/>
                  </a:cubicBezTo>
                  <a:cubicBezTo>
                    <a:pt x="385" y="799"/>
                    <a:pt x="384" y="805"/>
                    <a:pt x="386" y="812"/>
                  </a:cubicBezTo>
                  <a:cubicBezTo>
                    <a:pt x="387" y="817"/>
                    <a:pt x="390" y="822"/>
                    <a:pt x="396" y="828"/>
                  </a:cubicBezTo>
                  <a:cubicBezTo>
                    <a:pt x="400" y="833"/>
                    <a:pt x="403" y="836"/>
                    <a:pt x="404" y="838"/>
                  </a:cubicBezTo>
                  <a:cubicBezTo>
                    <a:pt x="406" y="840"/>
                    <a:pt x="407" y="842"/>
                    <a:pt x="407" y="844"/>
                  </a:cubicBezTo>
                  <a:cubicBezTo>
                    <a:pt x="407" y="845"/>
                    <a:pt x="407" y="847"/>
                    <a:pt x="406" y="849"/>
                  </a:cubicBezTo>
                  <a:cubicBezTo>
                    <a:pt x="404" y="852"/>
                    <a:pt x="402" y="854"/>
                    <a:pt x="398" y="854"/>
                  </a:cubicBezTo>
                  <a:cubicBezTo>
                    <a:pt x="395" y="855"/>
                    <a:pt x="391" y="854"/>
                    <a:pt x="387" y="852"/>
                  </a:cubicBezTo>
                  <a:cubicBezTo>
                    <a:pt x="383" y="850"/>
                    <a:pt x="380" y="847"/>
                    <a:pt x="380" y="843"/>
                  </a:cubicBezTo>
                  <a:cubicBezTo>
                    <a:pt x="379" y="839"/>
                    <a:pt x="379" y="835"/>
                    <a:pt x="381" y="829"/>
                  </a:cubicBezTo>
                  <a:cubicBezTo>
                    <a:pt x="368" y="823"/>
                    <a:pt x="368" y="823"/>
                    <a:pt x="368" y="823"/>
                  </a:cubicBezTo>
                  <a:cubicBezTo>
                    <a:pt x="364" y="832"/>
                    <a:pt x="363" y="840"/>
                    <a:pt x="364" y="847"/>
                  </a:cubicBezTo>
                  <a:cubicBezTo>
                    <a:pt x="366" y="854"/>
                    <a:pt x="371" y="860"/>
                    <a:pt x="379" y="865"/>
                  </a:cubicBezTo>
                  <a:cubicBezTo>
                    <a:pt x="385" y="868"/>
                    <a:pt x="390" y="870"/>
                    <a:pt x="395" y="870"/>
                  </a:cubicBezTo>
                  <a:cubicBezTo>
                    <a:pt x="400" y="871"/>
                    <a:pt x="404" y="870"/>
                    <a:pt x="408" y="867"/>
                  </a:cubicBezTo>
                  <a:cubicBezTo>
                    <a:pt x="413" y="865"/>
                    <a:pt x="416" y="861"/>
                    <a:pt x="419" y="857"/>
                  </a:cubicBezTo>
                  <a:cubicBezTo>
                    <a:pt x="421" y="852"/>
                    <a:pt x="423" y="847"/>
                    <a:pt x="423" y="843"/>
                  </a:cubicBezTo>
                  <a:cubicBezTo>
                    <a:pt x="424" y="839"/>
                    <a:pt x="423" y="835"/>
                    <a:pt x="421" y="831"/>
                  </a:cubicBezTo>
                  <a:close/>
                  <a:moveTo>
                    <a:pt x="460" y="807"/>
                  </a:moveTo>
                  <a:cubicBezTo>
                    <a:pt x="420" y="886"/>
                    <a:pt x="420" y="886"/>
                    <a:pt x="420" y="886"/>
                  </a:cubicBezTo>
                  <a:cubicBezTo>
                    <a:pt x="433" y="893"/>
                    <a:pt x="433" y="893"/>
                    <a:pt x="433" y="893"/>
                  </a:cubicBezTo>
                  <a:cubicBezTo>
                    <a:pt x="473" y="814"/>
                    <a:pt x="473" y="814"/>
                    <a:pt x="473" y="814"/>
                  </a:cubicBezTo>
                  <a:lnTo>
                    <a:pt x="460" y="807"/>
                  </a:lnTo>
                  <a:close/>
                  <a:moveTo>
                    <a:pt x="555" y="885"/>
                  </a:moveTo>
                  <a:cubicBezTo>
                    <a:pt x="549" y="846"/>
                    <a:pt x="549" y="846"/>
                    <a:pt x="549" y="846"/>
                  </a:cubicBezTo>
                  <a:cubicBezTo>
                    <a:pt x="533" y="841"/>
                    <a:pt x="533" y="841"/>
                    <a:pt x="533" y="841"/>
                  </a:cubicBezTo>
                  <a:cubicBezTo>
                    <a:pt x="533" y="841"/>
                    <a:pt x="533" y="841"/>
                    <a:pt x="533" y="841"/>
                  </a:cubicBezTo>
                  <a:cubicBezTo>
                    <a:pt x="479" y="818"/>
                    <a:pt x="479" y="818"/>
                    <a:pt x="479" y="818"/>
                  </a:cubicBezTo>
                  <a:cubicBezTo>
                    <a:pt x="473" y="831"/>
                    <a:pt x="473" y="831"/>
                    <a:pt x="473" y="831"/>
                  </a:cubicBezTo>
                  <a:cubicBezTo>
                    <a:pt x="493" y="840"/>
                    <a:pt x="493" y="840"/>
                    <a:pt x="493" y="840"/>
                  </a:cubicBezTo>
                  <a:cubicBezTo>
                    <a:pt x="465" y="907"/>
                    <a:pt x="465" y="907"/>
                    <a:pt x="465" y="907"/>
                  </a:cubicBezTo>
                  <a:cubicBezTo>
                    <a:pt x="479" y="913"/>
                    <a:pt x="479" y="913"/>
                    <a:pt x="479" y="913"/>
                  </a:cubicBezTo>
                  <a:cubicBezTo>
                    <a:pt x="507" y="846"/>
                    <a:pt x="507" y="846"/>
                    <a:pt x="507" y="846"/>
                  </a:cubicBezTo>
                  <a:cubicBezTo>
                    <a:pt x="528" y="855"/>
                    <a:pt x="528" y="855"/>
                    <a:pt x="528" y="855"/>
                  </a:cubicBezTo>
                  <a:cubicBezTo>
                    <a:pt x="533" y="843"/>
                    <a:pt x="533" y="843"/>
                    <a:pt x="533" y="843"/>
                  </a:cubicBezTo>
                  <a:cubicBezTo>
                    <a:pt x="543" y="898"/>
                    <a:pt x="543" y="898"/>
                    <a:pt x="543" y="898"/>
                  </a:cubicBezTo>
                  <a:cubicBezTo>
                    <a:pt x="531" y="933"/>
                    <a:pt x="531" y="933"/>
                    <a:pt x="531" y="933"/>
                  </a:cubicBezTo>
                  <a:cubicBezTo>
                    <a:pt x="546" y="937"/>
                    <a:pt x="546" y="937"/>
                    <a:pt x="546" y="937"/>
                  </a:cubicBezTo>
                  <a:cubicBezTo>
                    <a:pt x="557" y="902"/>
                    <a:pt x="557" y="902"/>
                    <a:pt x="557" y="902"/>
                  </a:cubicBezTo>
                  <a:cubicBezTo>
                    <a:pt x="599" y="862"/>
                    <a:pt x="599" y="862"/>
                    <a:pt x="599" y="862"/>
                  </a:cubicBezTo>
                  <a:cubicBezTo>
                    <a:pt x="582" y="857"/>
                    <a:pt x="582" y="857"/>
                    <a:pt x="582" y="857"/>
                  </a:cubicBezTo>
                  <a:lnTo>
                    <a:pt x="555" y="885"/>
                  </a:lnTo>
                  <a:close/>
                  <a:moveTo>
                    <a:pt x="685" y="889"/>
                  </a:moveTo>
                  <a:cubicBezTo>
                    <a:pt x="690" y="899"/>
                    <a:pt x="691" y="910"/>
                    <a:pt x="689" y="924"/>
                  </a:cubicBezTo>
                  <a:cubicBezTo>
                    <a:pt x="686" y="938"/>
                    <a:pt x="681" y="949"/>
                    <a:pt x="673" y="955"/>
                  </a:cubicBezTo>
                  <a:cubicBezTo>
                    <a:pt x="666" y="962"/>
                    <a:pt x="656" y="965"/>
                    <a:pt x="645" y="963"/>
                  </a:cubicBezTo>
                  <a:cubicBezTo>
                    <a:pt x="635" y="961"/>
                    <a:pt x="626" y="955"/>
                    <a:pt x="621" y="947"/>
                  </a:cubicBezTo>
                  <a:cubicBezTo>
                    <a:pt x="616" y="937"/>
                    <a:pt x="615" y="926"/>
                    <a:pt x="617" y="912"/>
                  </a:cubicBezTo>
                  <a:cubicBezTo>
                    <a:pt x="619" y="904"/>
                    <a:pt x="621" y="896"/>
                    <a:pt x="624" y="891"/>
                  </a:cubicBezTo>
                  <a:cubicBezTo>
                    <a:pt x="627" y="887"/>
                    <a:pt x="630" y="883"/>
                    <a:pt x="633" y="880"/>
                  </a:cubicBezTo>
                  <a:cubicBezTo>
                    <a:pt x="637" y="877"/>
                    <a:pt x="640" y="875"/>
                    <a:pt x="644" y="874"/>
                  </a:cubicBezTo>
                  <a:cubicBezTo>
                    <a:pt x="649" y="872"/>
                    <a:pt x="655" y="872"/>
                    <a:pt x="661" y="873"/>
                  </a:cubicBezTo>
                  <a:cubicBezTo>
                    <a:pt x="671" y="875"/>
                    <a:pt x="679" y="880"/>
                    <a:pt x="685" y="889"/>
                  </a:cubicBezTo>
                  <a:close/>
                  <a:moveTo>
                    <a:pt x="672" y="898"/>
                  </a:moveTo>
                  <a:cubicBezTo>
                    <a:pt x="669" y="892"/>
                    <a:pt x="664" y="889"/>
                    <a:pt x="658" y="888"/>
                  </a:cubicBezTo>
                  <a:cubicBezTo>
                    <a:pt x="652" y="887"/>
                    <a:pt x="647" y="889"/>
                    <a:pt x="642" y="893"/>
                  </a:cubicBezTo>
                  <a:cubicBezTo>
                    <a:pt x="637" y="897"/>
                    <a:pt x="634" y="904"/>
                    <a:pt x="633" y="914"/>
                  </a:cubicBezTo>
                  <a:cubicBezTo>
                    <a:pt x="631" y="924"/>
                    <a:pt x="631" y="932"/>
                    <a:pt x="635" y="938"/>
                  </a:cubicBezTo>
                  <a:cubicBezTo>
                    <a:pt x="637" y="943"/>
                    <a:pt x="642" y="947"/>
                    <a:pt x="648" y="948"/>
                  </a:cubicBezTo>
                  <a:cubicBezTo>
                    <a:pt x="654" y="949"/>
                    <a:pt x="659" y="947"/>
                    <a:pt x="664" y="943"/>
                  </a:cubicBezTo>
                  <a:cubicBezTo>
                    <a:pt x="669" y="938"/>
                    <a:pt x="672" y="931"/>
                    <a:pt x="673" y="921"/>
                  </a:cubicBezTo>
                  <a:cubicBezTo>
                    <a:pt x="675" y="911"/>
                    <a:pt x="675" y="903"/>
                    <a:pt x="672" y="898"/>
                  </a:cubicBezTo>
                  <a:close/>
                  <a:moveTo>
                    <a:pt x="698" y="969"/>
                  </a:moveTo>
                  <a:cubicBezTo>
                    <a:pt x="713" y="970"/>
                    <a:pt x="713" y="970"/>
                    <a:pt x="713" y="970"/>
                  </a:cubicBezTo>
                  <a:cubicBezTo>
                    <a:pt x="716" y="933"/>
                    <a:pt x="716" y="933"/>
                    <a:pt x="716" y="933"/>
                  </a:cubicBezTo>
                  <a:cubicBezTo>
                    <a:pt x="747" y="935"/>
                    <a:pt x="747" y="935"/>
                    <a:pt x="747" y="935"/>
                  </a:cubicBezTo>
                  <a:cubicBezTo>
                    <a:pt x="748" y="920"/>
                    <a:pt x="748" y="920"/>
                    <a:pt x="748" y="920"/>
                  </a:cubicBezTo>
                  <a:cubicBezTo>
                    <a:pt x="717" y="918"/>
                    <a:pt x="717" y="918"/>
                    <a:pt x="717" y="918"/>
                  </a:cubicBezTo>
                  <a:cubicBezTo>
                    <a:pt x="718" y="897"/>
                    <a:pt x="718" y="897"/>
                    <a:pt x="718" y="897"/>
                  </a:cubicBezTo>
                  <a:cubicBezTo>
                    <a:pt x="754" y="900"/>
                    <a:pt x="754" y="900"/>
                    <a:pt x="754" y="900"/>
                  </a:cubicBezTo>
                  <a:cubicBezTo>
                    <a:pt x="755" y="885"/>
                    <a:pt x="755" y="885"/>
                    <a:pt x="755" y="885"/>
                  </a:cubicBezTo>
                  <a:cubicBezTo>
                    <a:pt x="704" y="881"/>
                    <a:pt x="704" y="881"/>
                    <a:pt x="704" y="881"/>
                  </a:cubicBezTo>
                  <a:lnTo>
                    <a:pt x="698" y="969"/>
                  </a:lnTo>
                  <a:close/>
                  <a:moveTo>
                    <a:pt x="840" y="921"/>
                  </a:moveTo>
                  <a:cubicBezTo>
                    <a:pt x="836" y="920"/>
                    <a:pt x="831" y="918"/>
                    <a:pt x="823" y="916"/>
                  </a:cubicBezTo>
                  <a:cubicBezTo>
                    <a:pt x="816" y="915"/>
                    <a:pt x="811" y="913"/>
                    <a:pt x="809" y="911"/>
                  </a:cubicBezTo>
                  <a:cubicBezTo>
                    <a:pt x="808" y="910"/>
                    <a:pt x="807" y="908"/>
                    <a:pt x="807" y="906"/>
                  </a:cubicBezTo>
                  <a:cubicBezTo>
                    <a:pt x="807" y="904"/>
                    <a:pt x="807" y="902"/>
                    <a:pt x="809" y="900"/>
                  </a:cubicBezTo>
                  <a:cubicBezTo>
                    <a:pt x="811" y="898"/>
                    <a:pt x="815" y="897"/>
                    <a:pt x="819" y="897"/>
                  </a:cubicBezTo>
                  <a:cubicBezTo>
                    <a:pt x="823" y="896"/>
                    <a:pt x="826" y="897"/>
                    <a:pt x="829" y="899"/>
                  </a:cubicBezTo>
                  <a:cubicBezTo>
                    <a:pt x="831" y="901"/>
                    <a:pt x="832" y="904"/>
                    <a:pt x="833" y="908"/>
                  </a:cubicBezTo>
                  <a:cubicBezTo>
                    <a:pt x="848" y="907"/>
                    <a:pt x="848" y="907"/>
                    <a:pt x="848" y="907"/>
                  </a:cubicBezTo>
                  <a:cubicBezTo>
                    <a:pt x="848" y="899"/>
                    <a:pt x="845" y="892"/>
                    <a:pt x="840" y="888"/>
                  </a:cubicBezTo>
                  <a:cubicBezTo>
                    <a:pt x="835" y="883"/>
                    <a:pt x="827" y="881"/>
                    <a:pt x="818" y="882"/>
                  </a:cubicBezTo>
                  <a:cubicBezTo>
                    <a:pt x="812" y="882"/>
                    <a:pt x="808" y="884"/>
                    <a:pt x="804" y="886"/>
                  </a:cubicBezTo>
                  <a:cubicBezTo>
                    <a:pt x="800" y="888"/>
                    <a:pt x="797" y="891"/>
                    <a:pt x="795" y="895"/>
                  </a:cubicBezTo>
                  <a:cubicBezTo>
                    <a:pt x="793" y="899"/>
                    <a:pt x="792" y="904"/>
                    <a:pt x="792" y="908"/>
                  </a:cubicBezTo>
                  <a:cubicBezTo>
                    <a:pt x="793" y="915"/>
                    <a:pt x="795" y="921"/>
                    <a:pt x="800" y="925"/>
                  </a:cubicBezTo>
                  <a:cubicBezTo>
                    <a:pt x="804" y="929"/>
                    <a:pt x="810" y="931"/>
                    <a:pt x="818" y="933"/>
                  </a:cubicBezTo>
                  <a:cubicBezTo>
                    <a:pt x="824" y="934"/>
                    <a:pt x="828" y="935"/>
                    <a:pt x="830" y="936"/>
                  </a:cubicBezTo>
                  <a:cubicBezTo>
                    <a:pt x="833" y="937"/>
                    <a:pt x="835" y="938"/>
                    <a:pt x="836" y="940"/>
                  </a:cubicBezTo>
                  <a:cubicBezTo>
                    <a:pt x="837" y="941"/>
                    <a:pt x="838" y="943"/>
                    <a:pt x="838" y="945"/>
                  </a:cubicBezTo>
                  <a:cubicBezTo>
                    <a:pt x="838" y="948"/>
                    <a:pt x="837" y="951"/>
                    <a:pt x="834" y="954"/>
                  </a:cubicBezTo>
                  <a:cubicBezTo>
                    <a:pt x="832" y="956"/>
                    <a:pt x="829" y="958"/>
                    <a:pt x="824" y="958"/>
                  </a:cubicBezTo>
                  <a:cubicBezTo>
                    <a:pt x="819" y="958"/>
                    <a:pt x="815" y="957"/>
                    <a:pt x="813" y="954"/>
                  </a:cubicBezTo>
                  <a:cubicBezTo>
                    <a:pt x="810" y="952"/>
                    <a:pt x="808" y="948"/>
                    <a:pt x="806" y="942"/>
                  </a:cubicBezTo>
                  <a:cubicBezTo>
                    <a:pt x="792" y="944"/>
                    <a:pt x="792" y="944"/>
                    <a:pt x="792" y="944"/>
                  </a:cubicBezTo>
                  <a:cubicBezTo>
                    <a:pt x="793" y="954"/>
                    <a:pt x="797" y="961"/>
                    <a:pt x="802" y="966"/>
                  </a:cubicBezTo>
                  <a:cubicBezTo>
                    <a:pt x="808" y="971"/>
                    <a:pt x="815" y="973"/>
                    <a:pt x="824" y="973"/>
                  </a:cubicBezTo>
                  <a:cubicBezTo>
                    <a:pt x="831" y="972"/>
                    <a:pt x="836" y="971"/>
                    <a:pt x="841" y="969"/>
                  </a:cubicBezTo>
                  <a:cubicBezTo>
                    <a:pt x="845" y="966"/>
                    <a:pt x="848" y="963"/>
                    <a:pt x="850" y="958"/>
                  </a:cubicBezTo>
                  <a:cubicBezTo>
                    <a:pt x="852" y="954"/>
                    <a:pt x="853" y="949"/>
                    <a:pt x="853" y="944"/>
                  </a:cubicBezTo>
                  <a:cubicBezTo>
                    <a:pt x="852" y="938"/>
                    <a:pt x="851" y="934"/>
                    <a:pt x="849" y="930"/>
                  </a:cubicBezTo>
                  <a:cubicBezTo>
                    <a:pt x="847" y="926"/>
                    <a:pt x="844" y="924"/>
                    <a:pt x="840" y="921"/>
                  </a:cubicBezTo>
                  <a:close/>
                  <a:moveTo>
                    <a:pt x="910" y="943"/>
                  </a:moveTo>
                  <a:cubicBezTo>
                    <a:pt x="908" y="946"/>
                    <a:pt x="905" y="948"/>
                    <a:pt x="901" y="949"/>
                  </a:cubicBezTo>
                  <a:cubicBezTo>
                    <a:pt x="896" y="950"/>
                    <a:pt x="891" y="948"/>
                    <a:pt x="887" y="944"/>
                  </a:cubicBezTo>
                  <a:cubicBezTo>
                    <a:pt x="883" y="940"/>
                    <a:pt x="880" y="932"/>
                    <a:pt x="878" y="921"/>
                  </a:cubicBezTo>
                  <a:cubicBezTo>
                    <a:pt x="876" y="911"/>
                    <a:pt x="877" y="903"/>
                    <a:pt x="879" y="898"/>
                  </a:cubicBezTo>
                  <a:cubicBezTo>
                    <a:pt x="882" y="893"/>
                    <a:pt x="886" y="890"/>
                    <a:pt x="892" y="889"/>
                  </a:cubicBezTo>
                  <a:cubicBezTo>
                    <a:pt x="896" y="888"/>
                    <a:pt x="899" y="889"/>
                    <a:pt x="902" y="891"/>
                  </a:cubicBezTo>
                  <a:cubicBezTo>
                    <a:pt x="905" y="893"/>
                    <a:pt x="908" y="897"/>
                    <a:pt x="909" y="901"/>
                  </a:cubicBezTo>
                  <a:cubicBezTo>
                    <a:pt x="923" y="895"/>
                    <a:pt x="923" y="895"/>
                    <a:pt x="923" y="895"/>
                  </a:cubicBezTo>
                  <a:cubicBezTo>
                    <a:pt x="921" y="888"/>
                    <a:pt x="917" y="883"/>
                    <a:pt x="913" y="880"/>
                  </a:cubicBezTo>
                  <a:cubicBezTo>
                    <a:pt x="907" y="874"/>
                    <a:pt x="899" y="872"/>
                    <a:pt x="890" y="874"/>
                  </a:cubicBezTo>
                  <a:cubicBezTo>
                    <a:pt x="879" y="876"/>
                    <a:pt x="872" y="881"/>
                    <a:pt x="867" y="890"/>
                  </a:cubicBezTo>
                  <a:cubicBezTo>
                    <a:pt x="862" y="899"/>
                    <a:pt x="860" y="911"/>
                    <a:pt x="863" y="925"/>
                  </a:cubicBezTo>
                  <a:cubicBezTo>
                    <a:pt x="865" y="939"/>
                    <a:pt x="870" y="949"/>
                    <a:pt x="877" y="956"/>
                  </a:cubicBezTo>
                  <a:cubicBezTo>
                    <a:pt x="885" y="963"/>
                    <a:pt x="894" y="965"/>
                    <a:pt x="904" y="964"/>
                  </a:cubicBezTo>
                  <a:cubicBezTo>
                    <a:pt x="911" y="962"/>
                    <a:pt x="918" y="959"/>
                    <a:pt x="922" y="954"/>
                  </a:cubicBezTo>
                  <a:cubicBezTo>
                    <a:pt x="926" y="948"/>
                    <a:pt x="929" y="941"/>
                    <a:pt x="930" y="931"/>
                  </a:cubicBezTo>
                  <a:cubicBezTo>
                    <a:pt x="914" y="928"/>
                    <a:pt x="914" y="928"/>
                    <a:pt x="914" y="928"/>
                  </a:cubicBezTo>
                  <a:cubicBezTo>
                    <a:pt x="914" y="934"/>
                    <a:pt x="913" y="939"/>
                    <a:pt x="910" y="943"/>
                  </a:cubicBezTo>
                  <a:close/>
                  <a:moveTo>
                    <a:pt x="929" y="868"/>
                  </a:moveTo>
                  <a:cubicBezTo>
                    <a:pt x="950" y="953"/>
                    <a:pt x="950" y="953"/>
                    <a:pt x="950" y="953"/>
                  </a:cubicBezTo>
                  <a:cubicBezTo>
                    <a:pt x="965" y="950"/>
                    <a:pt x="965" y="950"/>
                    <a:pt x="965" y="950"/>
                  </a:cubicBezTo>
                  <a:cubicBezTo>
                    <a:pt x="944" y="864"/>
                    <a:pt x="944" y="864"/>
                    <a:pt x="944" y="864"/>
                  </a:cubicBezTo>
                  <a:lnTo>
                    <a:pt x="929" y="868"/>
                  </a:lnTo>
                  <a:close/>
                  <a:moveTo>
                    <a:pt x="992" y="927"/>
                  </a:moveTo>
                  <a:cubicBezTo>
                    <a:pt x="985" y="904"/>
                    <a:pt x="985" y="904"/>
                    <a:pt x="985" y="904"/>
                  </a:cubicBezTo>
                  <a:cubicBezTo>
                    <a:pt x="1021" y="893"/>
                    <a:pt x="1021" y="893"/>
                    <a:pt x="1021" y="893"/>
                  </a:cubicBezTo>
                  <a:cubicBezTo>
                    <a:pt x="1016" y="879"/>
                    <a:pt x="1016" y="879"/>
                    <a:pt x="1016" y="879"/>
                  </a:cubicBezTo>
                  <a:cubicBezTo>
                    <a:pt x="980" y="890"/>
                    <a:pt x="980" y="890"/>
                    <a:pt x="980" y="890"/>
                  </a:cubicBezTo>
                  <a:cubicBezTo>
                    <a:pt x="975" y="871"/>
                    <a:pt x="975" y="871"/>
                    <a:pt x="975" y="871"/>
                  </a:cubicBezTo>
                  <a:cubicBezTo>
                    <a:pt x="1013" y="859"/>
                    <a:pt x="1013" y="859"/>
                    <a:pt x="1013" y="859"/>
                  </a:cubicBezTo>
                  <a:cubicBezTo>
                    <a:pt x="1009" y="845"/>
                    <a:pt x="1009" y="845"/>
                    <a:pt x="1009" y="845"/>
                  </a:cubicBezTo>
                  <a:cubicBezTo>
                    <a:pt x="956" y="862"/>
                    <a:pt x="956" y="862"/>
                    <a:pt x="956" y="862"/>
                  </a:cubicBezTo>
                  <a:cubicBezTo>
                    <a:pt x="982" y="946"/>
                    <a:pt x="982" y="946"/>
                    <a:pt x="982" y="946"/>
                  </a:cubicBezTo>
                  <a:cubicBezTo>
                    <a:pt x="1036" y="929"/>
                    <a:pt x="1036" y="929"/>
                    <a:pt x="1036" y="929"/>
                  </a:cubicBezTo>
                  <a:cubicBezTo>
                    <a:pt x="1032" y="915"/>
                    <a:pt x="1032" y="915"/>
                    <a:pt x="1032" y="915"/>
                  </a:cubicBezTo>
                  <a:lnTo>
                    <a:pt x="992" y="927"/>
                  </a:lnTo>
                  <a:close/>
                  <a:moveTo>
                    <a:pt x="1061" y="824"/>
                  </a:moveTo>
                  <a:cubicBezTo>
                    <a:pt x="1084" y="878"/>
                    <a:pt x="1084" y="878"/>
                    <a:pt x="1084" y="878"/>
                  </a:cubicBezTo>
                  <a:cubicBezTo>
                    <a:pt x="1032" y="836"/>
                    <a:pt x="1032" y="836"/>
                    <a:pt x="1032" y="836"/>
                  </a:cubicBezTo>
                  <a:cubicBezTo>
                    <a:pt x="1019" y="841"/>
                    <a:pt x="1019" y="841"/>
                    <a:pt x="1019" y="841"/>
                  </a:cubicBezTo>
                  <a:cubicBezTo>
                    <a:pt x="1053" y="922"/>
                    <a:pt x="1053" y="922"/>
                    <a:pt x="1053" y="922"/>
                  </a:cubicBezTo>
                  <a:cubicBezTo>
                    <a:pt x="1066" y="917"/>
                    <a:pt x="1066" y="917"/>
                    <a:pt x="1066" y="917"/>
                  </a:cubicBezTo>
                  <a:cubicBezTo>
                    <a:pt x="1044" y="864"/>
                    <a:pt x="1044" y="864"/>
                    <a:pt x="1044" y="864"/>
                  </a:cubicBezTo>
                  <a:cubicBezTo>
                    <a:pt x="1094" y="905"/>
                    <a:pt x="1094" y="905"/>
                    <a:pt x="1094" y="905"/>
                  </a:cubicBezTo>
                  <a:cubicBezTo>
                    <a:pt x="1108" y="899"/>
                    <a:pt x="1108" y="899"/>
                    <a:pt x="1108" y="899"/>
                  </a:cubicBezTo>
                  <a:cubicBezTo>
                    <a:pt x="1074" y="818"/>
                    <a:pt x="1074" y="818"/>
                    <a:pt x="1074" y="818"/>
                  </a:cubicBezTo>
                  <a:lnTo>
                    <a:pt x="1061" y="824"/>
                  </a:lnTo>
                  <a:close/>
                  <a:moveTo>
                    <a:pt x="1153" y="838"/>
                  </a:moveTo>
                  <a:cubicBezTo>
                    <a:pt x="1155" y="845"/>
                    <a:pt x="1156" y="850"/>
                    <a:pt x="1155" y="854"/>
                  </a:cubicBezTo>
                  <a:cubicBezTo>
                    <a:pt x="1154" y="858"/>
                    <a:pt x="1152" y="861"/>
                    <a:pt x="1148" y="863"/>
                  </a:cubicBezTo>
                  <a:cubicBezTo>
                    <a:pt x="1143" y="865"/>
                    <a:pt x="1138" y="865"/>
                    <a:pt x="1133" y="863"/>
                  </a:cubicBezTo>
                  <a:cubicBezTo>
                    <a:pt x="1128" y="860"/>
                    <a:pt x="1122" y="854"/>
                    <a:pt x="1117" y="845"/>
                  </a:cubicBezTo>
                  <a:cubicBezTo>
                    <a:pt x="1112" y="835"/>
                    <a:pt x="1110" y="828"/>
                    <a:pt x="1110" y="822"/>
                  </a:cubicBezTo>
                  <a:cubicBezTo>
                    <a:pt x="1111" y="816"/>
                    <a:pt x="1114" y="812"/>
                    <a:pt x="1119" y="809"/>
                  </a:cubicBezTo>
                  <a:cubicBezTo>
                    <a:pt x="1122" y="807"/>
                    <a:pt x="1126" y="807"/>
                    <a:pt x="1130" y="808"/>
                  </a:cubicBezTo>
                  <a:cubicBezTo>
                    <a:pt x="1133" y="809"/>
                    <a:pt x="1137" y="811"/>
                    <a:pt x="1140" y="815"/>
                  </a:cubicBezTo>
                  <a:cubicBezTo>
                    <a:pt x="1151" y="804"/>
                    <a:pt x="1151" y="804"/>
                    <a:pt x="1151" y="804"/>
                  </a:cubicBezTo>
                  <a:cubicBezTo>
                    <a:pt x="1146" y="798"/>
                    <a:pt x="1141" y="795"/>
                    <a:pt x="1136" y="793"/>
                  </a:cubicBezTo>
                  <a:cubicBezTo>
                    <a:pt x="1128" y="791"/>
                    <a:pt x="1120" y="791"/>
                    <a:pt x="1112" y="796"/>
                  </a:cubicBezTo>
                  <a:cubicBezTo>
                    <a:pt x="1103" y="801"/>
                    <a:pt x="1098" y="809"/>
                    <a:pt x="1096" y="819"/>
                  </a:cubicBezTo>
                  <a:cubicBezTo>
                    <a:pt x="1094" y="829"/>
                    <a:pt x="1097" y="840"/>
                    <a:pt x="1104" y="853"/>
                  </a:cubicBezTo>
                  <a:cubicBezTo>
                    <a:pt x="1111" y="865"/>
                    <a:pt x="1119" y="873"/>
                    <a:pt x="1128" y="877"/>
                  </a:cubicBezTo>
                  <a:cubicBezTo>
                    <a:pt x="1138" y="881"/>
                    <a:pt x="1147" y="881"/>
                    <a:pt x="1155" y="876"/>
                  </a:cubicBezTo>
                  <a:cubicBezTo>
                    <a:pt x="1163" y="872"/>
                    <a:pt x="1167" y="867"/>
                    <a:pt x="1169" y="860"/>
                  </a:cubicBezTo>
                  <a:cubicBezTo>
                    <a:pt x="1172" y="853"/>
                    <a:pt x="1172" y="845"/>
                    <a:pt x="1169" y="836"/>
                  </a:cubicBezTo>
                  <a:lnTo>
                    <a:pt x="1153" y="838"/>
                  </a:lnTo>
                  <a:close/>
                  <a:moveTo>
                    <a:pt x="1201" y="829"/>
                  </a:moveTo>
                  <a:cubicBezTo>
                    <a:pt x="1188" y="809"/>
                    <a:pt x="1188" y="809"/>
                    <a:pt x="1188" y="809"/>
                  </a:cubicBezTo>
                  <a:cubicBezTo>
                    <a:pt x="1218" y="788"/>
                    <a:pt x="1218" y="788"/>
                    <a:pt x="1218" y="788"/>
                  </a:cubicBezTo>
                  <a:cubicBezTo>
                    <a:pt x="1210" y="775"/>
                    <a:pt x="1210" y="775"/>
                    <a:pt x="1210" y="775"/>
                  </a:cubicBezTo>
                  <a:cubicBezTo>
                    <a:pt x="1179" y="797"/>
                    <a:pt x="1179" y="797"/>
                    <a:pt x="1179" y="797"/>
                  </a:cubicBezTo>
                  <a:cubicBezTo>
                    <a:pt x="1168" y="781"/>
                    <a:pt x="1168" y="781"/>
                    <a:pt x="1168" y="781"/>
                  </a:cubicBezTo>
                  <a:cubicBezTo>
                    <a:pt x="1201" y="758"/>
                    <a:pt x="1201" y="758"/>
                    <a:pt x="1201" y="758"/>
                  </a:cubicBezTo>
                  <a:cubicBezTo>
                    <a:pt x="1193" y="746"/>
                    <a:pt x="1193" y="746"/>
                    <a:pt x="1193" y="746"/>
                  </a:cubicBezTo>
                  <a:cubicBezTo>
                    <a:pt x="1147" y="777"/>
                    <a:pt x="1147" y="777"/>
                    <a:pt x="1147" y="777"/>
                  </a:cubicBezTo>
                  <a:cubicBezTo>
                    <a:pt x="1197" y="849"/>
                    <a:pt x="1197" y="849"/>
                    <a:pt x="1197" y="849"/>
                  </a:cubicBezTo>
                  <a:cubicBezTo>
                    <a:pt x="1244" y="817"/>
                    <a:pt x="1244" y="817"/>
                    <a:pt x="1244" y="817"/>
                  </a:cubicBezTo>
                  <a:cubicBezTo>
                    <a:pt x="1236" y="805"/>
                    <a:pt x="1236" y="805"/>
                    <a:pt x="1236" y="805"/>
                  </a:cubicBezTo>
                  <a:lnTo>
                    <a:pt x="1201" y="829"/>
                  </a:lnTo>
                  <a:close/>
                  <a:moveTo>
                    <a:pt x="1324" y="733"/>
                  </a:moveTo>
                  <a:cubicBezTo>
                    <a:pt x="1326" y="749"/>
                    <a:pt x="1326" y="749"/>
                    <a:pt x="1326" y="749"/>
                  </a:cubicBezTo>
                  <a:cubicBezTo>
                    <a:pt x="1321" y="750"/>
                    <a:pt x="1316" y="750"/>
                    <a:pt x="1310" y="750"/>
                  </a:cubicBezTo>
                  <a:cubicBezTo>
                    <a:pt x="1310" y="754"/>
                    <a:pt x="1310" y="758"/>
                    <a:pt x="1308" y="762"/>
                  </a:cubicBezTo>
                  <a:cubicBezTo>
                    <a:pt x="1307" y="765"/>
                    <a:pt x="1304" y="768"/>
                    <a:pt x="1301" y="771"/>
                  </a:cubicBezTo>
                  <a:cubicBezTo>
                    <a:pt x="1294" y="778"/>
                    <a:pt x="1287" y="780"/>
                    <a:pt x="1279" y="779"/>
                  </a:cubicBezTo>
                  <a:cubicBezTo>
                    <a:pt x="1273" y="778"/>
                    <a:pt x="1268" y="775"/>
                    <a:pt x="1264" y="771"/>
                  </a:cubicBezTo>
                  <a:cubicBezTo>
                    <a:pt x="1260" y="766"/>
                    <a:pt x="1258" y="762"/>
                    <a:pt x="1257" y="757"/>
                  </a:cubicBezTo>
                  <a:cubicBezTo>
                    <a:pt x="1256" y="751"/>
                    <a:pt x="1256" y="746"/>
                    <a:pt x="1258" y="739"/>
                  </a:cubicBezTo>
                  <a:cubicBezTo>
                    <a:pt x="1254" y="738"/>
                    <a:pt x="1250" y="737"/>
                    <a:pt x="1247" y="736"/>
                  </a:cubicBezTo>
                  <a:cubicBezTo>
                    <a:pt x="1244" y="734"/>
                    <a:pt x="1241" y="732"/>
                    <a:pt x="1239" y="730"/>
                  </a:cubicBezTo>
                  <a:cubicBezTo>
                    <a:pt x="1236" y="726"/>
                    <a:pt x="1234" y="722"/>
                    <a:pt x="1234" y="717"/>
                  </a:cubicBezTo>
                  <a:cubicBezTo>
                    <a:pt x="1234" y="711"/>
                    <a:pt x="1237" y="707"/>
                    <a:pt x="1242" y="702"/>
                  </a:cubicBezTo>
                  <a:cubicBezTo>
                    <a:pt x="1246" y="698"/>
                    <a:pt x="1251" y="696"/>
                    <a:pt x="1257" y="696"/>
                  </a:cubicBezTo>
                  <a:cubicBezTo>
                    <a:pt x="1262" y="696"/>
                    <a:pt x="1267" y="699"/>
                    <a:pt x="1270" y="703"/>
                  </a:cubicBezTo>
                  <a:cubicBezTo>
                    <a:pt x="1273" y="705"/>
                    <a:pt x="1275" y="709"/>
                    <a:pt x="1275" y="712"/>
                  </a:cubicBezTo>
                  <a:cubicBezTo>
                    <a:pt x="1276" y="716"/>
                    <a:pt x="1276" y="721"/>
                    <a:pt x="1275" y="727"/>
                  </a:cubicBezTo>
                  <a:cubicBezTo>
                    <a:pt x="1293" y="732"/>
                    <a:pt x="1293" y="732"/>
                    <a:pt x="1293" y="732"/>
                  </a:cubicBezTo>
                  <a:cubicBezTo>
                    <a:pt x="1292" y="730"/>
                    <a:pt x="1291" y="726"/>
                    <a:pt x="1289" y="723"/>
                  </a:cubicBezTo>
                  <a:cubicBezTo>
                    <a:pt x="1301" y="717"/>
                    <a:pt x="1301" y="717"/>
                    <a:pt x="1301" y="717"/>
                  </a:cubicBezTo>
                  <a:cubicBezTo>
                    <a:pt x="1303" y="721"/>
                    <a:pt x="1305" y="725"/>
                    <a:pt x="1306" y="727"/>
                  </a:cubicBezTo>
                  <a:cubicBezTo>
                    <a:pt x="1307" y="730"/>
                    <a:pt x="1308" y="732"/>
                    <a:pt x="1308" y="734"/>
                  </a:cubicBezTo>
                  <a:cubicBezTo>
                    <a:pt x="1311" y="734"/>
                    <a:pt x="1314" y="734"/>
                    <a:pt x="1317" y="734"/>
                  </a:cubicBezTo>
                  <a:cubicBezTo>
                    <a:pt x="1320" y="734"/>
                    <a:pt x="1322" y="734"/>
                    <a:pt x="1324" y="733"/>
                  </a:cubicBezTo>
                  <a:close/>
                  <a:moveTo>
                    <a:pt x="1263" y="720"/>
                  </a:moveTo>
                  <a:cubicBezTo>
                    <a:pt x="1263" y="716"/>
                    <a:pt x="1263" y="713"/>
                    <a:pt x="1261" y="711"/>
                  </a:cubicBezTo>
                  <a:cubicBezTo>
                    <a:pt x="1259" y="709"/>
                    <a:pt x="1258" y="709"/>
                    <a:pt x="1256" y="708"/>
                  </a:cubicBezTo>
                  <a:cubicBezTo>
                    <a:pt x="1254" y="708"/>
                    <a:pt x="1252" y="709"/>
                    <a:pt x="1250" y="711"/>
                  </a:cubicBezTo>
                  <a:cubicBezTo>
                    <a:pt x="1248" y="712"/>
                    <a:pt x="1247" y="714"/>
                    <a:pt x="1247" y="716"/>
                  </a:cubicBezTo>
                  <a:cubicBezTo>
                    <a:pt x="1247" y="718"/>
                    <a:pt x="1248" y="719"/>
                    <a:pt x="1249" y="720"/>
                  </a:cubicBezTo>
                  <a:cubicBezTo>
                    <a:pt x="1251" y="722"/>
                    <a:pt x="1253" y="723"/>
                    <a:pt x="1257" y="724"/>
                  </a:cubicBezTo>
                  <a:cubicBezTo>
                    <a:pt x="1263" y="725"/>
                    <a:pt x="1263" y="725"/>
                    <a:pt x="1263" y="725"/>
                  </a:cubicBezTo>
                  <a:lnTo>
                    <a:pt x="1263" y="720"/>
                  </a:lnTo>
                  <a:close/>
                  <a:moveTo>
                    <a:pt x="1296" y="748"/>
                  </a:moveTo>
                  <a:cubicBezTo>
                    <a:pt x="1271" y="742"/>
                    <a:pt x="1271" y="742"/>
                    <a:pt x="1271" y="742"/>
                  </a:cubicBezTo>
                  <a:cubicBezTo>
                    <a:pt x="1270" y="746"/>
                    <a:pt x="1270" y="749"/>
                    <a:pt x="1270" y="752"/>
                  </a:cubicBezTo>
                  <a:cubicBezTo>
                    <a:pt x="1271" y="756"/>
                    <a:pt x="1272" y="758"/>
                    <a:pt x="1274" y="760"/>
                  </a:cubicBezTo>
                  <a:cubicBezTo>
                    <a:pt x="1277" y="763"/>
                    <a:pt x="1279" y="764"/>
                    <a:pt x="1282" y="765"/>
                  </a:cubicBezTo>
                  <a:cubicBezTo>
                    <a:pt x="1286" y="765"/>
                    <a:pt x="1288" y="764"/>
                    <a:pt x="1291" y="762"/>
                  </a:cubicBezTo>
                  <a:cubicBezTo>
                    <a:pt x="1292" y="760"/>
                    <a:pt x="1294" y="758"/>
                    <a:pt x="1294" y="756"/>
                  </a:cubicBezTo>
                  <a:cubicBezTo>
                    <a:pt x="1295" y="754"/>
                    <a:pt x="1296" y="751"/>
                    <a:pt x="1296" y="748"/>
                  </a:cubicBezTo>
                  <a:close/>
                  <a:moveTo>
                    <a:pt x="1340" y="620"/>
                  </a:moveTo>
                  <a:cubicBezTo>
                    <a:pt x="1328" y="610"/>
                    <a:pt x="1328" y="610"/>
                    <a:pt x="1328" y="610"/>
                  </a:cubicBezTo>
                  <a:cubicBezTo>
                    <a:pt x="1290" y="656"/>
                    <a:pt x="1290" y="656"/>
                    <a:pt x="1290" y="656"/>
                  </a:cubicBezTo>
                  <a:cubicBezTo>
                    <a:pt x="1302" y="665"/>
                    <a:pt x="1302" y="665"/>
                    <a:pt x="1302" y="665"/>
                  </a:cubicBezTo>
                  <a:cubicBezTo>
                    <a:pt x="1316" y="648"/>
                    <a:pt x="1316" y="648"/>
                    <a:pt x="1316" y="648"/>
                  </a:cubicBezTo>
                  <a:cubicBezTo>
                    <a:pt x="1372" y="695"/>
                    <a:pt x="1372" y="695"/>
                    <a:pt x="1372" y="695"/>
                  </a:cubicBezTo>
                  <a:cubicBezTo>
                    <a:pt x="1382" y="683"/>
                    <a:pt x="1382" y="683"/>
                    <a:pt x="1382" y="683"/>
                  </a:cubicBezTo>
                  <a:cubicBezTo>
                    <a:pt x="1325" y="637"/>
                    <a:pt x="1325" y="637"/>
                    <a:pt x="1325" y="637"/>
                  </a:cubicBezTo>
                  <a:lnTo>
                    <a:pt x="1340" y="620"/>
                  </a:lnTo>
                  <a:close/>
                  <a:moveTo>
                    <a:pt x="1401" y="633"/>
                  </a:moveTo>
                  <a:cubicBezTo>
                    <a:pt x="1381" y="620"/>
                    <a:pt x="1381" y="620"/>
                    <a:pt x="1381" y="620"/>
                  </a:cubicBezTo>
                  <a:cubicBezTo>
                    <a:pt x="1402" y="589"/>
                    <a:pt x="1402" y="589"/>
                    <a:pt x="1402" y="589"/>
                  </a:cubicBezTo>
                  <a:cubicBezTo>
                    <a:pt x="1390" y="581"/>
                    <a:pt x="1390" y="581"/>
                    <a:pt x="1390" y="581"/>
                  </a:cubicBezTo>
                  <a:cubicBezTo>
                    <a:pt x="1369" y="612"/>
                    <a:pt x="1369" y="612"/>
                    <a:pt x="1369" y="612"/>
                  </a:cubicBezTo>
                  <a:cubicBezTo>
                    <a:pt x="1353" y="601"/>
                    <a:pt x="1353" y="601"/>
                    <a:pt x="1353" y="601"/>
                  </a:cubicBezTo>
                  <a:cubicBezTo>
                    <a:pt x="1375" y="567"/>
                    <a:pt x="1375" y="567"/>
                    <a:pt x="1375" y="567"/>
                  </a:cubicBezTo>
                  <a:cubicBezTo>
                    <a:pt x="1363" y="559"/>
                    <a:pt x="1363" y="559"/>
                    <a:pt x="1363" y="559"/>
                  </a:cubicBezTo>
                  <a:cubicBezTo>
                    <a:pt x="1332" y="605"/>
                    <a:pt x="1332" y="605"/>
                    <a:pt x="1332" y="605"/>
                  </a:cubicBezTo>
                  <a:cubicBezTo>
                    <a:pt x="1405" y="654"/>
                    <a:pt x="1405" y="654"/>
                    <a:pt x="1405" y="654"/>
                  </a:cubicBezTo>
                  <a:cubicBezTo>
                    <a:pt x="1437" y="607"/>
                    <a:pt x="1437" y="607"/>
                    <a:pt x="1437" y="607"/>
                  </a:cubicBezTo>
                  <a:cubicBezTo>
                    <a:pt x="1424" y="599"/>
                    <a:pt x="1424" y="599"/>
                    <a:pt x="1424" y="599"/>
                  </a:cubicBezTo>
                  <a:lnTo>
                    <a:pt x="1401" y="633"/>
                  </a:lnTo>
                  <a:close/>
                  <a:moveTo>
                    <a:pt x="1452" y="524"/>
                  </a:moveTo>
                  <a:cubicBezTo>
                    <a:pt x="1440" y="534"/>
                    <a:pt x="1440" y="534"/>
                    <a:pt x="1440" y="534"/>
                  </a:cubicBezTo>
                  <a:cubicBezTo>
                    <a:pt x="1445" y="538"/>
                    <a:pt x="1449" y="542"/>
                    <a:pt x="1450" y="546"/>
                  </a:cubicBezTo>
                  <a:cubicBezTo>
                    <a:pt x="1451" y="550"/>
                    <a:pt x="1451" y="554"/>
                    <a:pt x="1449" y="558"/>
                  </a:cubicBezTo>
                  <a:cubicBezTo>
                    <a:pt x="1446" y="562"/>
                    <a:pt x="1442" y="565"/>
                    <a:pt x="1436" y="566"/>
                  </a:cubicBezTo>
                  <a:cubicBezTo>
                    <a:pt x="1431" y="567"/>
                    <a:pt x="1423" y="564"/>
                    <a:pt x="1413" y="559"/>
                  </a:cubicBezTo>
                  <a:cubicBezTo>
                    <a:pt x="1404" y="554"/>
                    <a:pt x="1398" y="549"/>
                    <a:pt x="1396" y="544"/>
                  </a:cubicBezTo>
                  <a:cubicBezTo>
                    <a:pt x="1393" y="538"/>
                    <a:pt x="1393" y="533"/>
                    <a:pt x="1396" y="529"/>
                  </a:cubicBezTo>
                  <a:cubicBezTo>
                    <a:pt x="1398" y="525"/>
                    <a:pt x="1400" y="523"/>
                    <a:pt x="1404" y="521"/>
                  </a:cubicBezTo>
                  <a:cubicBezTo>
                    <a:pt x="1408" y="520"/>
                    <a:pt x="1412" y="520"/>
                    <a:pt x="1416" y="522"/>
                  </a:cubicBezTo>
                  <a:cubicBezTo>
                    <a:pt x="1420" y="507"/>
                    <a:pt x="1420" y="507"/>
                    <a:pt x="1420" y="507"/>
                  </a:cubicBezTo>
                  <a:cubicBezTo>
                    <a:pt x="1413" y="505"/>
                    <a:pt x="1407" y="504"/>
                    <a:pt x="1402" y="506"/>
                  </a:cubicBezTo>
                  <a:cubicBezTo>
                    <a:pt x="1393" y="508"/>
                    <a:pt x="1387" y="513"/>
                    <a:pt x="1383" y="521"/>
                  </a:cubicBezTo>
                  <a:cubicBezTo>
                    <a:pt x="1378" y="530"/>
                    <a:pt x="1377" y="539"/>
                    <a:pt x="1381" y="549"/>
                  </a:cubicBezTo>
                  <a:cubicBezTo>
                    <a:pt x="1385" y="558"/>
                    <a:pt x="1394" y="567"/>
                    <a:pt x="1407" y="574"/>
                  </a:cubicBezTo>
                  <a:cubicBezTo>
                    <a:pt x="1419" y="580"/>
                    <a:pt x="1430" y="582"/>
                    <a:pt x="1440" y="581"/>
                  </a:cubicBezTo>
                  <a:cubicBezTo>
                    <a:pt x="1450" y="579"/>
                    <a:pt x="1458" y="574"/>
                    <a:pt x="1462" y="565"/>
                  </a:cubicBezTo>
                  <a:cubicBezTo>
                    <a:pt x="1466" y="558"/>
                    <a:pt x="1467" y="551"/>
                    <a:pt x="1466" y="544"/>
                  </a:cubicBezTo>
                  <a:cubicBezTo>
                    <a:pt x="1464" y="537"/>
                    <a:pt x="1459" y="530"/>
                    <a:pt x="1452" y="524"/>
                  </a:cubicBezTo>
                  <a:close/>
                  <a:moveTo>
                    <a:pt x="1419" y="445"/>
                  </a:moveTo>
                  <a:cubicBezTo>
                    <a:pt x="1451" y="458"/>
                    <a:pt x="1451" y="458"/>
                    <a:pt x="1451" y="458"/>
                  </a:cubicBezTo>
                  <a:cubicBezTo>
                    <a:pt x="1440" y="486"/>
                    <a:pt x="1440" y="486"/>
                    <a:pt x="1440" y="486"/>
                  </a:cubicBezTo>
                  <a:cubicBezTo>
                    <a:pt x="1408" y="472"/>
                    <a:pt x="1408" y="472"/>
                    <a:pt x="1408" y="472"/>
                  </a:cubicBezTo>
                  <a:cubicBezTo>
                    <a:pt x="1402" y="486"/>
                    <a:pt x="1402" y="486"/>
                    <a:pt x="1402" y="486"/>
                  </a:cubicBezTo>
                  <a:cubicBezTo>
                    <a:pt x="1484" y="520"/>
                    <a:pt x="1484" y="520"/>
                    <a:pt x="1484" y="520"/>
                  </a:cubicBezTo>
                  <a:cubicBezTo>
                    <a:pt x="1489" y="506"/>
                    <a:pt x="1489" y="506"/>
                    <a:pt x="1489" y="506"/>
                  </a:cubicBezTo>
                  <a:cubicBezTo>
                    <a:pt x="1454" y="491"/>
                    <a:pt x="1454" y="491"/>
                    <a:pt x="1454" y="491"/>
                  </a:cubicBezTo>
                  <a:cubicBezTo>
                    <a:pt x="1465" y="464"/>
                    <a:pt x="1465" y="464"/>
                    <a:pt x="1465" y="464"/>
                  </a:cubicBezTo>
                  <a:cubicBezTo>
                    <a:pt x="1501" y="479"/>
                    <a:pt x="1501" y="479"/>
                    <a:pt x="1501" y="479"/>
                  </a:cubicBezTo>
                  <a:cubicBezTo>
                    <a:pt x="1506" y="465"/>
                    <a:pt x="1506" y="465"/>
                    <a:pt x="1506" y="465"/>
                  </a:cubicBezTo>
                  <a:cubicBezTo>
                    <a:pt x="1425" y="431"/>
                    <a:pt x="1425" y="431"/>
                    <a:pt x="1425" y="431"/>
                  </a:cubicBezTo>
                  <a:lnTo>
                    <a:pt x="1419" y="445"/>
                  </a:lnTo>
                  <a:close/>
                  <a:moveTo>
                    <a:pt x="1442" y="376"/>
                  </a:moveTo>
                  <a:cubicBezTo>
                    <a:pt x="1498" y="393"/>
                    <a:pt x="1498" y="393"/>
                    <a:pt x="1498" y="393"/>
                  </a:cubicBezTo>
                  <a:cubicBezTo>
                    <a:pt x="1433" y="406"/>
                    <a:pt x="1433" y="406"/>
                    <a:pt x="1433" y="406"/>
                  </a:cubicBezTo>
                  <a:cubicBezTo>
                    <a:pt x="1429" y="420"/>
                    <a:pt x="1429" y="420"/>
                    <a:pt x="1429" y="420"/>
                  </a:cubicBezTo>
                  <a:cubicBezTo>
                    <a:pt x="1513" y="445"/>
                    <a:pt x="1513" y="445"/>
                    <a:pt x="1513" y="445"/>
                  </a:cubicBezTo>
                  <a:cubicBezTo>
                    <a:pt x="1517" y="431"/>
                    <a:pt x="1517" y="431"/>
                    <a:pt x="1517" y="431"/>
                  </a:cubicBezTo>
                  <a:cubicBezTo>
                    <a:pt x="1462" y="415"/>
                    <a:pt x="1462" y="415"/>
                    <a:pt x="1462" y="415"/>
                  </a:cubicBezTo>
                  <a:cubicBezTo>
                    <a:pt x="1526" y="402"/>
                    <a:pt x="1526" y="402"/>
                    <a:pt x="1526" y="402"/>
                  </a:cubicBezTo>
                  <a:cubicBezTo>
                    <a:pt x="1530" y="388"/>
                    <a:pt x="1530" y="388"/>
                    <a:pt x="1530" y="388"/>
                  </a:cubicBezTo>
                  <a:cubicBezTo>
                    <a:pt x="1446" y="363"/>
                    <a:pt x="1446" y="363"/>
                    <a:pt x="1446" y="363"/>
                  </a:cubicBezTo>
                  <a:lnTo>
                    <a:pt x="1442" y="376"/>
                  </a:lnTo>
                  <a:close/>
                  <a:moveTo>
                    <a:pt x="1536" y="306"/>
                  </a:moveTo>
                  <a:cubicBezTo>
                    <a:pt x="1542" y="314"/>
                    <a:pt x="1545" y="323"/>
                    <a:pt x="1543" y="334"/>
                  </a:cubicBezTo>
                  <a:cubicBezTo>
                    <a:pt x="1541" y="345"/>
                    <a:pt x="1535" y="353"/>
                    <a:pt x="1526" y="358"/>
                  </a:cubicBezTo>
                  <a:cubicBezTo>
                    <a:pt x="1517" y="363"/>
                    <a:pt x="1506" y="364"/>
                    <a:pt x="1492" y="362"/>
                  </a:cubicBezTo>
                  <a:cubicBezTo>
                    <a:pt x="1483" y="360"/>
                    <a:pt x="1476" y="358"/>
                    <a:pt x="1470" y="354"/>
                  </a:cubicBezTo>
                  <a:cubicBezTo>
                    <a:pt x="1466" y="352"/>
                    <a:pt x="1463" y="349"/>
                    <a:pt x="1460" y="346"/>
                  </a:cubicBezTo>
                  <a:cubicBezTo>
                    <a:pt x="1457" y="342"/>
                    <a:pt x="1455" y="338"/>
                    <a:pt x="1454" y="335"/>
                  </a:cubicBezTo>
                  <a:cubicBezTo>
                    <a:pt x="1452" y="330"/>
                    <a:pt x="1452" y="324"/>
                    <a:pt x="1453" y="318"/>
                  </a:cubicBezTo>
                  <a:cubicBezTo>
                    <a:pt x="1455" y="307"/>
                    <a:pt x="1461" y="299"/>
                    <a:pt x="1470" y="294"/>
                  </a:cubicBezTo>
                  <a:cubicBezTo>
                    <a:pt x="1479" y="289"/>
                    <a:pt x="1490" y="288"/>
                    <a:pt x="1505" y="290"/>
                  </a:cubicBezTo>
                  <a:cubicBezTo>
                    <a:pt x="1518" y="293"/>
                    <a:pt x="1529" y="298"/>
                    <a:pt x="1536" y="306"/>
                  </a:cubicBezTo>
                  <a:close/>
                  <a:moveTo>
                    <a:pt x="1528" y="331"/>
                  </a:moveTo>
                  <a:cubicBezTo>
                    <a:pt x="1529" y="326"/>
                    <a:pt x="1527" y="320"/>
                    <a:pt x="1523" y="315"/>
                  </a:cubicBezTo>
                  <a:cubicBezTo>
                    <a:pt x="1518" y="311"/>
                    <a:pt x="1511" y="307"/>
                    <a:pt x="1501" y="306"/>
                  </a:cubicBezTo>
                  <a:cubicBezTo>
                    <a:pt x="1491" y="304"/>
                    <a:pt x="1484" y="304"/>
                    <a:pt x="1478" y="307"/>
                  </a:cubicBezTo>
                  <a:cubicBezTo>
                    <a:pt x="1472" y="310"/>
                    <a:pt x="1469" y="315"/>
                    <a:pt x="1468" y="321"/>
                  </a:cubicBezTo>
                  <a:cubicBezTo>
                    <a:pt x="1467" y="327"/>
                    <a:pt x="1469" y="332"/>
                    <a:pt x="1473" y="337"/>
                  </a:cubicBezTo>
                  <a:cubicBezTo>
                    <a:pt x="1477" y="341"/>
                    <a:pt x="1484" y="345"/>
                    <a:pt x="1494" y="346"/>
                  </a:cubicBezTo>
                  <a:cubicBezTo>
                    <a:pt x="1504" y="348"/>
                    <a:pt x="1512" y="348"/>
                    <a:pt x="1518" y="345"/>
                  </a:cubicBezTo>
                  <a:cubicBezTo>
                    <a:pt x="1523" y="342"/>
                    <a:pt x="1527" y="337"/>
                    <a:pt x="1528" y="331"/>
                  </a:cubicBezTo>
                  <a:close/>
                  <a:moveTo>
                    <a:pt x="1536" y="265"/>
                  </a:moveTo>
                  <a:cubicBezTo>
                    <a:pt x="1463" y="259"/>
                    <a:pt x="1463" y="259"/>
                    <a:pt x="1463" y="259"/>
                  </a:cubicBezTo>
                  <a:cubicBezTo>
                    <a:pt x="1462" y="274"/>
                    <a:pt x="1462" y="274"/>
                    <a:pt x="1462" y="274"/>
                  </a:cubicBezTo>
                  <a:cubicBezTo>
                    <a:pt x="1549" y="281"/>
                    <a:pt x="1549" y="281"/>
                    <a:pt x="1549" y="281"/>
                  </a:cubicBezTo>
                  <a:cubicBezTo>
                    <a:pt x="1553" y="228"/>
                    <a:pt x="1553" y="228"/>
                    <a:pt x="1553" y="228"/>
                  </a:cubicBezTo>
                  <a:cubicBezTo>
                    <a:pt x="1539" y="227"/>
                    <a:pt x="1539" y="227"/>
                    <a:pt x="1539" y="227"/>
                  </a:cubicBezTo>
                  <a:lnTo>
                    <a:pt x="1536" y="265"/>
                  </a:lnTo>
                  <a:close/>
                  <a:moveTo>
                    <a:pt x="1542" y="153"/>
                  </a:moveTo>
                  <a:cubicBezTo>
                    <a:pt x="1551" y="159"/>
                    <a:pt x="1555" y="168"/>
                    <a:pt x="1555" y="179"/>
                  </a:cubicBezTo>
                  <a:cubicBezTo>
                    <a:pt x="1555" y="190"/>
                    <a:pt x="1551" y="199"/>
                    <a:pt x="1544" y="206"/>
                  </a:cubicBezTo>
                  <a:cubicBezTo>
                    <a:pt x="1536" y="212"/>
                    <a:pt x="1525" y="216"/>
                    <a:pt x="1511" y="216"/>
                  </a:cubicBezTo>
                  <a:cubicBezTo>
                    <a:pt x="1502" y="216"/>
                    <a:pt x="1494" y="215"/>
                    <a:pt x="1488" y="213"/>
                  </a:cubicBezTo>
                  <a:cubicBezTo>
                    <a:pt x="1484" y="212"/>
                    <a:pt x="1480" y="209"/>
                    <a:pt x="1476" y="206"/>
                  </a:cubicBezTo>
                  <a:cubicBezTo>
                    <a:pt x="1472" y="204"/>
                    <a:pt x="1470" y="200"/>
                    <a:pt x="1468" y="197"/>
                  </a:cubicBezTo>
                  <a:cubicBezTo>
                    <a:pt x="1465" y="192"/>
                    <a:pt x="1464" y="187"/>
                    <a:pt x="1464" y="181"/>
                  </a:cubicBezTo>
                  <a:cubicBezTo>
                    <a:pt x="1464" y="170"/>
                    <a:pt x="1468" y="161"/>
                    <a:pt x="1476" y="154"/>
                  </a:cubicBezTo>
                  <a:cubicBezTo>
                    <a:pt x="1483" y="147"/>
                    <a:pt x="1495" y="144"/>
                    <a:pt x="1509" y="144"/>
                  </a:cubicBezTo>
                  <a:cubicBezTo>
                    <a:pt x="1523" y="143"/>
                    <a:pt x="1534" y="146"/>
                    <a:pt x="1542" y="153"/>
                  </a:cubicBezTo>
                  <a:close/>
                  <a:moveTo>
                    <a:pt x="1540" y="179"/>
                  </a:moveTo>
                  <a:cubicBezTo>
                    <a:pt x="1540" y="173"/>
                    <a:pt x="1537" y="168"/>
                    <a:pt x="1532" y="165"/>
                  </a:cubicBezTo>
                  <a:cubicBezTo>
                    <a:pt x="1527" y="161"/>
                    <a:pt x="1519" y="159"/>
                    <a:pt x="1509" y="159"/>
                  </a:cubicBezTo>
                  <a:cubicBezTo>
                    <a:pt x="1499" y="160"/>
                    <a:pt x="1491" y="161"/>
                    <a:pt x="1486" y="165"/>
                  </a:cubicBezTo>
                  <a:cubicBezTo>
                    <a:pt x="1481" y="169"/>
                    <a:pt x="1479" y="174"/>
                    <a:pt x="1479" y="181"/>
                  </a:cubicBezTo>
                  <a:cubicBezTo>
                    <a:pt x="1479" y="187"/>
                    <a:pt x="1482" y="192"/>
                    <a:pt x="1487" y="195"/>
                  </a:cubicBezTo>
                  <a:cubicBezTo>
                    <a:pt x="1492" y="199"/>
                    <a:pt x="1500" y="201"/>
                    <a:pt x="1510" y="201"/>
                  </a:cubicBezTo>
                  <a:cubicBezTo>
                    <a:pt x="1520" y="200"/>
                    <a:pt x="1527" y="198"/>
                    <a:pt x="1532" y="194"/>
                  </a:cubicBezTo>
                  <a:cubicBezTo>
                    <a:pt x="1537" y="190"/>
                    <a:pt x="1540" y="185"/>
                    <a:pt x="1540" y="179"/>
                  </a:cubicBezTo>
                  <a:close/>
                  <a:moveTo>
                    <a:pt x="1496" y="65"/>
                  </a:moveTo>
                  <a:cubicBezTo>
                    <a:pt x="1500" y="97"/>
                    <a:pt x="1500" y="97"/>
                    <a:pt x="1500" y="97"/>
                  </a:cubicBezTo>
                  <a:cubicBezTo>
                    <a:pt x="1514" y="95"/>
                    <a:pt x="1514" y="95"/>
                    <a:pt x="1514" y="95"/>
                  </a:cubicBezTo>
                  <a:cubicBezTo>
                    <a:pt x="1512" y="78"/>
                    <a:pt x="1512" y="78"/>
                    <a:pt x="1512" y="78"/>
                  </a:cubicBezTo>
                  <a:cubicBezTo>
                    <a:pt x="1523" y="76"/>
                    <a:pt x="1523" y="76"/>
                    <a:pt x="1523" y="76"/>
                  </a:cubicBezTo>
                  <a:cubicBezTo>
                    <a:pt x="1526" y="78"/>
                    <a:pt x="1528" y="81"/>
                    <a:pt x="1530" y="84"/>
                  </a:cubicBezTo>
                  <a:cubicBezTo>
                    <a:pt x="1531" y="87"/>
                    <a:pt x="1533" y="90"/>
                    <a:pt x="1533" y="93"/>
                  </a:cubicBezTo>
                  <a:cubicBezTo>
                    <a:pt x="1534" y="99"/>
                    <a:pt x="1532" y="105"/>
                    <a:pt x="1527" y="109"/>
                  </a:cubicBezTo>
                  <a:cubicBezTo>
                    <a:pt x="1523" y="114"/>
                    <a:pt x="1515" y="117"/>
                    <a:pt x="1505" y="118"/>
                  </a:cubicBezTo>
                  <a:cubicBezTo>
                    <a:pt x="1495" y="119"/>
                    <a:pt x="1488" y="119"/>
                    <a:pt x="1482" y="115"/>
                  </a:cubicBezTo>
                  <a:cubicBezTo>
                    <a:pt x="1477" y="112"/>
                    <a:pt x="1474" y="107"/>
                    <a:pt x="1473" y="101"/>
                  </a:cubicBezTo>
                  <a:cubicBezTo>
                    <a:pt x="1472" y="96"/>
                    <a:pt x="1473" y="93"/>
                    <a:pt x="1475" y="89"/>
                  </a:cubicBezTo>
                  <a:cubicBezTo>
                    <a:pt x="1477" y="86"/>
                    <a:pt x="1480" y="84"/>
                    <a:pt x="1485" y="82"/>
                  </a:cubicBezTo>
                  <a:cubicBezTo>
                    <a:pt x="1479" y="68"/>
                    <a:pt x="1479" y="68"/>
                    <a:pt x="1479" y="68"/>
                  </a:cubicBezTo>
                  <a:cubicBezTo>
                    <a:pt x="1471" y="70"/>
                    <a:pt x="1466" y="75"/>
                    <a:pt x="1462" y="80"/>
                  </a:cubicBezTo>
                  <a:cubicBezTo>
                    <a:pt x="1458" y="86"/>
                    <a:pt x="1457" y="94"/>
                    <a:pt x="1458" y="103"/>
                  </a:cubicBezTo>
                  <a:cubicBezTo>
                    <a:pt x="1459" y="110"/>
                    <a:pt x="1461" y="116"/>
                    <a:pt x="1465" y="120"/>
                  </a:cubicBezTo>
                  <a:cubicBezTo>
                    <a:pt x="1469" y="126"/>
                    <a:pt x="1475" y="130"/>
                    <a:pt x="1483" y="132"/>
                  </a:cubicBezTo>
                  <a:cubicBezTo>
                    <a:pt x="1490" y="134"/>
                    <a:pt x="1499" y="135"/>
                    <a:pt x="1508" y="134"/>
                  </a:cubicBezTo>
                  <a:cubicBezTo>
                    <a:pt x="1516" y="132"/>
                    <a:pt x="1524" y="130"/>
                    <a:pt x="1530" y="126"/>
                  </a:cubicBezTo>
                  <a:cubicBezTo>
                    <a:pt x="1537" y="122"/>
                    <a:pt x="1542" y="117"/>
                    <a:pt x="1545" y="111"/>
                  </a:cubicBezTo>
                  <a:cubicBezTo>
                    <a:pt x="1548" y="105"/>
                    <a:pt x="1549" y="98"/>
                    <a:pt x="1548" y="90"/>
                  </a:cubicBezTo>
                  <a:cubicBezTo>
                    <a:pt x="1547" y="84"/>
                    <a:pt x="1545" y="78"/>
                    <a:pt x="1541" y="72"/>
                  </a:cubicBezTo>
                  <a:cubicBezTo>
                    <a:pt x="1538" y="67"/>
                    <a:pt x="1534" y="63"/>
                    <a:pt x="1530" y="60"/>
                  </a:cubicBezTo>
                  <a:lnTo>
                    <a:pt x="1496" y="65"/>
                  </a:lnTo>
                  <a:close/>
                  <a:moveTo>
                    <a:pt x="1438" y="0"/>
                  </a:moveTo>
                  <a:cubicBezTo>
                    <a:pt x="1442" y="17"/>
                    <a:pt x="1442" y="17"/>
                    <a:pt x="1442" y="17"/>
                  </a:cubicBezTo>
                  <a:cubicBezTo>
                    <a:pt x="1480" y="25"/>
                    <a:pt x="1480" y="25"/>
                    <a:pt x="1480" y="25"/>
                  </a:cubicBezTo>
                  <a:cubicBezTo>
                    <a:pt x="1450" y="50"/>
                    <a:pt x="1450" y="50"/>
                    <a:pt x="1450" y="50"/>
                  </a:cubicBezTo>
                  <a:cubicBezTo>
                    <a:pt x="1455" y="68"/>
                    <a:pt x="1455" y="68"/>
                    <a:pt x="1455" y="68"/>
                  </a:cubicBezTo>
                  <a:cubicBezTo>
                    <a:pt x="1498" y="29"/>
                    <a:pt x="1498" y="29"/>
                    <a:pt x="1498" y="29"/>
                  </a:cubicBezTo>
                  <a:cubicBezTo>
                    <a:pt x="1534" y="20"/>
                    <a:pt x="1534" y="20"/>
                    <a:pt x="1534" y="20"/>
                  </a:cubicBezTo>
                  <a:cubicBezTo>
                    <a:pt x="1530" y="6"/>
                    <a:pt x="1530" y="6"/>
                    <a:pt x="1530" y="6"/>
                  </a:cubicBezTo>
                  <a:cubicBezTo>
                    <a:pt x="1494" y="14"/>
                    <a:pt x="1494" y="14"/>
                    <a:pt x="1494" y="14"/>
                  </a:cubicBezTo>
                  <a:lnTo>
                    <a:pt x="143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6" name="Freeform 55"/>
            <p:cNvSpPr>
              <a:spLocks noEditPoints="1"/>
            </p:cNvSpPr>
            <p:nvPr/>
          </p:nvSpPr>
          <p:spPr bwMode="auto">
            <a:xfrm>
              <a:off x="-1973263" y="-877888"/>
              <a:ext cx="928688" cy="930275"/>
            </a:xfrm>
            <a:custGeom>
              <a:avLst/>
              <a:gdLst>
                <a:gd name="T0" fmla="*/ 1215 w 1215"/>
                <a:gd name="T1" fmla="*/ 608 h 1215"/>
                <a:gd name="T2" fmla="*/ 608 w 1215"/>
                <a:gd name="T3" fmla="*/ 0 h 1215"/>
                <a:gd name="T4" fmla="*/ 0 w 1215"/>
                <a:gd name="T5" fmla="*/ 608 h 1215"/>
                <a:gd name="T6" fmla="*/ 608 w 1215"/>
                <a:gd name="T7" fmla="*/ 1215 h 1215"/>
                <a:gd name="T8" fmla="*/ 1215 w 1215"/>
                <a:gd name="T9" fmla="*/ 608 h 1215"/>
                <a:gd name="T10" fmla="*/ 608 w 1215"/>
                <a:gd name="T11" fmla="*/ 1196 h 1215"/>
                <a:gd name="T12" fmla="*/ 20 w 1215"/>
                <a:gd name="T13" fmla="*/ 608 h 1215"/>
                <a:gd name="T14" fmla="*/ 608 w 1215"/>
                <a:gd name="T15" fmla="*/ 20 h 1215"/>
                <a:gd name="T16" fmla="*/ 1196 w 1215"/>
                <a:gd name="T17" fmla="*/ 608 h 1215"/>
                <a:gd name="T18" fmla="*/ 608 w 1215"/>
                <a:gd name="T19" fmla="*/ 1196 h 12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15" h="1215">
                  <a:moveTo>
                    <a:pt x="1215" y="608"/>
                  </a:moveTo>
                  <a:cubicBezTo>
                    <a:pt x="1215" y="272"/>
                    <a:pt x="943" y="0"/>
                    <a:pt x="608" y="0"/>
                  </a:cubicBezTo>
                  <a:cubicBezTo>
                    <a:pt x="272" y="0"/>
                    <a:pt x="0" y="272"/>
                    <a:pt x="0" y="608"/>
                  </a:cubicBezTo>
                  <a:cubicBezTo>
                    <a:pt x="0" y="943"/>
                    <a:pt x="272" y="1215"/>
                    <a:pt x="608" y="1215"/>
                  </a:cubicBezTo>
                  <a:cubicBezTo>
                    <a:pt x="943" y="1215"/>
                    <a:pt x="1215" y="943"/>
                    <a:pt x="1215" y="608"/>
                  </a:cubicBezTo>
                  <a:close/>
                  <a:moveTo>
                    <a:pt x="608" y="1196"/>
                  </a:moveTo>
                  <a:cubicBezTo>
                    <a:pt x="283" y="1196"/>
                    <a:pt x="20" y="932"/>
                    <a:pt x="20" y="608"/>
                  </a:cubicBezTo>
                  <a:cubicBezTo>
                    <a:pt x="20" y="283"/>
                    <a:pt x="283" y="20"/>
                    <a:pt x="608" y="20"/>
                  </a:cubicBezTo>
                  <a:cubicBezTo>
                    <a:pt x="932" y="20"/>
                    <a:pt x="1196" y="283"/>
                    <a:pt x="1196" y="608"/>
                  </a:cubicBezTo>
                  <a:cubicBezTo>
                    <a:pt x="1196" y="932"/>
                    <a:pt x="932" y="1196"/>
                    <a:pt x="608" y="119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7" name="Freeform 56"/>
            <p:cNvSpPr/>
            <p:nvPr/>
          </p:nvSpPr>
          <p:spPr bwMode="auto">
            <a:xfrm>
              <a:off x="-1925638" y="-785813"/>
              <a:ext cx="831850" cy="763588"/>
            </a:xfrm>
            <a:custGeom>
              <a:avLst/>
              <a:gdLst>
                <a:gd name="T0" fmla="*/ 1033 w 1089"/>
                <a:gd name="T1" fmla="*/ 596 h 998"/>
                <a:gd name="T2" fmla="*/ 1011 w 1089"/>
                <a:gd name="T3" fmla="*/ 563 h 998"/>
                <a:gd name="T4" fmla="*/ 1030 w 1089"/>
                <a:gd name="T5" fmla="*/ 270 h 998"/>
                <a:gd name="T6" fmla="*/ 983 w 1089"/>
                <a:gd name="T7" fmla="*/ 289 h 998"/>
                <a:gd name="T8" fmla="*/ 856 w 1089"/>
                <a:gd name="T9" fmla="*/ 60 h 998"/>
                <a:gd name="T10" fmla="*/ 803 w 1089"/>
                <a:gd name="T11" fmla="*/ 54 h 998"/>
                <a:gd name="T12" fmla="*/ 801 w 1089"/>
                <a:gd name="T13" fmla="*/ 113 h 998"/>
                <a:gd name="T14" fmla="*/ 832 w 1089"/>
                <a:gd name="T15" fmla="*/ 155 h 998"/>
                <a:gd name="T16" fmla="*/ 958 w 1089"/>
                <a:gd name="T17" fmla="*/ 304 h 998"/>
                <a:gd name="T18" fmla="*/ 949 w 1089"/>
                <a:gd name="T19" fmla="*/ 321 h 998"/>
                <a:gd name="T20" fmla="*/ 986 w 1089"/>
                <a:gd name="T21" fmla="*/ 539 h 998"/>
                <a:gd name="T22" fmla="*/ 959 w 1089"/>
                <a:gd name="T23" fmla="*/ 585 h 998"/>
                <a:gd name="T24" fmla="*/ 925 w 1089"/>
                <a:gd name="T25" fmla="*/ 616 h 998"/>
                <a:gd name="T26" fmla="*/ 875 w 1089"/>
                <a:gd name="T27" fmla="*/ 794 h 998"/>
                <a:gd name="T28" fmla="*/ 848 w 1089"/>
                <a:gd name="T29" fmla="*/ 753 h 998"/>
                <a:gd name="T30" fmla="*/ 582 w 1089"/>
                <a:gd name="T31" fmla="*/ 903 h 998"/>
                <a:gd name="T32" fmla="*/ 508 w 1089"/>
                <a:gd name="T33" fmla="*/ 903 h 998"/>
                <a:gd name="T34" fmla="*/ 241 w 1089"/>
                <a:gd name="T35" fmla="*/ 753 h 998"/>
                <a:gd name="T36" fmla="*/ 214 w 1089"/>
                <a:gd name="T37" fmla="*/ 794 h 998"/>
                <a:gd name="T38" fmla="*/ 164 w 1089"/>
                <a:gd name="T39" fmla="*/ 616 h 998"/>
                <a:gd name="T40" fmla="*/ 130 w 1089"/>
                <a:gd name="T41" fmla="*/ 585 h 998"/>
                <a:gd name="T42" fmla="*/ 104 w 1089"/>
                <a:gd name="T43" fmla="*/ 539 h 998"/>
                <a:gd name="T44" fmla="*/ 140 w 1089"/>
                <a:gd name="T45" fmla="*/ 321 h 998"/>
                <a:gd name="T46" fmla="*/ 131 w 1089"/>
                <a:gd name="T47" fmla="*/ 304 h 998"/>
                <a:gd name="T48" fmla="*/ 257 w 1089"/>
                <a:gd name="T49" fmla="*/ 155 h 998"/>
                <a:gd name="T50" fmla="*/ 288 w 1089"/>
                <a:gd name="T51" fmla="*/ 113 h 998"/>
                <a:gd name="T52" fmla="*/ 286 w 1089"/>
                <a:gd name="T53" fmla="*/ 54 h 998"/>
                <a:gd name="T54" fmla="*/ 234 w 1089"/>
                <a:gd name="T55" fmla="*/ 60 h 998"/>
                <a:gd name="T56" fmla="*/ 106 w 1089"/>
                <a:gd name="T57" fmla="*/ 289 h 998"/>
                <a:gd name="T58" fmla="*/ 59 w 1089"/>
                <a:gd name="T59" fmla="*/ 270 h 998"/>
                <a:gd name="T60" fmla="*/ 78 w 1089"/>
                <a:gd name="T61" fmla="*/ 563 h 998"/>
                <a:gd name="T62" fmla="*/ 56 w 1089"/>
                <a:gd name="T63" fmla="*/ 596 h 998"/>
                <a:gd name="T64" fmla="*/ 48 w 1089"/>
                <a:gd name="T65" fmla="*/ 627 h 998"/>
                <a:gd name="T66" fmla="*/ 321 w 1089"/>
                <a:gd name="T67" fmla="*/ 873 h 998"/>
                <a:gd name="T68" fmla="*/ 249 w 1089"/>
                <a:gd name="T69" fmla="*/ 888 h 998"/>
                <a:gd name="T70" fmla="*/ 462 w 1089"/>
                <a:gd name="T71" fmla="*/ 915 h 998"/>
                <a:gd name="T72" fmla="*/ 477 w 1089"/>
                <a:gd name="T73" fmla="*/ 938 h 998"/>
                <a:gd name="T74" fmla="*/ 450 w 1089"/>
                <a:gd name="T75" fmla="*/ 998 h 998"/>
                <a:gd name="T76" fmla="*/ 545 w 1089"/>
                <a:gd name="T77" fmla="*/ 938 h 998"/>
                <a:gd name="T78" fmla="*/ 639 w 1089"/>
                <a:gd name="T79" fmla="*/ 998 h 998"/>
                <a:gd name="T80" fmla="*/ 613 w 1089"/>
                <a:gd name="T81" fmla="*/ 938 h 998"/>
                <a:gd name="T82" fmla="*/ 627 w 1089"/>
                <a:gd name="T83" fmla="*/ 915 h 998"/>
                <a:gd name="T84" fmla="*/ 840 w 1089"/>
                <a:gd name="T85" fmla="*/ 888 h 998"/>
                <a:gd name="T86" fmla="*/ 768 w 1089"/>
                <a:gd name="T87" fmla="*/ 873 h 998"/>
                <a:gd name="T88" fmla="*/ 1041 w 1089"/>
                <a:gd name="T89" fmla="*/ 627 h 9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089" h="998">
                  <a:moveTo>
                    <a:pt x="949" y="743"/>
                  </a:moveTo>
                  <a:cubicBezTo>
                    <a:pt x="972" y="659"/>
                    <a:pt x="995" y="653"/>
                    <a:pt x="1033" y="596"/>
                  </a:cubicBezTo>
                  <a:cubicBezTo>
                    <a:pt x="1069" y="542"/>
                    <a:pt x="1089" y="435"/>
                    <a:pt x="1052" y="398"/>
                  </a:cubicBezTo>
                  <a:cubicBezTo>
                    <a:pt x="1047" y="476"/>
                    <a:pt x="1021" y="492"/>
                    <a:pt x="1011" y="563"/>
                  </a:cubicBezTo>
                  <a:cubicBezTo>
                    <a:pt x="1005" y="506"/>
                    <a:pt x="1005" y="473"/>
                    <a:pt x="1016" y="435"/>
                  </a:cubicBezTo>
                  <a:cubicBezTo>
                    <a:pt x="1026" y="402"/>
                    <a:pt x="1040" y="326"/>
                    <a:pt x="1030" y="270"/>
                  </a:cubicBezTo>
                  <a:cubicBezTo>
                    <a:pt x="1022" y="226"/>
                    <a:pt x="1003" y="210"/>
                    <a:pt x="979" y="200"/>
                  </a:cubicBezTo>
                  <a:cubicBezTo>
                    <a:pt x="991" y="247"/>
                    <a:pt x="983" y="289"/>
                    <a:pt x="983" y="289"/>
                  </a:cubicBezTo>
                  <a:cubicBezTo>
                    <a:pt x="983" y="289"/>
                    <a:pt x="954" y="258"/>
                    <a:pt x="944" y="179"/>
                  </a:cubicBezTo>
                  <a:cubicBezTo>
                    <a:pt x="935" y="100"/>
                    <a:pt x="880" y="61"/>
                    <a:pt x="856" y="60"/>
                  </a:cubicBezTo>
                  <a:cubicBezTo>
                    <a:pt x="879" y="100"/>
                    <a:pt x="877" y="113"/>
                    <a:pt x="887" y="152"/>
                  </a:cubicBezTo>
                  <a:cubicBezTo>
                    <a:pt x="861" y="137"/>
                    <a:pt x="843" y="90"/>
                    <a:pt x="803" y="54"/>
                  </a:cubicBezTo>
                  <a:cubicBezTo>
                    <a:pt x="745" y="0"/>
                    <a:pt x="699" y="0"/>
                    <a:pt x="671" y="24"/>
                  </a:cubicBezTo>
                  <a:cubicBezTo>
                    <a:pt x="751" y="56"/>
                    <a:pt x="737" y="64"/>
                    <a:pt x="801" y="113"/>
                  </a:cubicBezTo>
                  <a:cubicBezTo>
                    <a:pt x="863" y="154"/>
                    <a:pt x="892" y="158"/>
                    <a:pt x="909" y="212"/>
                  </a:cubicBezTo>
                  <a:cubicBezTo>
                    <a:pt x="882" y="185"/>
                    <a:pt x="865" y="168"/>
                    <a:pt x="832" y="155"/>
                  </a:cubicBezTo>
                  <a:cubicBezTo>
                    <a:pt x="824" y="172"/>
                    <a:pt x="838" y="206"/>
                    <a:pt x="883" y="245"/>
                  </a:cubicBezTo>
                  <a:cubicBezTo>
                    <a:pt x="921" y="282"/>
                    <a:pt x="928" y="266"/>
                    <a:pt x="958" y="304"/>
                  </a:cubicBezTo>
                  <a:cubicBezTo>
                    <a:pt x="980" y="333"/>
                    <a:pt x="1003" y="361"/>
                    <a:pt x="994" y="428"/>
                  </a:cubicBezTo>
                  <a:cubicBezTo>
                    <a:pt x="974" y="380"/>
                    <a:pt x="961" y="374"/>
                    <a:pt x="949" y="321"/>
                  </a:cubicBezTo>
                  <a:cubicBezTo>
                    <a:pt x="937" y="339"/>
                    <a:pt x="928" y="365"/>
                    <a:pt x="934" y="398"/>
                  </a:cubicBezTo>
                  <a:cubicBezTo>
                    <a:pt x="947" y="470"/>
                    <a:pt x="976" y="467"/>
                    <a:pt x="986" y="539"/>
                  </a:cubicBezTo>
                  <a:cubicBezTo>
                    <a:pt x="991" y="578"/>
                    <a:pt x="992" y="629"/>
                    <a:pt x="957" y="667"/>
                  </a:cubicBezTo>
                  <a:cubicBezTo>
                    <a:pt x="950" y="633"/>
                    <a:pt x="953" y="617"/>
                    <a:pt x="959" y="585"/>
                  </a:cubicBezTo>
                  <a:cubicBezTo>
                    <a:pt x="964" y="556"/>
                    <a:pt x="960" y="532"/>
                    <a:pt x="950" y="501"/>
                  </a:cubicBezTo>
                  <a:cubicBezTo>
                    <a:pt x="928" y="521"/>
                    <a:pt x="920" y="570"/>
                    <a:pt x="925" y="616"/>
                  </a:cubicBezTo>
                  <a:cubicBezTo>
                    <a:pt x="930" y="664"/>
                    <a:pt x="964" y="700"/>
                    <a:pt x="912" y="770"/>
                  </a:cubicBezTo>
                  <a:cubicBezTo>
                    <a:pt x="889" y="790"/>
                    <a:pt x="875" y="794"/>
                    <a:pt x="875" y="794"/>
                  </a:cubicBezTo>
                  <a:cubicBezTo>
                    <a:pt x="903" y="761"/>
                    <a:pt x="940" y="684"/>
                    <a:pt x="913" y="643"/>
                  </a:cubicBezTo>
                  <a:cubicBezTo>
                    <a:pt x="903" y="688"/>
                    <a:pt x="876" y="714"/>
                    <a:pt x="848" y="753"/>
                  </a:cubicBezTo>
                  <a:cubicBezTo>
                    <a:pt x="809" y="810"/>
                    <a:pt x="842" y="826"/>
                    <a:pt x="722" y="871"/>
                  </a:cubicBezTo>
                  <a:cubicBezTo>
                    <a:pt x="686" y="885"/>
                    <a:pt x="636" y="889"/>
                    <a:pt x="582" y="903"/>
                  </a:cubicBezTo>
                  <a:cubicBezTo>
                    <a:pt x="568" y="906"/>
                    <a:pt x="556" y="909"/>
                    <a:pt x="545" y="912"/>
                  </a:cubicBezTo>
                  <a:cubicBezTo>
                    <a:pt x="533" y="909"/>
                    <a:pt x="521" y="906"/>
                    <a:pt x="508" y="903"/>
                  </a:cubicBezTo>
                  <a:cubicBezTo>
                    <a:pt x="453" y="889"/>
                    <a:pt x="403" y="885"/>
                    <a:pt x="367" y="871"/>
                  </a:cubicBezTo>
                  <a:cubicBezTo>
                    <a:pt x="247" y="826"/>
                    <a:pt x="280" y="810"/>
                    <a:pt x="241" y="753"/>
                  </a:cubicBezTo>
                  <a:cubicBezTo>
                    <a:pt x="213" y="714"/>
                    <a:pt x="186" y="688"/>
                    <a:pt x="176" y="643"/>
                  </a:cubicBezTo>
                  <a:cubicBezTo>
                    <a:pt x="149" y="684"/>
                    <a:pt x="186" y="761"/>
                    <a:pt x="214" y="794"/>
                  </a:cubicBezTo>
                  <a:cubicBezTo>
                    <a:pt x="214" y="794"/>
                    <a:pt x="201" y="790"/>
                    <a:pt x="177" y="770"/>
                  </a:cubicBezTo>
                  <a:cubicBezTo>
                    <a:pt x="125" y="700"/>
                    <a:pt x="159" y="664"/>
                    <a:pt x="164" y="616"/>
                  </a:cubicBezTo>
                  <a:cubicBezTo>
                    <a:pt x="169" y="570"/>
                    <a:pt x="161" y="521"/>
                    <a:pt x="139" y="501"/>
                  </a:cubicBezTo>
                  <a:cubicBezTo>
                    <a:pt x="129" y="532"/>
                    <a:pt x="125" y="556"/>
                    <a:pt x="130" y="585"/>
                  </a:cubicBezTo>
                  <a:cubicBezTo>
                    <a:pt x="136" y="617"/>
                    <a:pt x="139" y="633"/>
                    <a:pt x="132" y="667"/>
                  </a:cubicBezTo>
                  <a:cubicBezTo>
                    <a:pt x="97" y="629"/>
                    <a:pt x="98" y="578"/>
                    <a:pt x="104" y="539"/>
                  </a:cubicBezTo>
                  <a:cubicBezTo>
                    <a:pt x="113" y="467"/>
                    <a:pt x="142" y="470"/>
                    <a:pt x="155" y="398"/>
                  </a:cubicBezTo>
                  <a:cubicBezTo>
                    <a:pt x="161" y="365"/>
                    <a:pt x="152" y="339"/>
                    <a:pt x="140" y="321"/>
                  </a:cubicBezTo>
                  <a:cubicBezTo>
                    <a:pt x="128" y="374"/>
                    <a:pt x="115" y="380"/>
                    <a:pt x="96" y="428"/>
                  </a:cubicBezTo>
                  <a:cubicBezTo>
                    <a:pt x="87" y="361"/>
                    <a:pt x="109" y="333"/>
                    <a:pt x="131" y="304"/>
                  </a:cubicBezTo>
                  <a:cubicBezTo>
                    <a:pt x="161" y="266"/>
                    <a:pt x="168" y="282"/>
                    <a:pt x="206" y="245"/>
                  </a:cubicBezTo>
                  <a:cubicBezTo>
                    <a:pt x="251" y="206"/>
                    <a:pt x="265" y="172"/>
                    <a:pt x="257" y="155"/>
                  </a:cubicBezTo>
                  <a:cubicBezTo>
                    <a:pt x="224" y="168"/>
                    <a:pt x="207" y="185"/>
                    <a:pt x="181" y="212"/>
                  </a:cubicBezTo>
                  <a:cubicBezTo>
                    <a:pt x="198" y="158"/>
                    <a:pt x="226" y="154"/>
                    <a:pt x="288" y="113"/>
                  </a:cubicBezTo>
                  <a:cubicBezTo>
                    <a:pt x="352" y="64"/>
                    <a:pt x="338" y="56"/>
                    <a:pt x="418" y="24"/>
                  </a:cubicBezTo>
                  <a:cubicBezTo>
                    <a:pt x="390" y="0"/>
                    <a:pt x="344" y="0"/>
                    <a:pt x="286" y="54"/>
                  </a:cubicBezTo>
                  <a:cubicBezTo>
                    <a:pt x="246" y="90"/>
                    <a:pt x="229" y="137"/>
                    <a:pt x="203" y="152"/>
                  </a:cubicBezTo>
                  <a:cubicBezTo>
                    <a:pt x="212" y="113"/>
                    <a:pt x="210" y="100"/>
                    <a:pt x="234" y="60"/>
                  </a:cubicBezTo>
                  <a:cubicBezTo>
                    <a:pt x="209" y="61"/>
                    <a:pt x="154" y="100"/>
                    <a:pt x="145" y="179"/>
                  </a:cubicBezTo>
                  <a:cubicBezTo>
                    <a:pt x="136" y="258"/>
                    <a:pt x="106" y="289"/>
                    <a:pt x="106" y="289"/>
                  </a:cubicBezTo>
                  <a:cubicBezTo>
                    <a:pt x="106" y="289"/>
                    <a:pt x="98" y="247"/>
                    <a:pt x="110" y="200"/>
                  </a:cubicBezTo>
                  <a:cubicBezTo>
                    <a:pt x="86" y="210"/>
                    <a:pt x="67" y="226"/>
                    <a:pt x="59" y="270"/>
                  </a:cubicBezTo>
                  <a:cubicBezTo>
                    <a:pt x="49" y="326"/>
                    <a:pt x="63" y="402"/>
                    <a:pt x="73" y="435"/>
                  </a:cubicBezTo>
                  <a:cubicBezTo>
                    <a:pt x="84" y="473"/>
                    <a:pt x="84" y="506"/>
                    <a:pt x="78" y="563"/>
                  </a:cubicBezTo>
                  <a:cubicBezTo>
                    <a:pt x="68" y="492"/>
                    <a:pt x="42" y="476"/>
                    <a:pt x="37" y="398"/>
                  </a:cubicBezTo>
                  <a:cubicBezTo>
                    <a:pt x="0" y="435"/>
                    <a:pt x="20" y="542"/>
                    <a:pt x="56" y="596"/>
                  </a:cubicBezTo>
                  <a:cubicBezTo>
                    <a:pt x="94" y="653"/>
                    <a:pt x="117" y="659"/>
                    <a:pt x="140" y="743"/>
                  </a:cubicBezTo>
                  <a:cubicBezTo>
                    <a:pt x="104" y="692"/>
                    <a:pt x="76" y="687"/>
                    <a:pt x="48" y="627"/>
                  </a:cubicBezTo>
                  <a:cubicBezTo>
                    <a:pt x="27" y="654"/>
                    <a:pt x="46" y="709"/>
                    <a:pt x="103" y="756"/>
                  </a:cubicBezTo>
                  <a:cubicBezTo>
                    <a:pt x="152" y="803"/>
                    <a:pt x="231" y="799"/>
                    <a:pt x="321" y="873"/>
                  </a:cubicBezTo>
                  <a:cubicBezTo>
                    <a:pt x="248" y="830"/>
                    <a:pt x="172" y="830"/>
                    <a:pt x="132" y="805"/>
                  </a:cubicBezTo>
                  <a:cubicBezTo>
                    <a:pt x="125" y="839"/>
                    <a:pt x="171" y="868"/>
                    <a:pt x="249" y="888"/>
                  </a:cubicBezTo>
                  <a:cubicBezTo>
                    <a:pt x="280" y="896"/>
                    <a:pt x="327" y="897"/>
                    <a:pt x="353" y="898"/>
                  </a:cubicBezTo>
                  <a:cubicBezTo>
                    <a:pt x="403" y="899"/>
                    <a:pt x="430" y="909"/>
                    <a:pt x="462" y="915"/>
                  </a:cubicBezTo>
                  <a:cubicBezTo>
                    <a:pt x="475" y="917"/>
                    <a:pt x="490" y="920"/>
                    <a:pt x="506" y="925"/>
                  </a:cubicBezTo>
                  <a:cubicBezTo>
                    <a:pt x="493" y="930"/>
                    <a:pt x="483" y="934"/>
                    <a:pt x="477" y="938"/>
                  </a:cubicBezTo>
                  <a:cubicBezTo>
                    <a:pt x="453" y="951"/>
                    <a:pt x="455" y="951"/>
                    <a:pt x="408" y="982"/>
                  </a:cubicBezTo>
                  <a:cubicBezTo>
                    <a:pt x="450" y="998"/>
                    <a:pt x="450" y="998"/>
                    <a:pt x="450" y="998"/>
                  </a:cubicBezTo>
                  <a:cubicBezTo>
                    <a:pt x="450" y="998"/>
                    <a:pt x="473" y="971"/>
                    <a:pt x="515" y="951"/>
                  </a:cubicBezTo>
                  <a:cubicBezTo>
                    <a:pt x="524" y="946"/>
                    <a:pt x="534" y="942"/>
                    <a:pt x="545" y="938"/>
                  </a:cubicBezTo>
                  <a:cubicBezTo>
                    <a:pt x="555" y="942"/>
                    <a:pt x="565" y="946"/>
                    <a:pt x="574" y="951"/>
                  </a:cubicBezTo>
                  <a:cubicBezTo>
                    <a:pt x="616" y="971"/>
                    <a:pt x="639" y="998"/>
                    <a:pt x="639" y="998"/>
                  </a:cubicBezTo>
                  <a:cubicBezTo>
                    <a:pt x="681" y="982"/>
                    <a:pt x="681" y="982"/>
                    <a:pt x="681" y="982"/>
                  </a:cubicBezTo>
                  <a:cubicBezTo>
                    <a:pt x="635" y="951"/>
                    <a:pt x="636" y="951"/>
                    <a:pt x="613" y="938"/>
                  </a:cubicBezTo>
                  <a:cubicBezTo>
                    <a:pt x="606" y="934"/>
                    <a:pt x="596" y="930"/>
                    <a:pt x="583" y="925"/>
                  </a:cubicBezTo>
                  <a:cubicBezTo>
                    <a:pt x="599" y="920"/>
                    <a:pt x="614" y="917"/>
                    <a:pt x="627" y="915"/>
                  </a:cubicBezTo>
                  <a:cubicBezTo>
                    <a:pt x="659" y="909"/>
                    <a:pt x="686" y="899"/>
                    <a:pt x="736" y="898"/>
                  </a:cubicBezTo>
                  <a:cubicBezTo>
                    <a:pt x="762" y="897"/>
                    <a:pt x="809" y="896"/>
                    <a:pt x="840" y="888"/>
                  </a:cubicBezTo>
                  <a:cubicBezTo>
                    <a:pt x="919" y="868"/>
                    <a:pt x="965" y="839"/>
                    <a:pt x="957" y="805"/>
                  </a:cubicBezTo>
                  <a:cubicBezTo>
                    <a:pt x="917" y="830"/>
                    <a:pt x="841" y="830"/>
                    <a:pt x="768" y="873"/>
                  </a:cubicBezTo>
                  <a:cubicBezTo>
                    <a:pt x="858" y="799"/>
                    <a:pt x="937" y="803"/>
                    <a:pt x="986" y="756"/>
                  </a:cubicBezTo>
                  <a:cubicBezTo>
                    <a:pt x="1043" y="709"/>
                    <a:pt x="1063" y="654"/>
                    <a:pt x="1041" y="627"/>
                  </a:cubicBezTo>
                  <a:cubicBezTo>
                    <a:pt x="1013" y="687"/>
                    <a:pt x="985" y="692"/>
                    <a:pt x="949" y="74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8" name="Freeform 57"/>
            <p:cNvSpPr>
              <a:spLocks noEditPoints="1"/>
            </p:cNvSpPr>
            <p:nvPr/>
          </p:nvSpPr>
          <p:spPr bwMode="auto">
            <a:xfrm>
              <a:off x="-1698625" y="-652463"/>
              <a:ext cx="379413" cy="509588"/>
            </a:xfrm>
            <a:custGeom>
              <a:avLst/>
              <a:gdLst>
                <a:gd name="T0" fmla="*/ 340 w 496"/>
                <a:gd name="T1" fmla="*/ 373 h 667"/>
                <a:gd name="T2" fmla="*/ 396 w 496"/>
                <a:gd name="T3" fmla="*/ 382 h 667"/>
                <a:gd name="T4" fmla="*/ 187 w 496"/>
                <a:gd name="T5" fmla="*/ 323 h 667"/>
                <a:gd name="T6" fmla="*/ 189 w 496"/>
                <a:gd name="T7" fmla="*/ 334 h 667"/>
                <a:gd name="T8" fmla="*/ 193 w 496"/>
                <a:gd name="T9" fmla="*/ 333 h 667"/>
                <a:gd name="T10" fmla="*/ 113 w 496"/>
                <a:gd name="T11" fmla="*/ 331 h 667"/>
                <a:gd name="T12" fmla="*/ 115 w 496"/>
                <a:gd name="T13" fmla="*/ 317 h 667"/>
                <a:gd name="T14" fmla="*/ 121 w 496"/>
                <a:gd name="T15" fmla="*/ 317 h 667"/>
                <a:gd name="T16" fmla="*/ 117 w 496"/>
                <a:gd name="T17" fmla="*/ 326 h 667"/>
                <a:gd name="T18" fmla="*/ 115 w 496"/>
                <a:gd name="T19" fmla="*/ 330 h 667"/>
                <a:gd name="T20" fmla="*/ 348 w 496"/>
                <a:gd name="T21" fmla="*/ 324 h 667"/>
                <a:gd name="T22" fmla="*/ 53 w 496"/>
                <a:gd name="T23" fmla="*/ 363 h 667"/>
                <a:gd name="T24" fmla="*/ 379 w 496"/>
                <a:gd name="T25" fmla="*/ 313 h 667"/>
                <a:gd name="T26" fmla="*/ 306 w 496"/>
                <a:gd name="T27" fmla="*/ 330 h 667"/>
                <a:gd name="T28" fmla="*/ 305 w 496"/>
                <a:gd name="T29" fmla="*/ 315 h 667"/>
                <a:gd name="T30" fmla="*/ 298 w 496"/>
                <a:gd name="T31" fmla="*/ 314 h 667"/>
                <a:gd name="T32" fmla="*/ 276 w 496"/>
                <a:gd name="T33" fmla="*/ 322 h 667"/>
                <a:gd name="T34" fmla="*/ 203 w 496"/>
                <a:gd name="T35" fmla="*/ 319 h 667"/>
                <a:gd name="T36" fmla="*/ 110 w 496"/>
                <a:gd name="T37" fmla="*/ 316 h 667"/>
                <a:gd name="T38" fmla="*/ 106 w 496"/>
                <a:gd name="T39" fmla="*/ 321 h 667"/>
                <a:gd name="T40" fmla="*/ 119 w 496"/>
                <a:gd name="T41" fmla="*/ 335 h 667"/>
                <a:gd name="T42" fmla="*/ 123 w 496"/>
                <a:gd name="T43" fmla="*/ 338 h 667"/>
                <a:gd name="T44" fmla="*/ 151 w 496"/>
                <a:gd name="T45" fmla="*/ 320 h 667"/>
                <a:gd name="T46" fmla="*/ 144 w 496"/>
                <a:gd name="T47" fmla="*/ 326 h 667"/>
                <a:gd name="T48" fmla="*/ 142 w 496"/>
                <a:gd name="T49" fmla="*/ 316 h 667"/>
                <a:gd name="T50" fmla="*/ 139 w 496"/>
                <a:gd name="T51" fmla="*/ 338 h 667"/>
                <a:gd name="T52" fmla="*/ 152 w 496"/>
                <a:gd name="T53" fmla="*/ 330 h 667"/>
                <a:gd name="T54" fmla="*/ 201 w 496"/>
                <a:gd name="T55" fmla="*/ 317 h 667"/>
                <a:gd name="T56" fmla="*/ 197 w 496"/>
                <a:gd name="T57" fmla="*/ 330 h 667"/>
                <a:gd name="T58" fmla="*/ 190 w 496"/>
                <a:gd name="T59" fmla="*/ 322 h 667"/>
                <a:gd name="T60" fmla="*/ 192 w 496"/>
                <a:gd name="T61" fmla="*/ 318 h 667"/>
                <a:gd name="T62" fmla="*/ 183 w 496"/>
                <a:gd name="T63" fmla="*/ 322 h 667"/>
                <a:gd name="T64" fmla="*/ 188 w 496"/>
                <a:gd name="T65" fmla="*/ 336 h 667"/>
                <a:gd name="T66" fmla="*/ 204 w 496"/>
                <a:gd name="T67" fmla="*/ 338 h 667"/>
                <a:gd name="T68" fmla="*/ 219 w 496"/>
                <a:gd name="T69" fmla="*/ 321 h 667"/>
                <a:gd name="T70" fmla="*/ 218 w 496"/>
                <a:gd name="T71" fmla="*/ 338 h 667"/>
                <a:gd name="T72" fmla="*/ 227 w 496"/>
                <a:gd name="T73" fmla="*/ 341 h 667"/>
                <a:gd name="T74" fmla="*/ 270 w 496"/>
                <a:gd name="T75" fmla="*/ 325 h 667"/>
                <a:gd name="T76" fmla="*/ 266 w 496"/>
                <a:gd name="T77" fmla="*/ 318 h 667"/>
                <a:gd name="T78" fmla="*/ 263 w 496"/>
                <a:gd name="T79" fmla="*/ 329 h 667"/>
                <a:gd name="T80" fmla="*/ 263 w 496"/>
                <a:gd name="T81" fmla="*/ 334 h 667"/>
                <a:gd name="T82" fmla="*/ 278 w 496"/>
                <a:gd name="T83" fmla="*/ 333 h 667"/>
                <a:gd name="T84" fmla="*/ 294 w 496"/>
                <a:gd name="T85" fmla="*/ 324 h 667"/>
                <a:gd name="T86" fmla="*/ 291 w 496"/>
                <a:gd name="T87" fmla="*/ 334 h 667"/>
                <a:gd name="T88" fmla="*/ 354 w 496"/>
                <a:gd name="T89" fmla="*/ 325 h 667"/>
                <a:gd name="T90" fmla="*/ 347 w 496"/>
                <a:gd name="T91" fmla="*/ 313 h 667"/>
                <a:gd name="T92" fmla="*/ 341 w 496"/>
                <a:gd name="T93" fmla="*/ 325 h 667"/>
                <a:gd name="T94" fmla="*/ 340 w 496"/>
                <a:gd name="T95" fmla="*/ 336 h 667"/>
                <a:gd name="T96" fmla="*/ 345 w 496"/>
                <a:gd name="T97" fmla="*/ 330 h 667"/>
                <a:gd name="T98" fmla="*/ 355 w 496"/>
                <a:gd name="T99" fmla="*/ 332 h 667"/>
                <a:gd name="T100" fmla="*/ 388 w 496"/>
                <a:gd name="T101" fmla="*/ 321 h 667"/>
                <a:gd name="T102" fmla="*/ 380 w 496"/>
                <a:gd name="T103" fmla="*/ 315 h 667"/>
                <a:gd name="T104" fmla="*/ 375 w 496"/>
                <a:gd name="T105" fmla="*/ 324 h 667"/>
                <a:gd name="T106" fmla="*/ 372 w 496"/>
                <a:gd name="T107" fmla="*/ 333 h 667"/>
                <a:gd name="T108" fmla="*/ 380 w 496"/>
                <a:gd name="T109" fmla="*/ 325 h 667"/>
                <a:gd name="T110" fmla="*/ 386 w 496"/>
                <a:gd name="T111" fmla="*/ 336 h 667"/>
                <a:gd name="T112" fmla="*/ 300 w 496"/>
                <a:gd name="T113" fmla="*/ 327 h 667"/>
                <a:gd name="T114" fmla="*/ 496 w 496"/>
                <a:gd name="T115" fmla="*/ 1 h 667"/>
                <a:gd name="T116" fmla="*/ 43 w 496"/>
                <a:gd name="T117" fmla="*/ 531 h 667"/>
                <a:gd name="T118" fmla="*/ 224 w 496"/>
                <a:gd name="T119" fmla="*/ 553 h 667"/>
                <a:gd name="T120" fmla="*/ 329 w 496"/>
                <a:gd name="T121" fmla="*/ 551 h 667"/>
                <a:gd name="T122" fmla="*/ 477 w 496"/>
                <a:gd name="T123" fmla="*/ 395 h 6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96" h="667">
                  <a:moveTo>
                    <a:pt x="224" y="543"/>
                  </a:moveTo>
                  <a:cubicBezTo>
                    <a:pt x="224" y="545"/>
                    <a:pt x="224" y="545"/>
                    <a:pt x="223" y="546"/>
                  </a:cubicBezTo>
                  <a:cubicBezTo>
                    <a:pt x="222" y="548"/>
                    <a:pt x="220" y="550"/>
                    <a:pt x="216" y="550"/>
                  </a:cubicBezTo>
                  <a:cubicBezTo>
                    <a:pt x="212" y="550"/>
                    <a:pt x="209" y="546"/>
                    <a:pt x="209" y="540"/>
                  </a:cubicBezTo>
                  <a:cubicBezTo>
                    <a:pt x="209" y="535"/>
                    <a:pt x="212" y="531"/>
                    <a:pt x="216" y="531"/>
                  </a:cubicBezTo>
                  <a:cubicBezTo>
                    <a:pt x="221" y="531"/>
                    <a:pt x="224" y="536"/>
                    <a:pt x="224" y="543"/>
                  </a:cubicBezTo>
                  <a:close/>
                  <a:moveTo>
                    <a:pt x="58" y="481"/>
                  </a:moveTo>
                  <a:cubicBezTo>
                    <a:pt x="98" y="481"/>
                    <a:pt x="98" y="481"/>
                    <a:pt x="98" y="481"/>
                  </a:cubicBezTo>
                  <a:cubicBezTo>
                    <a:pt x="98" y="469"/>
                    <a:pt x="98" y="469"/>
                    <a:pt x="98" y="469"/>
                  </a:cubicBezTo>
                  <a:cubicBezTo>
                    <a:pt x="58" y="469"/>
                    <a:pt x="58" y="469"/>
                    <a:pt x="58" y="469"/>
                  </a:cubicBezTo>
                  <a:lnTo>
                    <a:pt x="58" y="481"/>
                  </a:lnTo>
                  <a:close/>
                  <a:moveTo>
                    <a:pt x="396" y="481"/>
                  </a:moveTo>
                  <a:cubicBezTo>
                    <a:pt x="436" y="481"/>
                    <a:pt x="436" y="481"/>
                    <a:pt x="436" y="481"/>
                  </a:cubicBezTo>
                  <a:cubicBezTo>
                    <a:pt x="436" y="469"/>
                    <a:pt x="436" y="469"/>
                    <a:pt x="436" y="469"/>
                  </a:cubicBezTo>
                  <a:cubicBezTo>
                    <a:pt x="396" y="469"/>
                    <a:pt x="396" y="469"/>
                    <a:pt x="396" y="469"/>
                  </a:cubicBezTo>
                  <a:lnTo>
                    <a:pt x="396" y="481"/>
                  </a:lnTo>
                  <a:close/>
                  <a:moveTo>
                    <a:pt x="157" y="481"/>
                  </a:moveTo>
                  <a:cubicBezTo>
                    <a:pt x="198" y="481"/>
                    <a:pt x="198" y="481"/>
                    <a:pt x="198" y="481"/>
                  </a:cubicBezTo>
                  <a:cubicBezTo>
                    <a:pt x="198" y="469"/>
                    <a:pt x="198" y="469"/>
                    <a:pt x="198" y="469"/>
                  </a:cubicBezTo>
                  <a:cubicBezTo>
                    <a:pt x="157" y="469"/>
                    <a:pt x="157" y="469"/>
                    <a:pt x="157" y="469"/>
                  </a:cubicBezTo>
                  <a:lnTo>
                    <a:pt x="157" y="481"/>
                  </a:lnTo>
                  <a:close/>
                  <a:moveTo>
                    <a:pt x="299" y="481"/>
                  </a:moveTo>
                  <a:cubicBezTo>
                    <a:pt x="340" y="481"/>
                    <a:pt x="340" y="481"/>
                    <a:pt x="340" y="481"/>
                  </a:cubicBezTo>
                  <a:cubicBezTo>
                    <a:pt x="340" y="469"/>
                    <a:pt x="340" y="469"/>
                    <a:pt x="340" y="469"/>
                  </a:cubicBezTo>
                  <a:cubicBezTo>
                    <a:pt x="299" y="469"/>
                    <a:pt x="299" y="469"/>
                    <a:pt x="299" y="469"/>
                  </a:cubicBezTo>
                  <a:lnTo>
                    <a:pt x="299" y="481"/>
                  </a:lnTo>
                  <a:close/>
                  <a:moveTo>
                    <a:pt x="435" y="365"/>
                  </a:moveTo>
                  <a:cubicBezTo>
                    <a:pt x="397" y="365"/>
                    <a:pt x="397" y="365"/>
                    <a:pt x="397" y="365"/>
                  </a:cubicBezTo>
                  <a:cubicBezTo>
                    <a:pt x="397" y="373"/>
                    <a:pt x="397" y="373"/>
                    <a:pt x="397" y="373"/>
                  </a:cubicBezTo>
                  <a:cubicBezTo>
                    <a:pt x="396" y="373"/>
                    <a:pt x="396" y="373"/>
                    <a:pt x="396" y="373"/>
                  </a:cubicBezTo>
                  <a:cubicBezTo>
                    <a:pt x="396" y="365"/>
                    <a:pt x="396" y="365"/>
                    <a:pt x="396" y="365"/>
                  </a:cubicBezTo>
                  <a:cubicBezTo>
                    <a:pt x="340" y="365"/>
                    <a:pt x="340" y="365"/>
                    <a:pt x="340" y="365"/>
                  </a:cubicBezTo>
                  <a:cubicBezTo>
                    <a:pt x="340" y="373"/>
                    <a:pt x="340" y="373"/>
                    <a:pt x="340" y="373"/>
                  </a:cubicBezTo>
                  <a:cubicBezTo>
                    <a:pt x="338" y="373"/>
                    <a:pt x="338" y="373"/>
                    <a:pt x="338" y="373"/>
                  </a:cubicBezTo>
                  <a:cubicBezTo>
                    <a:pt x="338" y="365"/>
                    <a:pt x="338" y="365"/>
                    <a:pt x="338" y="365"/>
                  </a:cubicBezTo>
                  <a:cubicBezTo>
                    <a:pt x="301" y="365"/>
                    <a:pt x="301" y="365"/>
                    <a:pt x="301" y="365"/>
                  </a:cubicBezTo>
                  <a:cubicBezTo>
                    <a:pt x="301" y="373"/>
                    <a:pt x="301" y="373"/>
                    <a:pt x="301" y="373"/>
                  </a:cubicBezTo>
                  <a:cubicBezTo>
                    <a:pt x="299" y="373"/>
                    <a:pt x="299" y="373"/>
                    <a:pt x="299" y="373"/>
                  </a:cubicBezTo>
                  <a:cubicBezTo>
                    <a:pt x="299" y="365"/>
                    <a:pt x="299" y="365"/>
                    <a:pt x="299" y="365"/>
                  </a:cubicBezTo>
                  <a:cubicBezTo>
                    <a:pt x="198" y="365"/>
                    <a:pt x="198" y="365"/>
                    <a:pt x="198" y="365"/>
                  </a:cubicBezTo>
                  <a:cubicBezTo>
                    <a:pt x="198" y="373"/>
                    <a:pt x="198" y="373"/>
                    <a:pt x="198" y="373"/>
                  </a:cubicBezTo>
                  <a:cubicBezTo>
                    <a:pt x="196" y="373"/>
                    <a:pt x="196" y="373"/>
                    <a:pt x="196" y="373"/>
                  </a:cubicBezTo>
                  <a:cubicBezTo>
                    <a:pt x="196" y="365"/>
                    <a:pt x="196" y="365"/>
                    <a:pt x="196" y="365"/>
                  </a:cubicBezTo>
                  <a:cubicBezTo>
                    <a:pt x="159" y="365"/>
                    <a:pt x="159" y="365"/>
                    <a:pt x="159" y="365"/>
                  </a:cubicBezTo>
                  <a:cubicBezTo>
                    <a:pt x="159" y="373"/>
                    <a:pt x="159" y="373"/>
                    <a:pt x="159" y="373"/>
                  </a:cubicBezTo>
                  <a:cubicBezTo>
                    <a:pt x="157" y="373"/>
                    <a:pt x="157" y="373"/>
                    <a:pt x="157" y="373"/>
                  </a:cubicBezTo>
                  <a:cubicBezTo>
                    <a:pt x="157" y="365"/>
                    <a:pt x="157" y="365"/>
                    <a:pt x="157" y="365"/>
                  </a:cubicBezTo>
                  <a:cubicBezTo>
                    <a:pt x="98" y="365"/>
                    <a:pt x="98" y="365"/>
                    <a:pt x="98" y="365"/>
                  </a:cubicBezTo>
                  <a:cubicBezTo>
                    <a:pt x="98" y="373"/>
                    <a:pt x="98" y="373"/>
                    <a:pt x="98" y="373"/>
                  </a:cubicBezTo>
                  <a:cubicBezTo>
                    <a:pt x="97" y="373"/>
                    <a:pt x="97" y="373"/>
                    <a:pt x="97" y="373"/>
                  </a:cubicBezTo>
                  <a:cubicBezTo>
                    <a:pt x="97" y="365"/>
                    <a:pt x="97" y="365"/>
                    <a:pt x="97" y="365"/>
                  </a:cubicBezTo>
                  <a:cubicBezTo>
                    <a:pt x="59" y="365"/>
                    <a:pt x="59" y="365"/>
                    <a:pt x="59" y="365"/>
                  </a:cubicBezTo>
                  <a:cubicBezTo>
                    <a:pt x="59" y="373"/>
                    <a:pt x="59" y="373"/>
                    <a:pt x="59" y="373"/>
                  </a:cubicBezTo>
                  <a:cubicBezTo>
                    <a:pt x="58" y="373"/>
                    <a:pt x="58" y="373"/>
                    <a:pt x="58" y="373"/>
                  </a:cubicBezTo>
                  <a:cubicBezTo>
                    <a:pt x="58" y="467"/>
                    <a:pt x="58" y="467"/>
                    <a:pt x="58" y="467"/>
                  </a:cubicBezTo>
                  <a:cubicBezTo>
                    <a:pt x="98" y="467"/>
                    <a:pt x="98" y="467"/>
                    <a:pt x="98" y="467"/>
                  </a:cubicBezTo>
                  <a:cubicBezTo>
                    <a:pt x="98" y="382"/>
                    <a:pt x="98" y="382"/>
                    <a:pt x="98" y="382"/>
                  </a:cubicBezTo>
                  <a:cubicBezTo>
                    <a:pt x="157" y="382"/>
                    <a:pt x="157" y="382"/>
                    <a:pt x="157" y="382"/>
                  </a:cubicBezTo>
                  <a:cubicBezTo>
                    <a:pt x="157" y="467"/>
                    <a:pt x="157" y="467"/>
                    <a:pt x="157" y="467"/>
                  </a:cubicBezTo>
                  <a:cubicBezTo>
                    <a:pt x="198" y="467"/>
                    <a:pt x="198" y="467"/>
                    <a:pt x="198" y="467"/>
                  </a:cubicBezTo>
                  <a:cubicBezTo>
                    <a:pt x="198" y="382"/>
                    <a:pt x="198" y="382"/>
                    <a:pt x="198" y="382"/>
                  </a:cubicBezTo>
                  <a:cubicBezTo>
                    <a:pt x="299" y="382"/>
                    <a:pt x="299" y="382"/>
                    <a:pt x="299" y="382"/>
                  </a:cubicBezTo>
                  <a:cubicBezTo>
                    <a:pt x="299" y="467"/>
                    <a:pt x="299" y="467"/>
                    <a:pt x="299" y="467"/>
                  </a:cubicBezTo>
                  <a:cubicBezTo>
                    <a:pt x="340" y="467"/>
                    <a:pt x="340" y="467"/>
                    <a:pt x="340" y="467"/>
                  </a:cubicBezTo>
                  <a:cubicBezTo>
                    <a:pt x="340" y="382"/>
                    <a:pt x="340" y="382"/>
                    <a:pt x="340" y="382"/>
                  </a:cubicBezTo>
                  <a:cubicBezTo>
                    <a:pt x="396" y="382"/>
                    <a:pt x="396" y="382"/>
                    <a:pt x="396" y="382"/>
                  </a:cubicBezTo>
                  <a:cubicBezTo>
                    <a:pt x="396" y="467"/>
                    <a:pt x="396" y="467"/>
                    <a:pt x="396" y="467"/>
                  </a:cubicBezTo>
                  <a:cubicBezTo>
                    <a:pt x="436" y="467"/>
                    <a:pt x="436" y="467"/>
                    <a:pt x="436" y="467"/>
                  </a:cubicBezTo>
                  <a:cubicBezTo>
                    <a:pt x="436" y="373"/>
                    <a:pt x="436" y="373"/>
                    <a:pt x="436" y="373"/>
                  </a:cubicBezTo>
                  <a:cubicBezTo>
                    <a:pt x="435" y="373"/>
                    <a:pt x="435" y="373"/>
                    <a:pt x="435" y="373"/>
                  </a:cubicBezTo>
                  <a:lnTo>
                    <a:pt x="435" y="365"/>
                  </a:lnTo>
                  <a:close/>
                  <a:moveTo>
                    <a:pt x="188" y="327"/>
                  </a:moveTo>
                  <a:cubicBezTo>
                    <a:pt x="188" y="327"/>
                    <a:pt x="188" y="326"/>
                    <a:pt x="188" y="326"/>
                  </a:cubicBezTo>
                  <a:cubicBezTo>
                    <a:pt x="189" y="326"/>
                    <a:pt x="189" y="326"/>
                    <a:pt x="189" y="326"/>
                  </a:cubicBezTo>
                  <a:cubicBezTo>
                    <a:pt x="189" y="326"/>
                    <a:pt x="189" y="326"/>
                    <a:pt x="189" y="326"/>
                  </a:cubicBezTo>
                  <a:cubicBezTo>
                    <a:pt x="189" y="326"/>
                    <a:pt x="189" y="326"/>
                    <a:pt x="189" y="326"/>
                  </a:cubicBezTo>
                  <a:cubicBezTo>
                    <a:pt x="188" y="326"/>
                    <a:pt x="188" y="326"/>
                    <a:pt x="188" y="326"/>
                  </a:cubicBezTo>
                  <a:cubicBezTo>
                    <a:pt x="188" y="326"/>
                    <a:pt x="188" y="326"/>
                    <a:pt x="188" y="326"/>
                  </a:cubicBezTo>
                  <a:cubicBezTo>
                    <a:pt x="188" y="326"/>
                    <a:pt x="187" y="326"/>
                    <a:pt x="187" y="326"/>
                  </a:cubicBezTo>
                  <a:cubicBezTo>
                    <a:pt x="187" y="326"/>
                    <a:pt x="187" y="326"/>
                    <a:pt x="186" y="326"/>
                  </a:cubicBezTo>
                  <a:cubicBezTo>
                    <a:pt x="186" y="326"/>
                    <a:pt x="186" y="326"/>
                    <a:pt x="186" y="327"/>
                  </a:cubicBezTo>
                  <a:cubicBezTo>
                    <a:pt x="186" y="327"/>
                    <a:pt x="186" y="327"/>
                    <a:pt x="186" y="327"/>
                  </a:cubicBezTo>
                  <a:cubicBezTo>
                    <a:pt x="186" y="327"/>
                    <a:pt x="186" y="327"/>
                    <a:pt x="186" y="327"/>
                  </a:cubicBezTo>
                  <a:cubicBezTo>
                    <a:pt x="187" y="327"/>
                    <a:pt x="187" y="327"/>
                    <a:pt x="187" y="327"/>
                  </a:cubicBezTo>
                  <a:cubicBezTo>
                    <a:pt x="187" y="327"/>
                    <a:pt x="188" y="327"/>
                    <a:pt x="188" y="327"/>
                  </a:cubicBezTo>
                  <a:close/>
                  <a:moveTo>
                    <a:pt x="186" y="328"/>
                  </a:moveTo>
                  <a:cubicBezTo>
                    <a:pt x="186" y="328"/>
                    <a:pt x="186" y="328"/>
                    <a:pt x="186" y="329"/>
                  </a:cubicBezTo>
                  <a:cubicBezTo>
                    <a:pt x="186" y="329"/>
                    <a:pt x="186" y="329"/>
                    <a:pt x="186" y="329"/>
                  </a:cubicBezTo>
                  <a:cubicBezTo>
                    <a:pt x="186" y="329"/>
                    <a:pt x="186" y="329"/>
                    <a:pt x="186" y="329"/>
                  </a:cubicBezTo>
                  <a:cubicBezTo>
                    <a:pt x="186" y="329"/>
                    <a:pt x="186" y="329"/>
                    <a:pt x="186" y="328"/>
                  </a:cubicBezTo>
                  <a:cubicBezTo>
                    <a:pt x="186" y="328"/>
                    <a:pt x="186" y="328"/>
                    <a:pt x="186" y="328"/>
                  </a:cubicBezTo>
                  <a:cubicBezTo>
                    <a:pt x="186" y="328"/>
                    <a:pt x="186" y="328"/>
                    <a:pt x="186" y="328"/>
                  </a:cubicBezTo>
                  <a:close/>
                  <a:moveTo>
                    <a:pt x="188" y="324"/>
                  </a:moveTo>
                  <a:cubicBezTo>
                    <a:pt x="188" y="324"/>
                    <a:pt x="188" y="324"/>
                    <a:pt x="189" y="324"/>
                  </a:cubicBezTo>
                  <a:cubicBezTo>
                    <a:pt x="189" y="324"/>
                    <a:pt x="189" y="323"/>
                    <a:pt x="189" y="323"/>
                  </a:cubicBezTo>
                  <a:cubicBezTo>
                    <a:pt x="189" y="323"/>
                    <a:pt x="189" y="323"/>
                    <a:pt x="189" y="323"/>
                  </a:cubicBezTo>
                  <a:cubicBezTo>
                    <a:pt x="189" y="323"/>
                    <a:pt x="189" y="323"/>
                    <a:pt x="189" y="323"/>
                  </a:cubicBezTo>
                  <a:cubicBezTo>
                    <a:pt x="189" y="323"/>
                    <a:pt x="188" y="323"/>
                    <a:pt x="188" y="323"/>
                  </a:cubicBezTo>
                  <a:cubicBezTo>
                    <a:pt x="188" y="323"/>
                    <a:pt x="188" y="323"/>
                    <a:pt x="187" y="323"/>
                  </a:cubicBezTo>
                  <a:cubicBezTo>
                    <a:pt x="187" y="323"/>
                    <a:pt x="187" y="323"/>
                    <a:pt x="187" y="323"/>
                  </a:cubicBezTo>
                  <a:cubicBezTo>
                    <a:pt x="186" y="323"/>
                    <a:pt x="186" y="324"/>
                    <a:pt x="187" y="324"/>
                  </a:cubicBezTo>
                  <a:cubicBezTo>
                    <a:pt x="187" y="324"/>
                    <a:pt x="187" y="324"/>
                    <a:pt x="187" y="324"/>
                  </a:cubicBezTo>
                  <a:cubicBezTo>
                    <a:pt x="187" y="324"/>
                    <a:pt x="187" y="324"/>
                    <a:pt x="188" y="324"/>
                  </a:cubicBezTo>
                  <a:close/>
                  <a:moveTo>
                    <a:pt x="191" y="330"/>
                  </a:moveTo>
                  <a:cubicBezTo>
                    <a:pt x="190" y="330"/>
                    <a:pt x="190" y="330"/>
                    <a:pt x="190" y="331"/>
                  </a:cubicBezTo>
                  <a:cubicBezTo>
                    <a:pt x="189" y="331"/>
                    <a:pt x="189" y="331"/>
                    <a:pt x="190" y="331"/>
                  </a:cubicBezTo>
                  <a:cubicBezTo>
                    <a:pt x="190" y="332"/>
                    <a:pt x="190" y="332"/>
                    <a:pt x="190" y="332"/>
                  </a:cubicBezTo>
                  <a:cubicBezTo>
                    <a:pt x="190" y="332"/>
                    <a:pt x="190" y="332"/>
                    <a:pt x="190" y="332"/>
                  </a:cubicBezTo>
                  <a:cubicBezTo>
                    <a:pt x="191" y="331"/>
                    <a:pt x="191" y="331"/>
                    <a:pt x="191" y="331"/>
                  </a:cubicBezTo>
                  <a:cubicBezTo>
                    <a:pt x="191" y="331"/>
                    <a:pt x="191" y="331"/>
                    <a:pt x="191" y="331"/>
                  </a:cubicBezTo>
                  <a:cubicBezTo>
                    <a:pt x="191" y="330"/>
                    <a:pt x="191" y="330"/>
                    <a:pt x="191" y="330"/>
                  </a:cubicBezTo>
                  <a:close/>
                  <a:moveTo>
                    <a:pt x="193" y="330"/>
                  </a:moveTo>
                  <a:cubicBezTo>
                    <a:pt x="193" y="330"/>
                    <a:pt x="193" y="330"/>
                    <a:pt x="193" y="331"/>
                  </a:cubicBezTo>
                  <a:cubicBezTo>
                    <a:pt x="193" y="331"/>
                    <a:pt x="193" y="331"/>
                    <a:pt x="192" y="331"/>
                  </a:cubicBezTo>
                  <a:cubicBezTo>
                    <a:pt x="192" y="331"/>
                    <a:pt x="192" y="331"/>
                    <a:pt x="192" y="331"/>
                  </a:cubicBezTo>
                  <a:cubicBezTo>
                    <a:pt x="192" y="332"/>
                    <a:pt x="192" y="332"/>
                    <a:pt x="192" y="332"/>
                  </a:cubicBezTo>
                  <a:cubicBezTo>
                    <a:pt x="193" y="332"/>
                    <a:pt x="193" y="332"/>
                    <a:pt x="194" y="332"/>
                  </a:cubicBezTo>
                  <a:cubicBezTo>
                    <a:pt x="194" y="332"/>
                    <a:pt x="195" y="331"/>
                    <a:pt x="194" y="331"/>
                  </a:cubicBezTo>
                  <a:cubicBezTo>
                    <a:pt x="194" y="331"/>
                    <a:pt x="194" y="331"/>
                    <a:pt x="194" y="331"/>
                  </a:cubicBezTo>
                  <a:cubicBezTo>
                    <a:pt x="194" y="330"/>
                    <a:pt x="194" y="330"/>
                    <a:pt x="193" y="330"/>
                  </a:cubicBezTo>
                  <a:cubicBezTo>
                    <a:pt x="193" y="330"/>
                    <a:pt x="193" y="330"/>
                    <a:pt x="193" y="330"/>
                  </a:cubicBezTo>
                  <a:close/>
                  <a:moveTo>
                    <a:pt x="189" y="334"/>
                  </a:moveTo>
                  <a:cubicBezTo>
                    <a:pt x="188" y="334"/>
                    <a:pt x="188" y="335"/>
                    <a:pt x="187" y="335"/>
                  </a:cubicBezTo>
                  <a:cubicBezTo>
                    <a:pt x="187" y="335"/>
                    <a:pt x="187" y="335"/>
                    <a:pt x="187" y="335"/>
                  </a:cubicBezTo>
                  <a:cubicBezTo>
                    <a:pt x="187" y="335"/>
                    <a:pt x="187" y="335"/>
                    <a:pt x="187" y="336"/>
                  </a:cubicBezTo>
                  <a:cubicBezTo>
                    <a:pt x="187" y="336"/>
                    <a:pt x="187" y="336"/>
                    <a:pt x="187" y="336"/>
                  </a:cubicBezTo>
                  <a:cubicBezTo>
                    <a:pt x="188" y="336"/>
                    <a:pt x="188" y="336"/>
                    <a:pt x="188" y="336"/>
                  </a:cubicBezTo>
                  <a:cubicBezTo>
                    <a:pt x="188" y="335"/>
                    <a:pt x="189" y="335"/>
                    <a:pt x="189" y="335"/>
                  </a:cubicBezTo>
                  <a:cubicBezTo>
                    <a:pt x="189" y="335"/>
                    <a:pt x="189" y="335"/>
                    <a:pt x="189" y="335"/>
                  </a:cubicBezTo>
                  <a:cubicBezTo>
                    <a:pt x="190" y="335"/>
                    <a:pt x="190" y="335"/>
                    <a:pt x="190" y="335"/>
                  </a:cubicBezTo>
                  <a:cubicBezTo>
                    <a:pt x="190" y="335"/>
                    <a:pt x="190" y="335"/>
                    <a:pt x="190" y="335"/>
                  </a:cubicBezTo>
                  <a:cubicBezTo>
                    <a:pt x="189" y="334"/>
                    <a:pt x="189" y="334"/>
                    <a:pt x="189" y="334"/>
                  </a:cubicBezTo>
                  <a:close/>
                  <a:moveTo>
                    <a:pt x="149" y="333"/>
                  </a:moveTo>
                  <a:cubicBezTo>
                    <a:pt x="149" y="333"/>
                    <a:pt x="148" y="333"/>
                    <a:pt x="148" y="333"/>
                  </a:cubicBezTo>
                  <a:cubicBezTo>
                    <a:pt x="148" y="333"/>
                    <a:pt x="148" y="333"/>
                    <a:pt x="148" y="333"/>
                  </a:cubicBezTo>
                  <a:cubicBezTo>
                    <a:pt x="147" y="333"/>
                    <a:pt x="146" y="333"/>
                    <a:pt x="146" y="332"/>
                  </a:cubicBezTo>
                  <a:cubicBezTo>
                    <a:pt x="146" y="332"/>
                    <a:pt x="146" y="332"/>
                    <a:pt x="146" y="332"/>
                  </a:cubicBezTo>
                  <a:cubicBezTo>
                    <a:pt x="146" y="331"/>
                    <a:pt x="146" y="331"/>
                    <a:pt x="146" y="331"/>
                  </a:cubicBezTo>
                  <a:cubicBezTo>
                    <a:pt x="147" y="331"/>
                    <a:pt x="147" y="331"/>
                    <a:pt x="147" y="330"/>
                  </a:cubicBezTo>
                  <a:cubicBezTo>
                    <a:pt x="147" y="330"/>
                    <a:pt x="148" y="330"/>
                    <a:pt x="148" y="330"/>
                  </a:cubicBezTo>
                  <a:cubicBezTo>
                    <a:pt x="148" y="330"/>
                    <a:pt x="148" y="330"/>
                    <a:pt x="148" y="330"/>
                  </a:cubicBezTo>
                  <a:cubicBezTo>
                    <a:pt x="148" y="329"/>
                    <a:pt x="148" y="329"/>
                    <a:pt x="148" y="329"/>
                  </a:cubicBezTo>
                  <a:cubicBezTo>
                    <a:pt x="148" y="329"/>
                    <a:pt x="147" y="329"/>
                    <a:pt x="147" y="329"/>
                  </a:cubicBezTo>
                  <a:cubicBezTo>
                    <a:pt x="147" y="329"/>
                    <a:pt x="147" y="329"/>
                    <a:pt x="147" y="329"/>
                  </a:cubicBezTo>
                  <a:cubicBezTo>
                    <a:pt x="146" y="329"/>
                    <a:pt x="146" y="329"/>
                    <a:pt x="146" y="329"/>
                  </a:cubicBezTo>
                  <a:cubicBezTo>
                    <a:pt x="146" y="329"/>
                    <a:pt x="145" y="329"/>
                    <a:pt x="145" y="329"/>
                  </a:cubicBezTo>
                  <a:cubicBezTo>
                    <a:pt x="145" y="329"/>
                    <a:pt x="145" y="329"/>
                    <a:pt x="145" y="330"/>
                  </a:cubicBezTo>
                  <a:cubicBezTo>
                    <a:pt x="144" y="330"/>
                    <a:pt x="144" y="330"/>
                    <a:pt x="144" y="331"/>
                  </a:cubicBezTo>
                  <a:cubicBezTo>
                    <a:pt x="144" y="331"/>
                    <a:pt x="144" y="331"/>
                    <a:pt x="144" y="331"/>
                  </a:cubicBezTo>
                  <a:cubicBezTo>
                    <a:pt x="144" y="332"/>
                    <a:pt x="144" y="332"/>
                    <a:pt x="145" y="332"/>
                  </a:cubicBezTo>
                  <a:cubicBezTo>
                    <a:pt x="145" y="332"/>
                    <a:pt x="145" y="332"/>
                    <a:pt x="145" y="333"/>
                  </a:cubicBezTo>
                  <a:cubicBezTo>
                    <a:pt x="145" y="333"/>
                    <a:pt x="146" y="333"/>
                    <a:pt x="146" y="334"/>
                  </a:cubicBezTo>
                  <a:cubicBezTo>
                    <a:pt x="146" y="334"/>
                    <a:pt x="146" y="334"/>
                    <a:pt x="146" y="335"/>
                  </a:cubicBezTo>
                  <a:cubicBezTo>
                    <a:pt x="146" y="335"/>
                    <a:pt x="147" y="336"/>
                    <a:pt x="147" y="336"/>
                  </a:cubicBezTo>
                  <a:cubicBezTo>
                    <a:pt x="147" y="336"/>
                    <a:pt x="148" y="335"/>
                    <a:pt x="148" y="335"/>
                  </a:cubicBezTo>
                  <a:cubicBezTo>
                    <a:pt x="148" y="335"/>
                    <a:pt x="149" y="335"/>
                    <a:pt x="150" y="336"/>
                  </a:cubicBezTo>
                  <a:cubicBezTo>
                    <a:pt x="150" y="336"/>
                    <a:pt x="151" y="335"/>
                    <a:pt x="151" y="335"/>
                  </a:cubicBezTo>
                  <a:cubicBezTo>
                    <a:pt x="151" y="335"/>
                    <a:pt x="152" y="335"/>
                    <a:pt x="152" y="334"/>
                  </a:cubicBezTo>
                  <a:cubicBezTo>
                    <a:pt x="152" y="334"/>
                    <a:pt x="152" y="334"/>
                    <a:pt x="152" y="333"/>
                  </a:cubicBezTo>
                  <a:cubicBezTo>
                    <a:pt x="152" y="333"/>
                    <a:pt x="152" y="333"/>
                    <a:pt x="152" y="333"/>
                  </a:cubicBezTo>
                  <a:cubicBezTo>
                    <a:pt x="152" y="333"/>
                    <a:pt x="152" y="333"/>
                    <a:pt x="152" y="333"/>
                  </a:cubicBezTo>
                  <a:cubicBezTo>
                    <a:pt x="152" y="333"/>
                    <a:pt x="152" y="333"/>
                    <a:pt x="152" y="333"/>
                  </a:cubicBezTo>
                  <a:cubicBezTo>
                    <a:pt x="151" y="333"/>
                    <a:pt x="150" y="333"/>
                    <a:pt x="149" y="333"/>
                  </a:cubicBezTo>
                  <a:cubicBezTo>
                    <a:pt x="149" y="333"/>
                    <a:pt x="149" y="333"/>
                    <a:pt x="149" y="333"/>
                  </a:cubicBezTo>
                  <a:close/>
                  <a:moveTo>
                    <a:pt x="193" y="333"/>
                  </a:moveTo>
                  <a:cubicBezTo>
                    <a:pt x="193" y="333"/>
                    <a:pt x="192" y="333"/>
                    <a:pt x="192" y="333"/>
                  </a:cubicBezTo>
                  <a:cubicBezTo>
                    <a:pt x="192" y="334"/>
                    <a:pt x="191" y="334"/>
                    <a:pt x="191" y="334"/>
                  </a:cubicBezTo>
                  <a:cubicBezTo>
                    <a:pt x="191" y="335"/>
                    <a:pt x="191" y="335"/>
                    <a:pt x="191" y="335"/>
                  </a:cubicBezTo>
                  <a:cubicBezTo>
                    <a:pt x="192" y="335"/>
                    <a:pt x="192" y="335"/>
                    <a:pt x="192" y="335"/>
                  </a:cubicBezTo>
                  <a:cubicBezTo>
                    <a:pt x="192" y="335"/>
                    <a:pt x="192" y="335"/>
                    <a:pt x="193" y="335"/>
                  </a:cubicBezTo>
                  <a:cubicBezTo>
                    <a:pt x="193" y="335"/>
                    <a:pt x="193" y="335"/>
                    <a:pt x="193" y="335"/>
                  </a:cubicBezTo>
                  <a:cubicBezTo>
                    <a:pt x="194" y="335"/>
                    <a:pt x="194" y="335"/>
                    <a:pt x="194" y="334"/>
                  </a:cubicBezTo>
                  <a:cubicBezTo>
                    <a:pt x="194" y="334"/>
                    <a:pt x="194" y="334"/>
                    <a:pt x="194" y="334"/>
                  </a:cubicBezTo>
                  <a:cubicBezTo>
                    <a:pt x="194" y="334"/>
                    <a:pt x="194" y="333"/>
                    <a:pt x="194" y="333"/>
                  </a:cubicBezTo>
                  <a:cubicBezTo>
                    <a:pt x="194" y="333"/>
                    <a:pt x="193" y="333"/>
                    <a:pt x="193" y="333"/>
                  </a:cubicBezTo>
                  <a:close/>
                  <a:moveTo>
                    <a:pt x="111" y="326"/>
                  </a:moveTo>
                  <a:cubicBezTo>
                    <a:pt x="111" y="326"/>
                    <a:pt x="111" y="326"/>
                    <a:pt x="112" y="325"/>
                  </a:cubicBezTo>
                  <a:cubicBezTo>
                    <a:pt x="112" y="325"/>
                    <a:pt x="112" y="325"/>
                    <a:pt x="113" y="325"/>
                  </a:cubicBezTo>
                  <a:cubicBezTo>
                    <a:pt x="113" y="325"/>
                    <a:pt x="113" y="325"/>
                    <a:pt x="113" y="325"/>
                  </a:cubicBezTo>
                  <a:cubicBezTo>
                    <a:pt x="113" y="325"/>
                    <a:pt x="113" y="325"/>
                    <a:pt x="113" y="324"/>
                  </a:cubicBezTo>
                  <a:cubicBezTo>
                    <a:pt x="113" y="324"/>
                    <a:pt x="113" y="324"/>
                    <a:pt x="113" y="324"/>
                  </a:cubicBezTo>
                  <a:cubicBezTo>
                    <a:pt x="112" y="324"/>
                    <a:pt x="112" y="324"/>
                    <a:pt x="112" y="324"/>
                  </a:cubicBezTo>
                  <a:cubicBezTo>
                    <a:pt x="111" y="324"/>
                    <a:pt x="111" y="324"/>
                    <a:pt x="111" y="324"/>
                  </a:cubicBezTo>
                  <a:cubicBezTo>
                    <a:pt x="111" y="324"/>
                    <a:pt x="110" y="325"/>
                    <a:pt x="110" y="325"/>
                  </a:cubicBezTo>
                  <a:cubicBezTo>
                    <a:pt x="110" y="325"/>
                    <a:pt x="110" y="325"/>
                    <a:pt x="110" y="325"/>
                  </a:cubicBezTo>
                  <a:cubicBezTo>
                    <a:pt x="109" y="325"/>
                    <a:pt x="109" y="325"/>
                    <a:pt x="109" y="325"/>
                  </a:cubicBezTo>
                  <a:cubicBezTo>
                    <a:pt x="109" y="326"/>
                    <a:pt x="110" y="326"/>
                    <a:pt x="110" y="326"/>
                  </a:cubicBezTo>
                  <a:cubicBezTo>
                    <a:pt x="110" y="326"/>
                    <a:pt x="110" y="326"/>
                    <a:pt x="111" y="326"/>
                  </a:cubicBezTo>
                  <a:close/>
                  <a:moveTo>
                    <a:pt x="107" y="329"/>
                  </a:moveTo>
                  <a:cubicBezTo>
                    <a:pt x="107" y="330"/>
                    <a:pt x="107" y="331"/>
                    <a:pt x="107" y="331"/>
                  </a:cubicBezTo>
                  <a:cubicBezTo>
                    <a:pt x="107" y="332"/>
                    <a:pt x="107" y="332"/>
                    <a:pt x="108" y="332"/>
                  </a:cubicBezTo>
                  <a:cubicBezTo>
                    <a:pt x="108" y="332"/>
                    <a:pt x="108" y="332"/>
                    <a:pt x="108" y="332"/>
                  </a:cubicBezTo>
                  <a:cubicBezTo>
                    <a:pt x="108" y="332"/>
                    <a:pt x="108" y="332"/>
                    <a:pt x="109" y="332"/>
                  </a:cubicBezTo>
                  <a:cubicBezTo>
                    <a:pt x="109" y="332"/>
                    <a:pt x="110" y="332"/>
                    <a:pt x="110" y="332"/>
                  </a:cubicBezTo>
                  <a:cubicBezTo>
                    <a:pt x="111" y="332"/>
                    <a:pt x="111" y="332"/>
                    <a:pt x="111" y="332"/>
                  </a:cubicBezTo>
                  <a:cubicBezTo>
                    <a:pt x="111" y="332"/>
                    <a:pt x="112" y="331"/>
                    <a:pt x="112" y="331"/>
                  </a:cubicBezTo>
                  <a:cubicBezTo>
                    <a:pt x="112" y="331"/>
                    <a:pt x="112" y="331"/>
                    <a:pt x="113" y="331"/>
                  </a:cubicBezTo>
                  <a:cubicBezTo>
                    <a:pt x="113" y="331"/>
                    <a:pt x="113" y="331"/>
                    <a:pt x="113" y="331"/>
                  </a:cubicBezTo>
                  <a:cubicBezTo>
                    <a:pt x="112" y="331"/>
                    <a:pt x="112" y="331"/>
                    <a:pt x="112" y="331"/>
                  </a:cubicBezTo>
                  <a:cubicBezTo>
                    <a:pt x="112" y="330"/>
                    <a:pt x="112" y="330"/>
                    <a:pt x="111" y="331"/>
                  </a:cubicBezTo>
                  <a:cubicBezTo>
                    <a:pt x="111" y="331"/>
                    <a:pt x="111" y="331"/>
                    <a:pt x="111" y="331"/>
                  </a:cubicBezTo>
                  <a:cubicBezTo>
                    <a:pt x="110" y="331"/>
                    <a:pt x="110" y="331"/>
                    <a:pt x="110" y="331"/>
                  </a:cubicBezTo>
                  <a:cubicBezTo>
                    <a:pt x="110" y="331"/>
                    <a:pt x="110" y="331"/>
                    <a:pt x="109" y="331"/>
                  </a:cubicBezTo>
                  <a:cubicBezTo>
                    <a:pt x="109" y="330"/>
                    <a:pt x="109" y="330"/>
                    <a:pt x="109" y="330"/>
                  </a:cubicBezTo>
                  <a:cubicBezTo>
                    <a:pt x="108" y="330"/>
                    <a:pt x="108" y="329"/>
                    <a:pt x="108" y="329"/>
                  </a:cubicBezTo>
                  <a:cubicBezTo>
                    <a:pt x="108" y="329"/>
                    <a:pt x="108" y="329"/>
                    <a:pt x="108" y="328"/>
                  </a:cubicBezTo>
                  <a:cubicBezTo>
                    <a:pt x="108" y="328"/>
                    <a:pt x="108" y="328"/>
                    <a:pt x="108" y="328"/>
                  </a:cubicBezTo>
                  <a:cubicBezTo>
                    <a:pt x="108" y="327"/>
                    <a:pt x="108" y="326"/>
                    <a:pt x="108" y="325"/>
                  </a:cubicBezTo>
                  <a:cubicBezTo>
                    <a:pt x="108" y="325"/>
                    <a:pt x="107" y="324"/>
                    <a:pt x="107" y="324"/>
                  </a:cubicBezTo>
                  <a:cubicBezTo>
                    <a:pt x="107" y="324"/>
                    <a:pt x="107" y="324"/>
                    <a:pt x="107" y="324"/>
                  </a:cubicBezTo>
                  <a:cubicBezTo>
                    <a:pt x="107" y="325"/>
                    <a:pt x="107" y="326"/>
                    <a:pt x="107" y="326"/>
                  </a:cubicBezTo>
                  <a:cubicBezTo>
                    <a:pt x="107" y="327"/>
                    <a:pt x="107" y="328"/>
                    <a:pt x="107" y="329"/>
                  </a:cubicBezTo>
                  <a:close/>
                  <a:moveTo>
                    <a:pt x="112" y="327"/>
                  </a:moveTo>
                  <a:cubicBezTo>
                    <a:pt x="112" y="328"/>
                    <a:pt x="111" y="328"/>
                    <a:pt x="111" y="328"/>
                  </a:cubicBezTo>
                  <a:cubicBezTo>
                    <a:pt x="111" y="328"/>
                    <a:pt x="111" y="328"/>
                    <a:pt x="111" y="328"/>
                  </a:cubicBezTo>
                  <a:cubicBezTo>
                    <a:pt x="110" y="329"/>
                    <a:pt x="111" y="329"/>
                    <a:pt x="111" y="329"/>
                  </a:cubicBezTo>
                  <a:cubicBezTo>
                    <a:pt x="111" y="329"/>
                    <a:pt x="111" y="329"/>
                    <a:pt x="112" y="329"/>
                  </a:cubicBezTo>
                  <a:cubicBezTo>
                    <a:pt x="112" y="329"/>
                    <a:pt x="112" y="329"/>
                    <a:pt x="112" y="329"/>
                  </a:cubicBezTo>
                  <a:cubicBezTo>
                    <a:pt x="112" y="329"/>
                    <a:pt x="113" y="329"/>
                    <a:pt x="113" y="329"/>
                  </a:cubicBezTo>
                  <a:cubicBezTo>
                    <a:pt x="113" y="329"/>
                    <a:pt x="113" y="329"/>
                    <a:pt x="113" y="328"/>
                  </a:cubicBezTo>
                  <a:cubicBezTo>
                    <a:pt x="113" y="328"/>
                    <a:pt x="113" y="328"/>
                    <a:pt x="113" y="328"/>
                  </a:cubicBezTo>
                  <a:cubicBezTo>
                    <a:pt x="113" y="328"/>
                    <a:pt x="113" y="328"/>
                    <a:pt x="113" y="327"/>
                  </a:cubicBezTo>
                  <a:cubicBezTo>
                    <a:pt x="112" y="327"/>
                    <a:pt x="112" y="327"/>
                    <a:pt x="112" y="327"/>
                  </a:cubicBezTo>
                  <a:close/>
                  <a:moveTo>
                    <a:pt x="121" y="317"/>
                  </a:moveTo>
                  <a:cubicBezTo>
                    <a:pt x="121" y="317"/>
                    <a:pt x="120" y="317"/>
                    <a:pt x="120" y="317"/>
                  </a:cubicBezTo>
                  <a:cubicBezTo>
                    <a:pt x="119" y="317"/>
                    <a:pt x="119" y="317"/>
                    <a:pt x="118" y="317"/>
                  </a:cubicBezTo>
                  <a:cubicBezTo>
                    <a:pt x="118" y="317"/>
                    <a:pt x="118" y="317"/>
                    <a:pt x="117" y="317"/>
                  </a:cubicBezTo>
                  <a:cubicBezTo>
                    <a:pt x="117" y="317"/>
                    <a:pt x="117" y="317"/>
                    <a:pt x="116" y="317"/>
                  </a:cubicBezTo>
                  <a:cubicBezTo>
                    <a:pt x="116" y="317"/>
                    <a:pt x="116" y="317"/>
                    <a:pt x="116" y="317"/>
                  </a:cubicBezTo>
                  <a:cubicBezTo>
                    <a:pt x="116" y="317"/>
                    <a:pt x="116" y="317"/>
                    <a:pt x="116" y="317"/>
                  </a:cubicBezTo>
                  <a:cubicBezTo>
                    <a:pt x="115" y="317"/>
                    <a:pt x="115" y="317"/>
                    <a:pt x="115" y="317"/>
                  </a:cubicBezTo>
                  <a:cubicBezTo>
                    <a:pt x="115" y="317"/>
                    <a:pt x="115" y="317"/>
                    <a:pt x="115" y="317"/>
                  </a:cubicBezTo>
                  <a:cubicBezTo>
                    <a:pt x="115" y="317"/>
                    <a:pt x="116" y="318"/>
                    <a:pt x="116" y="318"/>
                  </a:cubicBezTo>
                  <a:cubicBezTo>
                    <a:pt x="116" y="318"/>
                    <a:pt x="117" y="318"/>
                    <a:pt x="117" y="318"/>
                  </a:cubicBezTo>
                  <a:cubicBezTo>
                    <a:pt x="118" y="318"/>
                    <a:pt x="118" y="318"/>
                    <a:pt x="118" y="318"/>
                  </a:cubicBezTo>
                  <a:cubicBezTo>
                    <a:pt x="119" y="318"/>
                    <a:pt x="119" y="319"/>
                    <a:pt x="119" y="319"/>
                  </a:cubicBezTo>
                  <a:cubicBezTo>
                    <a:pt x="119" y="319"/>
                    <a:pt x="119" y="320"/>
                    <a:pt x="118" y="320"/>
                  </a:cubicBezTo>
                  <a:cubicBezTo>
                    <a:pt x="118" y="320"/>
                    <a:pt x="117" y="320"/>
                    <a:pt x="117" y="320"/>
                  </a:cubicBezTo>
                  <a:cubicBezTo>
                    <a:pt x="117" y="320"/>
                    <a:pt x="117" y="320"/>
                    <a:pt x="116" y="320"/>
                  </a:cubicBezTo>
                  <a:cubicBezTo>
                    <a:pt x="116" y="320"/>
                    <a:pt x="116" y="321"/>
                    <a:pt x="116" y="321"/>
                  </a:cubicBezTo>
                  <a:cubicBezTo>
                    <a:pt x="116" y="321"/>
                    <a:pt x="116" y="321"/>
                    <a:pt x="116" y="321"/>
                  </a:cubicBezTo>
                  <a:cubicBezTo>
                    <a:pt x="116" y="321"/>
                    <a:pt x="116" y="321"/>
                    <a:pt x="116" y="321"/>
                  </a:cubicBezTo>
                  <a:cubicBezTo>
                    <a:pt x="117" y="321"/>
                    <a:pt x="117" y="321"/>
                    <a:pt x="118" y="321"/>
                  </a:cubicBezTo>
                  <a:cubicBezTo>
                    <a:pt x="118" y="321"/>
                    <a:pt x="118" y="321"/>
                    <a:pt x="118" y="321"/>
                  </a:cubicBezTo>
                  <a:cubicBezTo>
                    <a:pt x="119" y="321"/>
                    <a:pt x="119" y="321"/>
                    <a:pt x="120" y="321"/>
                  </a:cubicBezTo>
                  <a:cubicBezTo>
                    <a:pt x="120" y="321"/>
                    <a:pt x="120" y="321"/>
                    <a:pt x="120" y="321"/>
                  </a:cubicBezTo>
                  <a:cubicBezTo>
                    <a:pt x="120" y="322"/>
                    <a:pt x="120" y="323"/>
                    <a:pt x="120" y="324"/>
                  </a:cubicBezTo>
                  <a:cubicBezTo>
                    <a:pt x="120" y="324"/>
                    <a:pt x="120" y="324"/>
                    <a:pt x="120" y="324"/>
                  </a:cubicBezTo>
                  <a:cubicBezTo>
                    <a:pt x="120" y="324"/>
                    <a:pt x="120" y="325"/>
                    <a:pt x="120" y="325"/>
                  </a:cubicBezTo>
                  <a:cubicBezTo>
                    <a:pt x="119" y="326"/>
                    <a:pt x="119" y="327"/>
                    <a:pt x="119" y="328"/>
                  </a:cubicBezTo>
                  <a:cubicBezTo>
                    <a:pt x="119" y="328"/>
                    <a:pt x="119" y="328"/>
                    <a:pt x="119" y="328"/>
                  </a:cubicBezTo>
                  <a:cubicBezTo>
                    <a:pt x="119" y="328"/>
                    <a:pt x="119" y="328"/>
                    <a:pt x="119" y="329"/>
                  </a:cubicBezTo>
                  <a:cubicBezTo>
                    <a:pt x="119" y="329"/>
                    <a:pt x="119" y="329"/>
                    <a:pt x="119" y="329"/>
                  </a:cubicBezTo>
                  <a:cubicBezTo>
                    <a:pt x="119" y="329"/>
                    <a:pt x="119" y="329"/>
                    <a:pt x="119" y="329"/>
                  </a:cubicBezTo>
                  <a:cubicBezTo>
                    <a:pt x="119" y="330"/>
                    <a:pt x="119" y="330"/>
                    <a:pt x="119" y="330"/>
                  </a:cubicBezTo>
                  <a:cubicBezTo>
                    <a:pt x="120" y="330"/>
                    <a:pt x="120" y="330"/>
                    <a:pt x="121" y="330"/>
                  </a:cubicBezTo>
                  <a:cubicBezTo>
                    <a:pt x="121" y="330"/>
                    <a:pt x="121" y="330"/>
                    <a:pt x="121" y="330"/>
                  </a:cubicBezTo>
                  <a:cubicBezTo>
                    <a:pt x="121" y="329"/>
                    <a:pt x="121" y="328"/>
                    <a:pt x="121" y="327"/>
                  </a:cubicBezTo>
                  <a:cubicBezTo>
                    <a:pt x="121" y="326"/>
                    <a:pt x="121" y="325"/>
                    <a:pt x="121" y="325"/>
                  </a:cubicBezTo>
                  <a:cubicBezTo>
                    <a:pt x="121" y="324"/>
                    <a:pt x="121" y="323"/>
                    <a:pt x="121" y="322"/>
                  </a:cubicBezTo>
                  <a:cubicBezTo>
                    <a:pt x="121" y="322"/>
                    <a:pt x="121" y="321"/>
                    <a:pt x="122" y="320"/>
                  </a:cubicBezTo>
                  <a:cubicBezTo>
                    <a:pt x="122" y="320"/>
                    <a:pt x="122" y="320"/>
                    <a:pt x="122" y="320"/>
                  </a:cubicBezTo>
                  <a:cubicBezTo>
                    <a:pt x="122" y="319"/>
                    <a:pt x="122" y="319"/>
                    <a:pt x="122" y="318"/>
                  </a:cubicBezTo>
                  <a:cubicBezTo>
                    <a:pt x="122" y="318"/>
                    <a:pt x="121" y="317"/>
                    <a:pt x="121" y="317"/>
                  </a:cubicBezTo>
                  <a:close/>
                  <a:moveTo>
                    <a:pt x="113" y="335"/>
                  </a:moveTo>
                  <a:cubicBezTo>
                    <a:pt x="113" y="335"/>
                    <a:pt x="112" y="335"/>
                    <a:pt x="112" y="335"/>
                  </a:cubicBezTo>
                  <a:cubicBezTo>
                    <a:pt x="112" y="335"/>
                    <a:pt x="112" y="334"/>
                    <a:pt x="112" y="334"/>
                  </a:cubicBezTo>
                  <a:cubicBezTo>
                    <a:pt x="112" y="334"/>
                    <a:pt x="112" y="334"/>
                    <a:pt x="112" y="334"/>
                  </a:cubicBezTo>
                  <a:cubicBezTo>
                    <a:pt x="112" y="333"/>
                    <a:pt x="112" y="333"/>
                    <a:pt x="111" y="333"/>
                  </a:cubicBezTo>
                  <a:cubicBezTo>
                    <a:pt x="111" y="333"/>
                    <a:pt x="111" y="333"/>
                    <a:pt x="111" y="333"/>
                  </a:cubicBezTo>
                  <a:cubicBezTo>
                    <a:pt x="111" y="333"/>
                    <a:pt x="111" y="333"/>
                    <a:pt x="110" y="334"/>
                  </a:cubicBezTo>
                  <a:cubicBezTo>
                    <a:pt x="110" y="334"/>
                    <a:pt x="110" y="334"/>
                    <a:pt x="110" y="334"/>
                  </a:cubicBezTo>
                  <a:cubicBezTo>
                    <a:pt x="110" y="333"/>
                    <a:pt x="109" y="333"/>
                    <a:pt x="109" y="333"/>
                  </a:cubicBezTo>
                  <a:cubicBezTo>
                    <a:pt x="109" y="333"/>
                    <a:pt x="109" y="333"/>
                    <a:pt x="108" y="333"/>
                  </a:cubicBezTo>
                  <a:cubicBezTo>
                    <a:pt x="108" y="333"/>
                    <a:pt x="108" y="333"/>
                    <a:pt x="108" y="333"/>
                  </a:cubicBezTo>
                  <a:cubicBezTo>
                    <a:pt x="108" y="333"/>
                    <a:pt x="107" y="333"/>
                    <a:pt x="107" y="333"/>
                  </a:cubicBezTo>
                  <a:cubicBezTo>
                    <a:pt x="107" y="333"/>
                    <a:pt x="107" y="334"/>
                    <a:pt x="107" y="334"/>
                  </a:cubicBezTo>
                  <a:cubicBezTo>
                    <a:pt x="107" y="334"/>
                    <a:pt x="106" y="335"/>
                    <a:pt x="106" y="335"/>
                  </a:cubicBezTo>
                  <a:cubicBezTo>
                    <a:pt x="106" y="335"/>
                    <a:pt x="106" y="335"/>
                    <a:pt x="106" y="335"/>
                  </a:cubicBezTo>
                  <a:cubicBezTo>
                    <a:pt x="106" y="336"/>
                    <a:pt x="107" y="336"/>
                    <a:pt x="107" y="336"/>
                  </a:cubicBezTo>
                  <a:cubicBezTo>
                    <a:pt x="107" y="336"/>
                    <a:pt x="107" y="336"/>
                    <a:pt x="107" y="336"/>
                  </a:cubicBezTo>
                  <a:cubicBezTo>
                    <a:pt x="108" y="336"/>
                    <a:pt x="108" y="336"/>
                    <a:pt x="109" y="336"/>
                  </a:cubicBezTo>
                  <a:cubicBezTo>
                    <a:pt x="109" y="336"/>
                    <a:pt x="109" y="336"/>
                    <a:pt x="109" y="336"/>
                  </a:cubicBezTo>
                  <a:cubicBezTo>
                    <a:pt x="110" y="336"/>
                    <a:pt x="110" y="336"/>
                    <a:pt x="111" y="336"/>
                  </a:cubicBezTo>
                  <a:cubicBezTo>
                    <a:pt x="111" y="336"/>
                    <a:pt x="112" y="336"/>
                    <a:pt x="112" y="336"/>
                  </a:cubicBezTo>
                  <a:cubicBezTo>
                    <a:pt x="112" y="336"/>
                    <a:pt x="112" y="336"/>
                    <a:pt x="113" y="336"/>
                  </a:cubicBezTo>
                  <a:cubicBezTo>
                    <a:pt x="113" y="336"/>
                    <a:pt x="113" y="336"/>
                    <a:pt x="113" y="336"/>
                  </a:cubicBezTo>
                  <a:cubicBezTo>
                    <a:pt x="113" y="336"/>
                    <a:pt x="113" y="336"/>
                    <a:pt x="113" y="336"/>
                  </a:cubicBezTo>
                  <a:cubicBezTo>
                    <a:pt x="113" y="335"/>
                    <a:pt x="113" y="335"/>
                    <a:pt x="113" y="335"/>
                  </a:cubicBezTo>
                  <a:close/>
                  <a:moveTo>
                    <a:pt x="119" y="323"/>
                  </a:moveTo>
                  <a:cubicBezTo>
                    <a:pt x="119" y="323"/>
                    <a:pt x="118" y="322"/>
                    <a:pt x="118" y="323"/>
                  </a:cubicBezTo>
                  <a:cubicBezTo>
                    <a:pt x="118" y="323"/>
                    <a:pt x="117" y="323"/>
                    <a:pt x="117" y="323"/>
                  </a:cubicBezTo>
                  <a:cubicBezTo>
                    <a:pt x="117" y="323"/>
                    <a:pt x="117" y="323"/>
                    <a:pt x="116" y="323"/>
                  </a:cubicBezTo>
                  <a:cubicBezTo>
                    <a:pt x="116" y="323"/>
                    <a:pt x="116" y="323"/>
                    <a:pt x="116" y="324"/>
                  </a:cubicBezTo>
                  <a:cubicBezTo>
                    <a:pt x="116" y="324"/>
                    <a:pt x="116" y="324"/>
                    <a:pt x="116" y="324"/>
                  </a:cubicBezTo>
                  <a:cubicBezTo>
                    <a:pt x="116" y="325"/>
                    <a:pt x="116" y="325"/>
                    <a:pt x="117" y="325"/>
                  </a:cubicBezTo>
                  <a:cubicBezTo>
                    <a:pt x="117" y="325"/>
                    <a:pt x="117" y="326"/>
                    <a:pt x="117" y="326"/>
                  </a:cubicBezTo>
                  <a:cubicBezTo>
                    <a:pt x="117" y="326"/>
                    <a:pt x="116" y="326"/>
                    <a:pt x="116" y="326"/>
                  </a:cubicBezTo>
                  <a:cubicBezTo>
                    <a:pt x="116" y="326"/>
                    <a:pt x="115" y="327"/>
                    <a:pt x="115" y="327"/>
                  </a:cubicBezTo>
                  <a:cubicBezTo>
                    <a:pt x="115" y="327"/>
                    <a:pt x="115" y="328"/>
                    <a:pt x="116" y="328"/>
                  </a:cubicBezTo>
                  <a:cubicBezTo>
                    <a:pt x="116" y="328"/>
                    <a:pt x="116" y="328"/>
                    <a:pt x="116" y="328"/>
                  </a:cubicBezTo>
                  <a:cubicBezTo>
                    <a:pt x="116" y="328"/>
                    <a:pt x="117" y="327"/>
                    <a:pt x="117" y="327"/>
                  </a:cubicBezTo>
                  <a:cubicBezTo>
                    <a:pt x="117" y="327"/>
                    <a:pt x="117" y="327"/>
                    <a:pt x="117" y="327"/>
                  </a:cubicBezTo>
                  <a:cubicBezTo>
                    <a:pt x="117" y="327"/>
                    <a:pt x="118" y="326"/>
                    <a:pt x="118" y="326"/>
                  </a:cubicBezTo>
                  <a:cubicBezTo>
                    <a:pt x="118" y="325"/>
                    <a:pt x="118" y="325"/>
                    <a:pt x="118" y="325"/>
                  </a:cubicBezTo>
                  <a:cubicBezTo>
                    <a:pt x="118" y="325"/>
                    <a:pt x="118" y="324"/>
                    <a:pt x="119" y="324"/>
                  </a:cubicBezTo>
                  <a:cubicBezTo>
                    <a:pt x="119" y="324"/>
                    <a:pt x="119" y="324"/>
                    <a:pt x="119" y="323"/>
                  </a:cubicBezTo>
                  <a:cubicBezTo>
                    <a:pt x="119" y="323"/>
                    <a:pt x="119" y="323"/>
                    <a:pt x="119" y="323"/>
                  </a:cubicBezTo>
                  <a:close/>
                  <a:moveTo>
                    <a:pt x="116" y="333"/>
                  </a:moveTo>
                  <a:cubicBezTo>
                    <a:pt x="116" y="333"/>
                    <a:pt x="116" y="333"/>
                    <a:pt x="115" y="333"/>
                  </a:cubicBezTo>
                  <a:cubicBezTo>
                    <a:pt x="115" y="333"/>
                    <a:pt x="115" y="333"/>
                    <a:pt x="115" y="333"/>
                  </a:cubicBezTo>
                  <a:cubicBezTo>
                    <a:pt x="115" y="333"/>
                    <a:pt x="114" y="333"/>
                    <a:pt x="114" y="333"/>
                  </a:cubicBezTo>
                  <a:cubicBezTo>
                    <a:pt x="114" y="333"/>
                    <a:pt x="113" y="333"/>
                    <a:pt x="113" y="333"/>
                  </a:cubicBezTo>
                  <a:cubicBezTo>
                    <a:pt x="113" y="333"/>
                    <a:pt x="113" y="333"/>
                    <a:pt x="113" y="333"/>
                  </a:cubicBezTo>
                  <a:cubicBezTo>
                    <a:pt x="113" y="334"/>
                    <a:pt x="114" y="334"/>
                    <a:pt x="114" y="334"/>
                  </a:cubicBezTo>
                  <a:cubicBezTo>
                    <a:pt x="114" y="334"/>
                    <a:pt x="114" y="334"/>
                    <a:pt x="114" y="334"/>
                  </a:cubicBezTo>
                  <a:cubicBezTo>
                    <a:pt x="115" y="334"/>
                    <a:pt x="115" y="334"/>
                    <a:pt x="115" y="334"/>
                  </a:cubicBezTo>
                  <a:cubicBezTo>
                    <a:pt x="115" y="335"/>
                    <a:pt x="115" y="335"/>
                    <a:pt x="115" y="335"/>
                  </a:cubicBezTo>
                  <a:cubicBezTo>
                    <a:pt x="114" y="335"/>
                    <a:pt x="114" y="335"/>
                    <a:pt x="114" y="335"/>
                  </a:cubicBezTo>
                  <a:cubicBezTo>
                    <a:pt x="114" y="335"/>
                    <a:pt x="114" y="336"/>
                    <a:pt x="115" y="336"/>
                  </a:cubicBezTo>
                  <a:cubicBezTo>
                    <a:pt x="115" y="336"/>
                    <a:pt x="115" y="336"/>
                    <a:pt x="115" y="335"/>
                  </a:cubicBezTo>
                  <a:cubicBezTo>
                    <a:pt x="116" y="335"/>
                    <a:pt x="116" y="335"/>
                    <a:pt x="116" y="335"/>
                  </a:cubicBezTo>
                  <a:cubicBezTo>
                    <a:pt x="117" y="334"/>
                    <a:pt x="117" y="334"/>
                    <a:pt x="117" y="333"/>
                  </a:cubicBezTo>
                  <a:cubicBezTo>
                    <a:pt x="117" y="333"/>
                    <a:pt x="117" y="333"/>
                    <a:pt x="117" y="333"/>
                  </a:cubicBezTo>
                  <a:cubicBezTo>
                    <a:pt x="116" y="333"/>
                    <a:pt x="116" y="333"/>
                    <a:pt x="116" y="333"/>
                  </a:cubicBezTo>
                  <a:close/>
                  <a:moveTo>
                    <a:pt x="116" y="330"/>
                  </a:moveTo>
                  <a:cubicBezTo>
                    <a:pt x="117" y="330"/>
                    <a:pt x="117" y="330"/>
                    <a:pt x="117" y="330"/>
                  </a:cubicBezTo>
                  <a:cubicBezTo>
                    <a:pt x="117" y="330"/>
                    <a:pt x="117" y="330"/>
                    <a:pt x="117" y="330"/>
                  </a:cubicBezTo>
                  <a:cubicBezTo>
                    <a:pt x="116" y="329"/>
                    <a:pt x="116" y="329"/>
                    <a:pt x="115" y="330"/>
                  </a:cubicBezTo>
                  <a:cubicBezTo>
                    <a:pt x="115" y="330"/>
                    <a:pt x="115" y="330"/>
                    <a:pt x="115" y="330"/>
                  </a:cubicBezTo>
                  <a:cubicBezTo>
                    <a:pt x="116" y="330"/>
                    <a:pt x="116" y="330"/>
                    <a:pt x="116" y="330"/>
                  </a:cubicBezTo>
                  <a:cubicBezTo>
                    <a:pt x="116" y="330"/>
                    <a:pt x="116" y="330"/>
                    <a:pt x="116" y="330"/>
                  </a:cubicBezTo>
                  <a:close/>
                  <a:moveTo>
                    <a:pt x="188" y="333"/>
                  </a:moveTo>
                  <a:cubicBezTo>
                    <a:pt x="188" y="333"/>
                    <a:pt x="188" y="333"/>
                    <a:pt x="189" y="333"/>
                  </a:cubicBezTo>
                  <a:cubicBezTo>
                    <a:pt x="189" y="333"/>
                    <a:pt x="189" y="332"/>
                    <a:pt x="189" y="332"/>
                  </a:cubicBezTo>
                  <a:cubicBezTo>
                    <a:pt x="188" y="332"/>
                    <a:pt x="188" y="332"/>
                    <a:pt x="188" y="331"/>
                  </a:cubicBezTo>
                  <a:cubicBezTo>
                    <a:pt x="188" y="331"/>
                    <a:pt x="187" y="331"/>
                    <a:pt x="187" y="331"/>
                  </a:cubicBezTo>
                  <a:cubicBezTo>
                    <a:pt x="187" y="331"/>
                    <a:pt x="187" y="331"/>
                    <a:pt x="187" y="331"/>
                  </a:cubicBezTo>
                  <a:cubicBezTo>
                    <a:pt x="187" y="331"/>
                    <a:pt x="187" y="332"/>
                    <a:pt x="187" y="332"/>
                  </a:cubicBezTo>
                  <a:cubicBezTo>
                    <a:pt x="187" y="332"/>
                    <a:pt x="187" y="333"/>
                    <a:pt x="187" y="333"/>
                  </a:cubicBezTo>
                  <a:cubicBezTo>
                    <a:pt x="187" y="333"/>
                    <a:pt x="187" y="333"/>
                    <a:pt x="188" y="333"/>
                  </a:cubicBezTo>
                  <a:close/>
                  <a:moveTo>
                    <a:pt x="347" y="327"/>
                  </a:moveTo>
                  <a:cubicBezTo>
                    <a:pt x="347" y="327"/>
                    <a:pt x="346" y="327"/>
                    <a:pt x="346" y="327"/>
                  </a:cubicBezTo>
                  <a:cubicBezTo>
                    <a:pt x="346" y="327"/>
                    <a:pt x="346" y="327"/>
                    <a:pt x="346" y="327"/>
                  </a:cubicBezTo>
                  <a:cubicBezTo>
                    <a:pt x="345" y="327"/>
                    <a:pt x="345" y="328"/>
                    <a:pt x="345" y="328"/>
                  </a:cubicBezTo>
                  <a:cubicBezTo>
                    <a:pt x="345" y="328"/>
                    <a:pt x="345" y="328"/>
                    <a:pt x="345" y="328"/>
                  </a:cubicBezTo>
                  <a:cubicBezTo>
                    <a:pt x="345" y="328"/>
                    <a:pt x="345" y="329"/>
                    <a:pt x="345" y="329"/>
                  </a:cubicBezTo>
                  <a:cubicBezTo>
                    <a:pt x="345" y="329"/>
                    <a:pt x="345" y="329"/>
                    <a:pt x="346" y="329"/>
                  </a:cubicBezTo>
                  <a:cubicBezTo>
                    <a:pt x="346" y="329"/>
                    <a:pt x="346" y="328"/>
                    <a:pt x="347" y="328"/>
                  </a:cubicBezTo>
                  <a:cubicBezTo>
                    <a:pt x="347" y="328"/>
                    <a:pt x="347" y="328"/>
                    <a:pt x="347" y="328"/>
                  </a:cubicBezTo>
                  <a:cubicBezTo>
                    <a:pt x="347" y="328"/>
                    <a:pt x="348" y="327"/>
                    <a:pt x="348" y="327"/>
                  </a:cubicBezTo>
                  <a:cubicBezTo>
                    <a:pt x="348" y="327"/>
                    <a:pt x="348" y="327"/>
                    <a:pt x="348" y="327"/>
                  </a:cubicBezTo>
                  <a:cubicBezTo>
                    <a:pt x="347" y="326"/>
                    <a:pt x="347" y="326"/>
                    <a:pt x="347" y="327"/>
                  </a:cubicBezTo>
                  <a:close/>
                  <a:moveTo>
                    <a:pt x="349" y="323"/>
                  </a:moveTo>
                  <a:cubicBezTo>
                    <a:pt x="349" y="323"/>
                    <a:pt x="348" y="323"/>
                    <a:pt x="348" y="323"/>
                  </a:cubicBezTo>
                  <a:cubicBezTo>
                    <a:pt x="348" y="323"/>
                    <a:pt x="347" y="323"/>
                    <a:pt x="347" y="323"/>
                  </a:cubicBezTo>
                  <a:cubicBezTo>
                    <a:pt x="346" y="323"/>
                    <a:pt x="346" y="324"/>
                    <a:pt x="345" y="324"/>
                  </a:cubicBezTo>
                  <a:cubicBezTo>
                    <a:pt x="345" y="324"/>
                    <a:pt x="345" y="325"/>
                    <a:pt x="345" y="325"/>
                  </a:cubicBezTo>
                  <a:cubicBezTo>
                    <a:pt x="345" y="325"/>
                    <a:pt x="345" y="325"/>
                    <a:pt x="345" y="325"/>
                  </a:cubicBezTo>
                  <a:cubicBezTo>
                    <a:pt x="346" y="325"/>
                    <a:pt x="346" y="325"/>
                    <a:pt x="346" y="325"/>
                  </a:cubicBezTo>
                  <a:cubicBezTo>
                    <a:pt x="346" y="325"/>
                    <a:pt x="346" y="325"/>
                    <a:pt x="346" y="325"/>
                  </a:cubicBezTo>
                  <a:cubicBezTo>
                    <a:pt x="346" y="325"/>
                    <a:pt x="347" y="325"/>
                    <a:pt x="347" y="325"/>
                  </a:cubicBezTo>
                  <a:cubicBezTo>
                    <a:pt x="348" y="324"/>
                    <a:pt x="348" y="324"/>
                    <a:pt x="348" y="324"/>
                  </a:cubicBezTo>
                  <a:cubicBezTo>
                    <a:pt x="349" y="324"/>
                    <a:pt x="349" y="324"/>
                    <a:pt x="350" y="324"/>
                  </a:cubicBezTo>
                  <a:cubicBezTo>
                    <a:pt x="350" y="324"/>
                    <a:pt x="350" y="324"/>
                    <a:pt x="350" y="324"/>
                  </a:cubicBezTo>
                  <a:cubicBezTo>
                    <a:pt x="350" y="323"/>
                    <a:pt x="350" y="323"/>
                    <a:pt x="350" y="323"/>
                  </a:cubicBezTo>
                  <a:cubicBezTo>
                    <a:pt x="350" y="323"/>
                    <a:pt x="350" y="323"/>
                    <a:pt x="349" y="323"/>
                  </a:cubicBezTo>
                  <a:cubicBezTo>
                    <a:pt x="349" y="323"/>
                    <a:pt x="349" y="323"/>
                    <a:pt x="349" y="323"/>
                  </a:cubicBezTo>
                  <a:close/>
                  <a:moveTo>
                    <a:pt x="348" y="334"/>
                  </a:moveTo>
                  <a:cubicBezTo>
                    <a:pt x="348" y="334"/>
                    <a:pt x="348" y="334"/>
                    <a:pt x="348" y="334"/>
                  </a:cubicBezTo>
                  <a:cubicBezTo>
                    <a:pt x="348" y="334"/>
                    <a:pt x="348" y="333"/>
                    <a:pt x="348" y="333"/>
                  </a:cubicBezTo>
                  <a:cubicBezTo>
                    <a:pt x="348" y="333"/>
                    <a:pt x="348" y="333"/>
                    <a:pt x="347" y="333"/>
                  </a:cubicBezTo>
                  <a:cubicBezTo>
                    <a:pt x="347" y="333"/>
                    <a:pt x="347" y="333"/>
                    <a:pt x="347" y="333"/>
                  </a:cubicBezTo>
                  <a:cubicBezTo>
                    <a:pt x="346" y="334"/>
                    <a:pt x="346" y="334"/>
                    <a:pt x="346" y="334"/>
                  </a:cubicBezTo>
                  <a:cubicBezTo>
                    <a:pt x="345" y="334"/>
                    <a:pt x="345" y="334"/>
                    <a:pt x="345" y="334"/>
                  </a:cubicBezTo>
                  <a:cubicBezTo>
                    <a:pt x="345" y="334"/>
                    <a:pt x="344" y="335"/>
                    <a:pt x="344" y="335"/>
                  </a:cubicBezTo>
                  <a:cubicBezTo>
                    <a:pt x="345" y="335"/>
                    <a:pt x="345" y="335"/>
                    <a:pt x="345" y="335"/>
                  </a:cubicBezTo>
                  <a:cubicBezTo>
                    <a:pt x="346" y="335"/>
                    <a:pt x="347" y="335"/>
                    <a:pt x="348" y="334"/>
                  </a:cubicBezTo>
                  <a:close/>
                  <a:moveTo>
                    <a:pt x="196" y="331"/>
                  </a:moveTo>
                  <a:cubicBezTo>
                    <a:pt x="196" y="331"/>
                    <a:pt x="196" y="331"/>
                    <a:pt x="196" y="331"/>
                  </a:cubicBezTo>
                  <a:cubicBezTo>
                    <a:pt x="195" y="331"/>
                    <a:pt x="195" y="332"/>
                    <a:pt x="195" y="332"/>
                  </a:cubicBezTo>
                  <a:cubicBezTo>
                    <a:pt x="195" y="333"/>
                    <a:pt x="195" y="333"/>
                    <a:pt x="196" y="333"/>
                  </a:cubicBezTo>
                  <a:cubicBezTo>
                    <a:pt x="196" y="333"/>
                    <a:pt x="196" y="333"/>
                    <a:pt x="196" y="333"/>
                  </a:cubicBezTo>
                  <a:cubicBezTo>
                    <a:pt x="196" y="333"/>
                    <a:pt x="197" y="332"/>
                    <a:pt x="197" y="332"/>
                  </a:cubicBezTo>
                  <a:cubicBezTo>
                    <a:pt x="197" y="332"/>
                    <a:pt x="197" y="332"/>
                    <a:pt x="197" y="332"/>
                  </a:cubicBezTo>
                  <a:cubicBezTo>
                    <a:pt x="196" y="331"/>
                    <a:pt x="196" y="331"/>
                    <a:pt x="196" y="331"/>
                  </a:cubicBezTo>
                  <a:close/>
                  <a:moveTo>
                    <a:pt x="376" y="322"/>
                  </a:moveTo>
                  <a:cubicBezTo>
                    <a:pt x="376" y="322"/>
                    <a:pt x="376" y="322"/>
                    <a:pt x="376" y="322"/>
                  </a:cubicBezTo>
                  <a:cubicBezTo>
                    <a:pt x="376" y="322"/>
                    <a:pt x="376" y="322"/>
                    <a:pt x="376" y="322"/>
                  </a:cubicBezTo>
                  <a:cubicBezTo>
                    <a:pt x="377" y="322"/>
                    <a:pt x="378" y="322"/>
                    <a:pt x="378" y="322"/>
                  </a:cubicBezTo>
                  <a:cubicBezTo>
                    <a:pt x="378" y="322"/>
                    <a:pt x="378" y="322"/>
                    <a:pt x="379" y="322"/>
                  </a:cubicBezTo>
                  <a:cubicBezTo>
                    <a:pt x="379" y="322"/>
                    <a:pt x="379" y="322"/>
                    <a:pt x="379" y="322"/>
                  </a:cubicBezTo>
                  <a:cubicBezTo>
                    <a:pt x="379" y="321"/>
                    <a:pt x="379" y="321"/>
                    <a:pt x="378" y="321"/>
                  </a:cubicBezTo>
                  <a:cubicBezTo>
                    <a:pt x="377" y="321"/>
                    <a:pt x="377" y="321"/>
                    <a:pt x="376" y="322"/>
                  </a:cubicBezTo>
                  <a:close/>
                  <a:moveTo>
                    <a:pt x="442" y="363"/>
                  </a:moveTo>
                  <a:cubicBezTo>
                    <a:pt x="53" y="363"/>
                    <a:pt x="53" y="363"/>
                    <a:pt x="53" y="363"/>
                  </a:cubicBezTo>
                  <a:cubicBezTo>
                    <a:pt x="53" y="306"/>
                    <a:pt x="53" y="306"/>
                    <a:pt x="53" y="306"/>
                  </a:cubicBezTo>
                  <a:cubicBezTo>
                    <a:pt x="60" y="306"/>
                    <a:pt x="60" y="306"/>
                    <a:pt x="60" y="306"/>
                  </a:cubicBezTo>
                  <a:cubicBezTo>
                    <a:pt x="60" y="292"/>
                    <a:pt x="60" y="292"/>
                    <a:pt x="60" y="292"/>
                  </a:cubicBezTo>
                  <a:cubicBezTo>
                    <a:pt x="435" y="292"/>
                    <a:pt x="435" y="292"/>
                    <a:pt x="435" y="292"/>
                  </a:cubicBezTo>
                  <a:cubicBezTo>
                    <a:pt x="435" y="306"/>
                    <a:pt x="435" y="306"/>
                    <a:pt x="435" y="306"/>
                  </a:cubicBezTo>
                  <a:cubicBezTo>
                    <a:pt x="442" y="306"/>
                    <a:pt x="442" y="306"/>
                    <a:pt x="442" y="306"/>
                  </a:cubicBezTo>
                  <a:lnTo>
                    <a:pt x="442" y="363"/>
                  </a:lnTo>
                  <a:close/>
                  <a:moveTo>
                    <a:pt x="382" y="318"/>
                  </a:moveTo>
                  <a:cubicBezTo>
                    <a:pt x="382" y="318"/>
                    <a:pt x="382" y="318"/>
                    <a:pt x="383" y="318"/>
                  </a:cubicBezTo>
                  <a:cubicBezTo>
                    <a:pt x="383" y="318"/>
                    <a:pt x="383" y="318"/>
                    <a:pt x="383" y="318"/>
                  </a:cubicBezTo>
                  <a:cubicBezTo>
                    <a:pt x="383" y="318"/>
                    <a:pt x="383" y="318"/>
                    <a:pt x="383" y="318"/>
                  </a:cubicBezTo>
                  <a:cubicBezTo>
                    <a:pt x="383" y="318"/>
                    <a:pt x="383" y="318"/>
                    <a:pt x="384" y="318"/>
                  </a:cubicBezTo>
                  <a:cubicBezTo>
                    <a:pt x="384" y="318"/>
                    <a:pt x="384" y="318"/>
                    <a:pt x="384" y="318"/>
                  </a:cubicBezTo>
                  <a:cubicBezTo>
                    <a:pt x="384" y="317"/>
                    <a:pt x="384" y="317"/>
                    <a:pt x="384" y="316"/>
                  </a:cubicBezTo>
                  <a:cubicBezTo>
                    <a:pt x="385" y="316"/>
                    <a:pt x="385" y="316"/>
                    <a:pt x="385" y="316"/>
                  </a:cubicBezTo>
                  <a:cubicBezTo>
                    <a:pt x="385" y="315"/>
                    <a:pt x="385" y="315"/>
                    <a:pt x="385" y="315"/>
                  </a:cubicBezTo>
                  <a:cubicBezTo>
                    <a:pt x="385" y="315"/>
                    <a:pt x="385" y="315"/>
                    <a:pt x="385" y="315"/>
                  </a:cubicBezTo>
                  <a:cubicBezTo>
                    <a:pt x="385" y="315"/>
                    <a:pt x="385" y="315"/>
                    <a:pt x="384" y="315"/>
                  </a:cubicBezTo>
                  <a:cubicBezTo>
                    <a:pt x="384" y="315"/>
                    <a:pt x="383" y="315"/>
                    <a:pt x="383" y="315"/>
                  </a:cubicBezTo>
                  <a:cubicBezTo>
                    <a:pt x="383" y="315"/>
                    <a:pt x="383" y="316"/>
                    <a:pt x="383" y="316"/>
                  </a:cubicBezTo>
                  <a:cubicBezTo>
                    <a:pt x="383" y="316"/>
                    <a:pt x="383" y="317"/>
                    <a:pt x="383" y="317"/>
                  </a:cubicBezTo>
                  <a:cubicBezTo>
                    <a:pt x="383" y="317"/>
                    <a:pt x="382" y="317"/>
                    <a:pt x="382" y="318"/>
                  </a:cubicBezTo>
                  <a:close/>
                  <a:moveTo>
                    <a:pt x="373" y="310"/>
                  </a:moveTo>
                  <a:cubicBezTo>
                    <a:pt x="373" y="310"/>
                    <a:pt x="373" y="311"/>
                    <a:pt x="373" y="311"/>
                  </a:cubicBezTo>
                  <a:cubicBezTo>
                    <a:pt x="373" y="311"/>
                    <a:pt x="373" y="311"/>
                    <a:pt x="374" y="311"/>
                  </a:cubicBezTo>
                  <a:cubicBezTo>
                    <a:pt x="374" y="311"/>
                    <a:pt x="374" y="311"/>
                    <a:pt x="374" y="311"/>
                  </a:cubicBezTo>
                  <a:cubicBezTo>
                    <a:pt x="375" y="311"/>
                    <a:pt x="375" y="311"/>
                    <a:pt x="375" y="312"/>
                  </a:cubicBezTo>
                  <a:cubicBezTo>
                    <a:pt x="375" y="312"/>
                    <a:pt x="376" y="312"/>
                    <a:pt x="376" y="312"/>
                  </a:cubicBezTo>
                  <a:cubicBezTo>
                    <a:pt x="376" y="313"/>
                    <a:pt x="376" y="313"/>
                    <a:pt x="377" y="313"/>
                  </a:cubicBezTo>
                  <a:cubicBezTo>
                    <a:pt x="377" y="313"/>
                    <a:pt x="377" y="313"/>
                    <a:pt x="377" y="314"/>
                  </a:cubicBezTo>
                  <a:cubicBezTo>
                    <a:pt x="378" y="314"/>
                    <a:pt x="378" y="314"/>
                    <a:pt x="378" y="314"/>
                  </a:cubicBezTo>
                  <a:cubicBezTo>
                    <a:pt x="378" y="314"/>
                    <a:pt x="378" y="314"/>
                    <a:pt x="378" y="313"/>
                  </a:cubicBezTo>
                  <a:cubicBezTo>
                    <a:pt x="379" y="313"/>
                    <a:pt x="379" y="313"/>
                    <a:pt x="379" y="313"/>
                  </a:cubicBezTo>
                  <a:cubicBezTo>
                    <a:pt x="379" y="313"/>
                    <a:pt x="379" y="312"/>
                    <a:pt x="379" y="312"/>
                  </a:cubicBezTo>
                  <a:cubicBezTo>
                    <a:pt x="379" y="312"/>
                    <a:pt x="379" y="312"/>
                    <a:pt x="379" y="312"/>
                  </a:cubicBezTo>
                  <a:cubicBezTo>
                    <a:pt x="378" y="312"/>
                    <a:pt x="378" y="312"/>
                    <a:pt x="378" y="312"/>
                  </a:cubicBezTo>
                  <a:cubicBezTo>
                    <a:pt x="377" y="311"/>
                    <a:pt x="376" y="310"/>
                    <a:pt x="376" y="309"/>
                  </a:cubicBezTo>
                  <a:cubicBezTo>
                    <a:pt x="376" y="309"/>
                    <a:pt x="375" y="309"/>
                    <a:pt x="375" y="309"/>
                  </a:cubicBezTo>
                  <a:cubicBezTo>
                    <a:pt x="375" y="309"/>
                    <a:pt x="375" y="309"/>
                    <a:pt x="375" y="309"/>
                  </a:cubicBezTo>
                  <a:cubicBezTo>
                    <a:pt x="375" y="309"/>
                    <a:pt x="374" y="309"/>
                    <a:pt x="374" y="309"/>
                  </a:cubicBezTo>
                  <a:cubicBezTo>
                    <a:pt x="374" y="309"/>
                    <a:pt x="374" y="309"/>
                    <a:pt x="374" y="309"/>
                  </a:cubicBezTo>
                  <a:cubicBezTo>
                    <a:pt x="373" y="309"/>
                    <a:pt x="373" y="309"/>
                    <a:pt x="373" y="310"/>
                  </a:cubicBezTo>
                  <a:close/>
                  <a:moveTo>
                    <a:pt x="349" y="315"/>
                  </a:moveTo>
                  <a:cubicBezTo>
                    <a:pt x="349" y="315"/>
                    <a:pt x="349" y="316"/>
                    <a:pt x="349" y="316"/>
                  </a:cubicBezTo>
                  <a:cubicBezTo>
                    <a:pt x="349" y="316"/>
                    <a:pt x="349" y="316"/>
                    <a:pt x="350" y="316"/>
                  </a:cubicBezTo>
                  <a:cubicBezTo>
                    <a:pt x="350" y="316"/>
                    <a:pt x="350" y="316"/>
                    <a:pt x="350" y="317"/>
                  </a:cubicBezTo>
                  <a:cubicBezTo>
                    <a:pt x="350" y="317"/>
                    <a:pt x="350" y="317"/>
                    <a:pt x="350" y="318"/>
                  </a:cubicBezTo>
                  <a:cubicBezTo>
                    <a:pt x="350" y="318"/>
                    <a:pt x="350" y="318"/>
                    <a:pt x="350" y="318"/>
                  </a:cubicBezTo>
                  <a:cubicBezTo>
                    <a:pt x="350" y="318"/>
                    <a:pt x="351" y="319"/>
                    <a:pt x="351" y="318"/>
                  </a:cubicBezTo>
                  <a:cubicBezTo>
                    <a:pt x="351" y="318"/>
                    <a:pt x="352" y="318"/>
                    <a:pt x="352" y="318"/>
                  </a:cubicBezTo>
                  <a:cubicBezTo>
                    <a:pt x="352" y="318"/>
                    <a:pt x="352" y="318"/>
                    <a:pt x="352" y="318"/>
                  </a:cubicBezTo>
                  <a:cubicBezTo>
                    <a:pt x="352" y="317"/>
                    <a:pt x="352" y="317"/>
                    <a:pt x="352" y="317"/>
                  </a:cubicBezTo>
                  <a:cubicBezTo>
                    <a:pt x="352" y="317"/>
                    <a:pt x="352" y="316"/>
                    <a:pt x="351" y="316"/>
                  </a:cubicBezTo>
                  <a:cubicBezTo>
                    <a:pt x="351" y="316"/>
                    <a:pt x="351" y="315"/>
                    <a:pt x="351" y="315"/>
                  </a:cubicBezTo>
                  <a:cubicBezTo>
                    <a:pt x="351" y="315"/>
                    <a:pt x="351" y="315"/>
                    <a:pt x="350" y="315"/>
                  </a:cubicBezTo>
                  <a:cubicBezTo>
                    <a:pt x="350" y="315"/>
                    <a:pt x="350" y="315"/>
                    <a:pt x="350" y="315"/>
                  </a:cubicBezTo>
                  <a:cubicBezTo>
                    <a:pt x="350" y="315"/>
                    <a:pt x="350" y="315"/>
                    <a:pt x="350" y="315"/>
                  </a:cubicBezTo>
                  <a:cubicBezTo>
                    <a:pt x="350" y="315"/>
                    <a:pt x="349" y="315"/>
                    <a:pt x="349" y="315"/>
                  </a:cubicBezTo>
                  <a:close/>
                  <a:moveTo>
                    <a:pt x="307" y="328"/>
                  </a:moveTo>
                  <a:cubicBezTo>
                    <a:pt x="307" y="327"/>
                    <a:pt x="306" y="327"/>
                    <a:pt x="306" y="327"/>
                  </a:cubicBezTo>
                  <a:cubicBezTo>
                    <a:pt x="306" y="327"/>
                    <a:pt x="306" y="326"/>
                    <a:pt x="305" y="326"/>
                  </a:cubicBezTo>
                  <a:cubicBezTo>
                    <a:pt x="305" y="327"/>
                    <a:pt x="305" y="327"/>
                    <a:pt x="305" y="327"/>
                  </a:cubicBezTo>
                  <a:cubicBezTo>
                    <a:pt x="305" y="327"/>
                    <a:pt x="305" y="328"/>
                    <a:pt x="305" y="328"/>
                  </a:cubicBezTo>
                  <a:cubicBezTo>
                    <a:pt x="305" y="328"/>
                    <a:pt x="305" y="329"/>
                    <a:pt x="305" y="329"/>
                  </a:cubicBezTo>
                  <a:cubicBezTo>
                    <a:pt x="305" y="329"/>
                    <a:pt x="305" y="329"/>
                    <a:pt x="306" y="329"/>
                  </a:cubicBezTo>
                  <a:cubicBezTo>
                    <a:pt x="306" y="329"/>
                    <a:pt x="306" y="329"/>
                    <a:pt x="306" y="330"/>
                  </a:cubicBezTo>
                  <a:cubicBezTo>
                    <a:pt x="305" y="330"/>
                    <a:pt x="305" y="330"/>
                    <a:pt x="306" y="330"/>
                  </a:cubicBezTo>
                  <a:cubicBezTo>
                    <a:pt x="306" y="330"/>
                    <a:pt x="306" y="330"/>
                    <a:pt x="306" y="330"/>
                  </a:cubicBezTo>
                  <a:cubicBezTo>
                    <a:pt x="306" y="330"/>
                    <a:pt x="306" y="330"/>
                    <a:pt x="307" y="330"/>
                  </a:cubicBezTo>
                  <a:cubicBezTo>
                    <a:pt x="307" y="330"/>
                    <a:pt x="307" y="330"/>
                    <a:pt x="307" y="330"/>
                  </a:cubicBezTo>
                  <a:cubicBezTo>
                    <a:pt x="308" y="330"/>
                    <a:pt x="308" y="329"/>
                    <a:pt x="308" y="329"/>
                  </a:cubicBezTo>
                  <a:cubicBezTo>
                    <a:pt x="308" y="329"/>
                    <a:pt x="308" y="329"/>
                    <a:pt x="308" y="329"/>
                  </a:cubicBezTo>
                  <a:cubicBezTo>
                    <a:pt x="307" y="328"/>
                    <a:pt x="307" y="328"/>
                    <a:pt x="307" y="328"/>
                  </a:cubicBezTo>
                  <a:close/>
                  <a:moveTo>
                    <a:pt x="296" y="315"/>
                  </a:moveTo>
                  <a:cubicBezTo>
                    <a:pt x="296" y="315"/>
                    <a:pt x="296" y="316"/>
                    <a:pt x="296" y="316"/>
                  </a:cubicBezTo>
                  <a:cubicBezTo>
                    <a:pt x="296" y="316"/>
                    <a:pt x="296" y="316"/>
                    <a:pt x="296" y="316"/>
                  </a:cubicBezTo>
                  <a:cubicBezTo>
                    <a:pt x="296" y="317"/>
                    <a:pt x="296" y="317"/>
                    <a:pt x="296" y="318"/>
                  </a:cubicBezTo>
                  <a:cubicBezTo>
                    <a:pt x="296" y="318"/>
                    <a:pt x="296" y="319"/>
                    <a:pt x="296" y="319"/>
                  </a:cubicBezTo>
                  <a:cubicBezTo>
                    <a:pt x="296" y="319"/>
                    <a:pt x="296" y="319"/>
                    <a:pt x="296" y="319"/>
                  </a:cubicBezTo>
                  <a:cubicBezTo>
                    <a:pt x="296" y="320"/>
                    <a:pt x="296" y="320"/>
                    <a:pt x="296" y="320"/>
                  </a:cubicBezTo>
                  <a:cubicBezTo>
                    <a:pt x="296" y="320"/>
                    <a:pt x="296" y="321"/>
                    <a:pt x="296" y="321"/>
                  </a:cubicBezTo>
                  <a:cubicBezTo>
                    <a:pt x="296" y="321"/>
                    <a:pt x="296" y="321"/>
                    <a:pt x="296" y="322"/>
                  </a:cubicBezTo>
                  <a:cubicBezTo>
                    <a:pt x="296" y="322"/>
                    <a:pt x="297" y="322"/>
                    <a:pt x="297" y="323"/>
                  </a:cubicBezTo>
                  <a:cubicBezTo>
                    <a:pt x="297" y="323"/>
                    <a:pt x="297" y="323"/>
                    <a:pt x="297" y="323"/>
                  </a:cubicBezTo>
                  <a:cubicBezTo>
                    <a:pt x="297" y="323"/>
                    <a:pt x="297" y="323"/>
                    <a:pt x="297" y="323"/>
                  </a:cubicBezTo>
                  <a:cubicBezTo>
                    <a:pt x="297" y="323"/>
                    <a:pt x="298" y="323"/>
                    <a:pt x="298" y="323"/>
                  </a:cubicBezTo>
                  <a:cubicBezTo>
                    <a:pt x="298" y="323"/>
                    <a:pt x="299" y="323"/>
                    <a:pt x="299" y="322"/>
                  </a:cubicBezTo>
                  <a:cubicBezTo>
                    <a:pt x="299" y="322"/>
                    <a:pt x="300" y="322"/>
                    <a:pt x="300" y="322"/>
                  </a:cubicBezTo>
                  <a:cubicBezTo>
                    <a:pt x="300" y="322"/>
                    <a:pt x="300" y="322"/>
                    <a:pt x="301" y="322"/>
                  </a:cubicBezTo>
                  <a:cubicBezTo>
                    <a:pt x="301" y="322"/>
                    <a:pt x="301" y="322"/>
                    <a:pt x="301" y="322"/>
                  </a:cubicBezTo>
                  <a:cubicBezTo>
                    <a:pt x="301" y="322"/>
                    <a:pt x="302" y="322"/>
                    <a:pt x="302" y="322"/>
                  </a:cubicBezTo>
                  <a:cubicBezTo>
                    <a:pt x="302" y="322"/>
                    <a:pt x="302" y="322"/>
                    <a:pt x="302" y="322"/>
                  </a:cubicBezTo>
                  <a:cubicBezTo>
                    <a:pt x="303" y="322"/>
                    <a:pt x="303" y="322"/>
                    <a:pt x="303" y="322"/>
                  </a:cubicBezTo>
                  <a:cubicBezTo>
                    <a:pt x="303" y="322"/>
                    <a:pt x="304" y="321"/>
                    <a:pt x="304" y="321"/>
                  </a:cubicBezTo>
                  <a:cubicBezTo>
                    <a:pt x="304" y="320"/>
                    <a:pt x="304" y="319"/>
                    <a:pt x="304" y="319"/>
                  </a:cubicBezTo>
                  <a:cubicBezTo>
                    <a:pt x="304" y="319"/>
                    <a:pt x="304" y="319"/>
                    <a:pt x="304" y="319"/>
                  </a:cubicBezTo>
                  <a:cubicBezTo>
                    <a:pt x="304" y="318"/>
                    <a:pt x="304" y="318"/>
                    <a:pt x="304" y="317"/>
                  </a:cubicBezTo>
                  <a:cubicBezTo>
                    <a:pt x="304" y="317"/>
                    <a:pt x="304" y="316"/>
                    <a:pt x="305" y="315"/>
                  </a:cubicBezTo>
                  <a:cubicBezTo>
                    <a:pt x="305" y="315"/>
                    <a:pt x="305" y="315"/>
                    <a:pt x="305" y="315"/>
                  </a:cubicBezTo>
                  <a:cubicBezTo>
                    <a:pt x="305" y="314"/>
                    <a:pt x="305" y="314"/>
                    <a:pt x="305" y="313"/>
                  </a:cubicBezTo>
                  <a:cubicBezTo>
                    <a:pt x="305" y="313"/>
                    <a:pt x="305" y="313"/>
                    <a:pt x="305" y="312"/>
                  </a:cubicBezTo>
                  <a:cubicBezTo>
                    <a:pt x="305" y="312"/>
                    <a:pt x="304" y="312"/>
                    <a:pt x="304" y="312"/>
                  </a:cubicBezTo>
                  <a:cubicBezTo>
                    <a:pt x="304" y="311"/>
                    <a:pt x="304" y="311"/>
                    <a:pt x="303" y="311"/>
                  </a:cubicBezTo>
                  <a:cubicBezTo>
                    <a:pt x="303" y="311"/>
                    <a:pt x="302" y="311"/>
                    <a:pt x="302" y="312"/>
                  </a:cubicBezTo>
                  <a:cubicBezTo>
                    <a:pt x="302" y="312"/>
                    <a:pt x="302" y="312"/>
                    <a:pt x="302" y="312"/>
                  </a:cubicBezTo>
                  <a:cubicBezTo>
                    <a:pt x="301" y="312"/>
                    <a:pt x="301" y="313"/>
                    <a:pt x="301" y="313"/>
                  </a:cubicBezTo>
                  <a:cubicBezTo>
                    <a:pt x="300" y="313"/>
                    <a:pt x="300" y="313"/>
                    <a:pt x="300" y="313"/>
                  </a:cubicBezTo>
                  <a:cubicBezTo>
                    <a:pt x="300" y="313"/>
                    <a:pt x="299" y="314"/>
                    <a:pt x="300" y="314"/>
                  </a:cubicBezTo>
                  <a:cubicBezTo>
                    <a:pt x="300" y="314"/>
                    <a:pt x="300" y="314"/>
                    <a:pt x="300" y="314"/>
                  </a:cubicBezTo>
                  <a:cubicBezTo>
                    <a:pt x="301" y="314"/>
                    <a:pt x="301" y="314"/>
                    <a:pt x="301" y="314"/>
                  </a:cubicBezTo>
                  <a:cubicBezTo>
                    <a:pt x="302" y="314"/>
                    <a:pt x="302" y="314"/>
                    <a:pt x="302" y="314"/>
                  </a:cubicBezTo>
                  <a:cubicBezTo>
                    <a:pt x="302" y="314"/>
                    <a:pt x="302" y="315"/>
                    <a:pt x="302" y="315"/>
                  </a:cubicBezTo>
                  <a:cubicBezTo>
                    <a:pt x="302" y="316"/>
                    <a:pt x="302" y="316"/>
                    <a:pt x="302" y="316"/>
                  </a:cubicBezTo>
                  <a:cubicBezTo>
                    <a:pt x="302" y="317"/>
                    <a:pt x="302" y="317"/>
                    <a:pt x="302" y="318"/>
                  </a:cubicBezTo>
                  <a:cubicBezTo>
                    <a:pt x="302" y="319"/>
                    <a:pt x="302" y="319"/>
                    <a:pt x="301" y="319"/>
                  </a:cubicBezTo>
                  <a:cubicBezTo>
                    <a:pt x="301" y="319"/>
                    <a:pt x="301" y="319"/>
                    <a:pt x="301" y="319"/>
                  </a:cubicBezTo>
                  <a:cubicBezTo>
                    <a:pt x="301" y="319"/>
                    <a:pt x="300" y="319"/>
                    <a:pt x="300" y="320"/>
                  </a:cubicBezTo>
                  <a:cubicBezTo>
                    <a:pt x="300" y="320"/>
                    <a:pt x="299" y="320"/>
                    <a:pt x="299" y="319"/>
                  </a:cubicBezTo>
                  <a:cubicBezTo>
                    <a:pt x="299" y="319"/>
                    <a:pt x="299" y="319"/>
                    <a:pt x="299" y="319"/>
                  </a:cubicBezTo>
                  <a:cubicBezTo>
                    <a:pt x="299" y="319"/>
                    <a:pt x="299" y="318"/>
                    <a:pt x="299" y="318"/>
                  </a:cubicBezTo>
                  <a:cubicBezTo>
                    <a:pt x="300" y="318"/>
                    <a:pt x="300" y="318"/>
                    <a:pt x="300" y="318"/>
                  </a:cubicBezTo>
                  <a:cubicBezTo>
                    <a:pt x="301" y="318"/>
                    <a:pt x="301" y="318"/>
                    <a:pt x="301" y="318"/>
                  </a:cubicBezTo>
                  <a:cubicBezTo>
                    <a:pt x="301" y="318"/>
                    <a:pt x="301" y="318"/>
                    <a:pt x="301" y="317"/>
                  </a:cubicBezTo>
                  <a:cubicBezTo>
                    <a:pt x="301" y="317"/>
                    <a:pt x="301" y="316"/>
                    <a:pt x="301" y="316"/>
                  </a:cubicBezTo>
                  <a:cubicBezTo>
                    <a:pt x="301" y="315"/>
                    <a:pt x="301" y="315"/>
                    <a:pt x="300" y="315"/>
                  </a:cubicBezTo>
                  <a:cubicBezTo>
                    <a:pt x="300" y="315"/>
                    <a:pt x="300" y="315"/>
                    <a:pt x="300" y="315"/>
                  </a:cubicBezTo>
                  <a:cubicBezTo>
                    <a:pt x="300" y="316"/>
                    <a:pt x="300" y="316"/>
                    <a:pt x="299" y="316"/>
                  </a:cubicBezTo>
                  <a:cubicBezTo>
                    <a:pt x="299" y="316"/>
                    <a:pt x="299" y="315"/>
                    <a:pt x="299" y="315"/>
                  </a:cubicBezTo>
                  <a:cubicBezTo>
                    <a:pt x="299" y="315"/>
                    <a:pt x="299" y="315"/>
                    <a:pt x="299" y="315"/>
                  </a:cubicBezTo>
                  <a:cubicBezTo>
                    <a:pt x="299" y="315"/>
                    <a:pt x="299" y="314"/>
                    <a:pt x="299" y="314"/>
                  </a:cubicBezTo>
                  <a:cubicBezTo>
                    <a:pt x="299" y="314"/>
                    <a:pt x="299" y="314"/>
                    <a:pt x="299" y="314"/>
                  </a:cubicBezTo>
                  <a:cubicBezTo>
                    <a:pt x="299" y="314"/>
                    <a:pt x="298" y="314"/>
                    <a:pt x="298" y="314"/>
                  </a:cubicBezTo>
                  <a:cubicBezTo>
                    <a:pt x="298" y="313"/>
                    <a:pt x="298" y="313"/>
                    <a:pt x="297" y="313"/>
                  </a:cubicBezTo>
                  <a:cubicBezTo>
                    <a:pt x="297" y="313"/>
                    <a:pt x="297" y="313"/>
                    <a:pt x="297" y="313"/>
                  </a:cubicBezTo>
                  <a:cubicBezTo>
                    <a:pt x="296" y="313"/>
                    <a:pt x="296" y="314"/>
                    <a:pt x="296" y="314"/>
                  </a:cubicBezTo>
                  <a:cubicBezTo>
                    <a:pt x="296" y="314"/>
                    <a:pt x="296" y="315"/>
                    <a:pt x="296" y="315"/>
                  </a:cubicBezTo>
                  <a:cubicBezTo>
                    <a:pt x="295" y="315"/>
                    <a:pt x="295" y="315"/>
                    <a:pt x="296" y="315"/>
                  </a:cubicBezTo>
                  <a:close/>
                  <a:moveTo>
                    <a:pt x="272" y="311"/>
                  </a:moveTo>
                  <a:cubicBezTo>
                    <a:pt x="272" y="311"/>
                    <a:pt x="272" y="312"/>
                    <a:pt x="272" y="312"/>
                  </a:cubicBezTo>
                  <a:cubicBezTo>
                    <a:pt x="273" y="312"/>
                    <a:pt x="273" y="312"/>
                    <a:pt x="273" y="312"/>
                  </a:cubicBezTo>
                  <a:cubicBezTo>
                    <a:pt x="273" y="313"/>
                    <a:pt x="273" y="313"/>
                    <a:pt x="273" y="313"/>
                  </a:cubicBezTo>
                  <a:cubicBezTo>
                    <a:pt x="274" y="314"/>
                    <a:pt x="274" y="314"/>
                    <a:pt x="274" y="314"/>
                  </a:cubicBezTo>
                  <a:cubicBezTo>
                    <a:pt x="275" y="314"/>
                    <a:pt x="275" y="314"/>
                    <a:pt x="275" y="314"/>
                  </a:cubicBezTo>
                  <a:cubicBezTo>
                    <a:pt x="275" y="314"/>
                    <a:pt x="276" y="314"/>
                    <a:pt x="276" y="313"/>
                  </a:cubicBezTo>
                  <a:cubicBezTo>
                    <a:pt x="276" y="313"/>
                    <a:pt x="276" y="313"/>
                    <a:pt x="276" y="312"/>
                  </a:cubicBezTo>
                  <a:cubicBezTo>
                    <a:pt x="275" y="312"/>
                    <a:pt x="275" y="312"/>
                    <a:pt x="275" y="312"/>
                  </a:cubicBezTo>
                  <a:cubicBezTo>
                    <a:pt x="275" y="311"/>
                    <a:pt x="275" y="311"/>
                    <a:pt x="274" y="311"/>
                  </a:cubicBezTo>
                  <a:cubicBezTo>
                    <a:pt x="274" y="310"/>
                    <a:pt x="273" y="310"/>
                    <a:pt x="273" y="310"/>
                  </a:cubicBezTo>
                  <a:cubicBezTo>
                    <a:pt x="273" y="310"/>
                    <a:pt x="273" y="310"/>
                    <a:pt x="273" y="310"/>
                  </a:cubicBezTo>
                  <a:cubicBezTo>
                    <a:pt x="272" y="310"/>
                    <a:pt x="272" y="310"/>
                    <a:pt x="272" y="311"/>
                  </a:cubicBezTo>
                  <a:cubicBezTo>
                    <a:pt x="272" y="311"/>
                    <a:pt x="272" y="311"/>
                    <a:pt x="272" y="311"/>
                  </a:cubicBezTo>
                  <a:close/>
                  <a:moveTo>
                    <a:pt x="276" y="322"/>
                  </a:moveTo>
                  <a:cubicBezTo>
                    <a:pt x="275" y="322"/>
                    <a:pt x="275" y="322"/>
                    <a:pt x="274" y="322"/>
                  </a:cubicBezTo>
                  <a:cubicBezTo>
                    <a:pt x="274" y="321"/>
                    <a:pt x="274" y="322"/>
                    <a:pt x="274" y="322"/>
                  </a:cubicBezTo>
                  <a:cubicBezTo>
                    <a:pt x="274" y="322"/>
                    <a:pt x="273" y="323"/>
                    <a:pt x="273" y="323"/>
                  </a:cubicBezTo>
                  <a:cubicBezTo>
                    <a:pt x="273" y="323"/>
                    <a:pt x="272" y="324"/>
                    <a:pt x="272" y="324"/>
                  </a:cubicBezTo>
                  <a:cubicBezTo>
                    <a:pt x="272" y="324"/>
                    <a:pt x="271" y="324"/>
                    <a:pt x="271" y="325"/>
                  </a:cubicBezTo>
                  <a:cubicBezTo>
                    <a:pt x="271" y="325"/>
                    <a:pt x="271" y="325"/>
                    <a:pt x="271" y="325"/>
                  </a:cubicBezTo>
                  <a:cubicBezTo>
                    <a:pt x="271" y="325"/>
                    <a:pt x="272" y="326"/>
                    <a:pt x="272" y="325"/>
                  </a:cubicBezTo>
                  <a:cubicBezTo>
                    <a:pt x="272" y="325"/>
                    <a:pt x="272" y="325"/>
                    <a:pt x="272" y="325"/>
                  </a:cubicBezTo>
                  <a:cubicBezTo>
                    <a:pt x="272" y="325"/>
                    <a:pt x="273" y="325"/>
                    <a:pt x="274" y="325"/>
                  </a:cubicBezTo>
                  <a:cubicBezTo>
                    <a:pt x="274" y="325"/>
                    <a:pt x="274" y="325"/>
                    <a:pt x="274" y="325"/>
                  </a:cubicBezTo>
                  <a:cubicBezTo>
                    <a:pt x="274" y="324"/>
                    <a:pt x="275" y="324"/>
                    <a:pt x="275" y="323"/>
                  </a:cubicBezTo>
                  <a:cubicBezTo>
                    <a:pt x="275" y="323"/>
                    <a:pt x="275" y="323"/>
                    <a:pt x="276" y="323"/>
                  </a:cubicBezTo>
                  <a:cubicBezTo>
                    <a:pt x="276" y="323"/>
                    <a:pt x="276" y="322"/>
                    <a:pt x="276" y="322"/>
                  </a:cubicBezTo>
                  <a:close/>
                  <a:moveTo>
                    <a:pt x="221" y="310"/>
                  </a:moveTo>
                  <a:cubicBezTo>
                    <a:pt x="221" y="310"/>
                    <a:pt x="221" y="310"/>
                    <a:pt x="221" y="311"/>
                  </a:cubicBezTo>
                  <a:cubicBezTo>
                    <a:pt x="221" y="311"/>
                    <a:pt x="222" y="312"/>
                    <a:pt x="222" y="312"/>
                  </a:cubicBezTo>
                  <a:cubicBezTo>
                    <a:pt x="222" y="312"/>
                    <a:pt x="222" y="313"/>
                    <a:pt x="222" y="313"/>
                  </a:cubicBezTo>
                  <a:cubicBezTo>
                    <a:pt x="222" y="313"/>
                    <a:pt x="222" y="313"/>
                    <a:pt x="222" y="313"/>
                  </a:cubicBezTo>
                  <a:cubicBezTo>
                    <a:pt x="222" y="314"/>
                    <a:pt x="223" y="314"/>
                    <a:pt x="223" y="314"/>
                  </a:cubicBezTo>
                  <a:cubicBezTo>
                    <a:pt x="223" y="314"/>
                    <a:pt x="223" y="314"/>
                    <a:pt x="223" y="314"/>
                  </a:cubicBezTo>
                  <a:cubicBezTo>
                    <a:pt x="223" y="314"/>
                    <a:pt x="223" y="314"/>
                    <a:pt x="223" y="314"/>
                  </a:cubicBezTo>
                  <a:cubicBezTo>
                    <a:pt x="223" y="314"/>
                    <a:pt x="223" y="314"/>
                    <a:pt x="223" y="314"/>
                  </a:cubicBezTo>
                  <a:cubicBezTo>
                    <a:pt x="224" y="314"/>
                    <a:pt x="224" y="314"/>
                    <a:pt x="224" y="314"/>
                  </a:cubicBezTo>
                  <a:cubicBezTo>
                    <a:pt x="224" y="313"/>
                    <a:pt x="224" y="313"/>
                    <a:pt x="225" y="314"/>
                  </a:cubicBezTo>
                  <a:cubicBezTo>
                    <a:pt x="225" y="314"/>
                    <a:pt x="225" y="314"/>
                    <a:pt x="226" y="314"/>
                  </a:cubicBezTo>
                  <a:cubicBezTo>
                    <a:pt x="226" y="314"/>
                    <a:pt x="226" y="315"/>
                    <a:pt x="227" y="315"/>
                  </a:cubicBezTo>
                  <a:cubicBezTo>
                    <a:pt x="227" y="315"/>
                    <a:pt x="227" y="315"/>
                    <a:pt x="227" y="315"/>
                  </a:cubicBezTo>
                  <a:cubicBezTo>
                    <a:pt x="227" y="315"/>
                    <a:pt x="228" y="314"/>
                    <a:pt x="227" y="314"/>
                  </a:cubicBezTo>
                  <a:cubicBezTo>
                    <a:pt x="227" y="314"/>
                    <a:pt x="227" y="314"/>
                    <a:pt x="227" y="314"/>
                  </a:cubicBezTo>
                  <a:cubicBezTo>
                    <a:pt x="227" y="313"/>
                    <a:pt x="227" y="313"/>
                    <a:pt x="228" y="312"/>
                  </a:cubicBezTo>
                  <a:cubicBezTo>
                    <a:pt x="228" y="312"/>
                    <a:pt x="228" y="312"/>
                    <a:pt x="227" y="312"/>
                  </a:cubicBezTo>
                  <a:cubicBezTo>
                    <a:pt x="227" y="312"/>
                    <a:pt x="227" y="312"/>
                    <a:pt x="227" y="312"/>
                  </a:cubicBezTo>
                  <a:cubicBezTo>
                    <a:pt x="227" y="312"/>
                    <a:pt x="227" y="311"/>
                    <a:pt x="226" y="311"/>
                  </a:cubicBezTo>
                  <a:cubicBezTo>
                    <a:pt x="226" y="311"/>
                    <a:pt x="226" y="311"/>
                    <a:pt x="226" y="311"/>
                  </a:cubicBezTo>
                  <a:cubicBezTo>
                    <a:pt x="226" y="311"/>
                    <a:pt x="226" y="311"/>
                    <a:pt x="225" y="310"/>
                  </a:cubicBezTo>
                  <a:cubicBezTo>
                    <a:pt x="225" y="310"/>
                    <a:pt x="225" y="310"/>
                    <a:pt x="225" y="310"/>
                  </a:cubicBezTo>
                  <a:cubicBezTo>
                    <a:pt x="225" y="310"/>
                    <a:pt x="225" y="310"/>
                    <a:pt x="225" y="310"/>
                  </a:cubicBezTo>
                  <a:cubicBezTo>
                    <a:pt x="225" y="310"/>
                    <a:pt x="224" y="310"/>
                    <a:pt x="224" y="310"/>
                  </a:cubicBezTo>
                  <a:cubicBezTo>
                    <a:pt x="224" y="310"/>
                    <a:pt x="224" y="309"/>
                    <a:pt x="223" y="309"/>
                  </a:cubicBezTo>
                  <a:cubicBezTo>
                    <a:pt x="223" y="309"/>
                    <a:pt x="223" y="309"/>
                    <a:pt x="222" y="309"/>
                  </a:cubicBezTo>
                  <a:cubicBezTo>
                    <a:pt x="222" y="309"/>
                    <a:pt x="222" y="309"/>
                    <a:pt x="222" y="309"/>
                  </a:cubicBezTo>
                  <a:cubicBezTo>
                    <a:pt x="222" y="309"/>
                    <a:pt x="222" y="309"/>
                    <a:pt x="221" y="309"/>
                  </a:cubicBezTo>
                  <a:cubicBezTo>
                    <a:pt x="221" y="310"/>
                    <a:pt x="221" y="310"/>
                    <a:pt x="221" y="310"/>
                  </a:cubicBezTo>
                  <a:close/>
                  <a:moveTo>
                    <a:pt x="203" y="317"/>
                  </a:moveTo>
                  <a:cubicBezTo>
                    <a:pt x="203" y="318"/>
                    <a:pt x="203" y="318"/>
                    <a:pt x="203" y="319"/>
                  </a:cubicBezTo>
                  <a:cubicBezTo>
                    <a:pt x="203" y="319"/>
                    <a:pt x="203" y="319"/>
                    <a:pt x="203" y="319"/>
                  </a:cubicBezTo>
                  <a:cubicBezTo>
                    <a:pt x="203" y="319"/>
                    <a:pt x="203" y="320"/>
                    <a:pt x="203" y="320"/>
                  </a:cubicBezTo>
                  <a:cubicBezTo>
                    <a:pt x="204" y="320"/>
                    <a:pt x="204" y="320"/>
                    <a:pt x="204" y="320"/>
                  </a:cubicBezTo>
                  <a:cubicBezTo>
                    <a:pt x="204" y="320"/>
                    <a:pt x="204" y="319"/>
                    <a:pt x="204" y="319"/>
                  </a:cubicBezTo>
                  <a:cubicBezTo>
                    <a:pt x="205" y="319"/>
                    <a:pt x="205" y="319"/>
                    <a:pt x="205" y="318"/>
                  </a:cubicBezTo>
                  <a:cubicBezTo>
                    <a:pt x="204" y="318"/>
                    <a:pt x="204" y="317"/>
                    <a:pt x="204" y="317"/>
                  </a:cubicBezTo>
                  <a:cubicBezTo>
                    <a:pt x="204" y="317"/>
                    <a:pt x="203" y="317"/>
                    <a:pt x="203" y="317"/>
                  </a:cubicBezTo>
                  <a:cubicBezTo>
                    <a:pt x="203" y="317"/>
                    <a:pt x="203" y="317"/>
                    <a:pt x="203" y="317"/>
                  </a:cubicBezTo>
                  <a:close/>
                  <a:moveTo>
                    <a:pt x="124" y="320"/>
                  </a:moveTo>
                  <a:cubicBezTo>
                    <a:pt x="124" y="320"/>
                    <a:pt x="124" y="319"/>
                    <a:pt x="124" y="319"/>
                  </a:cubicBezTo>
                  <a:cubicBezTo>
                    <a:pt x="124" y="318"/>
                    <a:pt x="124" y="318"/>
                    <a:pt x="124" y="318"/>
                  </a:cubicBezTo>
                  <a:cubicBezTo>
                    <a:pt x="124" y="317"/>
                    <a:pt x="124" y="317"/>
                    <a:pt x="124" y="317"/>
                  </a:cubicBezTo>
                  <a:cubicBezTo>
                    <a:pt x="124" y="317"/>
                    <a:pt x="124" y="317"/>
                    <a:pt x="124" y="317"/>
                  </a:cubicBezTo>
                  <a:cubicBezTo>
                    <a:pt x="124" y="317"/>
                    <a:pt x="124" y="316"/>
                    <a:pt x="124" y="316"/>
                  </a:cubicBezTo>
                  <a:cubicBezTo>
                    <a:pt x="123" y="316"/>
                    <a:pt x="123" y="316"/>
                    <a:pt x="123" y="316"/>
                  </a:cubicBezTo>
                  <a:cubicBezTo>
                    <a:pt x="123" y="316"/>
                    <a:pt x="123" y="316"/>
                    <a:pt x="123" y="316"/>
                  </a:cubicBezTo>
                  <a:cubicBezTo>
                    <a:pt x="123" y="315"/>
                    <a:pt x="123" y="315"/>
                    <a:pt x="122" y="315"/>
                  </a:cubicBezTo>
                  <a:cubicBezTo>
                    <a:pt x="122" y="315"/>
                    <a:pt x="122" y="315"/>
                    <a:pt x="122" y="315"/>
                  </a:cubicBezTo>
                  <a:cubicBezTo>
                    <a:pt x="122" y="315"/>
                    <a:pt x="121" y="315"/>
                    <a:pt x="121" y="315"/>
                  </a:cubicBezTo>
                  <a:cubicBezTo>
                    <a:pt x="121" y="315"/>
                    <a:pt x="121" y="315"/>
                    <a:pt x="121" y="315"/>
                  </a:cubicBezTo>
                  <a:cubicBezTo>
                    <a:pt x="121" y="315"/>
                    <a:pt x="120" y="315"/>
                    <a:pt x="120" y="315"/>
                  </a:cubicBezTo>
                  <a:cubicBezTo>
                    <a:pt x="120" y="315"/>
                    <a:pt x="120" y="315"/>
                    <a:pt x="119" y="315"/>
                  </a:cubicBezTo>
                  <a:cubicBezTo>
                    <a:pt x="119" y="315"/>
                    <a:pt x="119" y="315"/>
                    <a:pt x="118" y="315"/>
                  </a:cubicBezTo>
                  <a:cubicBezTo>
                    <a:pt x="118" y="315"/>
                    <a:pt x="118" y="315"/>
                    <a:pt x="118" y="315"/>
                  </a:cubicBezTo>
                  <a:cubicBezTo>
                    <a:pt x="117" y="315"/>
                    <a:pt x="117" y="315"/>
                    <a:pt x="116" y="315"/>
                  </a:cubicBezTo>
                  <a:cubicBezTo>
                    <a:pt x="116" y="315"/>
                    <a:pt x="116" y="315"/>
                    <a:pt x="116" y="315"/>
                  </a:cubicBezTo>
                  <a:cubicBezTo>
                    <a:pt x="116" y="315"/>
                    <a:pt x="115" y="315"/>
                    <a:pt x="115" y="315"/>
                  </a:cubicBezTo>
                  <a:cubicBezTo>
                    <a:pt x="115" y="315"/>
                    <a:pt x="115" y="315"/>
                    <a:pt x="114" y="315"/>
                  </a:cubicBezTo>
                  <a:cubicBezTo>
                    <a:pt x="114" y="315"/>
                    <a:pt x="114" y="315"/>
                    <a:pt x="114" y="315"/>
                  </a:cubicBezTo>
                  <a:cubicBezTo>
                    <a:pt x="114" y="315"/>
                    <a:pt x="113" y="315"/>
                    <a:pt x="113" y="315"/>
                  </a:cubicBezTo>
                  <a:cubicBezTo>
                    <a:pt x="113" y="315"/>
                    <a:pt x="113" y="315"/>
                    <a:pt x="113" y="315"/>
                  </a:cubicBezTo>
                  <a:cubicBezTo>
                    <a:pt x="112" y="315"/>
                    <a:pt x="112" y="316"/>
                    <a:pt x="111" y="316"/>
                  </a:cubicBezTo>
                  <a:cubicBezTo>
                    <a:pt x="111" y="316"/>
                    <a:pt x="111" y="316"/>
                    <a:pt x="111" y="316"/>
                  </a:cubicBezTo>
                  <a:cubicBezTo>
                    <a:pt x="111" y="316"/>
                    <a:pt x="111" y="316"/>
                    <a:pt x="110" y="316"/>
                  </a:cubicBezTo>
                  <a:cubicBezTo>
                    <a:pt x="110" y="316"/>
                    <a:pt x="110" y="316"/>
                    <a:pt x="110" y="316"/>
                  </a:cubicBezTo>
                  <a:cubicBezTo>
                    <a:pt x="110" y="316"/>
                    <a:pt x="109" y="316"/>
                    <a:pt x="109" y="316"/>
                  </a:cubicBezTo>
                  <a:cubicBezTo>
                    <a:pt x="109" y="316"/>
                    <a:pt x="109" y="316"/>
                    <a:pt x="109" y="316"/>
                  </a:cubicBezTo>
                  <a:cubicBezTo>
                    <a:pt x="109" y="316"/>
                    <a:pt x="108" y="317"/>
                    <a:pt x="108" y="317"/>
                  </a:cubicBezTo>
                  <a:cubicBezTo>
                    <a:pt x="108" y="317"/>
                    <a:pt x="108" y="317"/>
                    <a:pt x="108" y="317"/>
                  </a:cubicBezTo>
                  <a:cubicBezTo>
                    <a:pt x="108" y="317"/>
                    <a:pt x="108" y="317"/>
                    <a:pt x="108" y="317"/>
                  </a:cubicBezTo>
                  <a:cubicBezTo>
                    <a:pt x="108" y="317"/>
                    <a:pt x="109" y="317"/>
                    <a:pt x="109" y="317"/>
                  </a:cubicBezTo>
                  <a:cubicBezTo>
                    <a:pt x="109" y="317"/>
                    <a:pt x="109" y="317"/>
                    <a:pt x="110" y="317"/>
                  </a:cubicBezTo>
                  <a:cubicBezTo>
                    <a:pt x="110" y="317"/>
                    <a:pt x="110" y="317"/>
                    <a:pt x="110" y="317"/>
                  </a:cubicBezTo>
                  <a:cubicBezTo>
                    <a:pt x="111" y="317"/>
                    <a:pt x="111" y="317"/>
                    <a:pt x="111" y="317"/>
                  </a:cubicBezTo>
                  <a:cubicBezTo>
                    <a:pt x="111" y="317"/>
                    <a:pt x="112" y="317"/>
                    <a:pt x="112" y="318"/>
                  </a:cubicBezTo>
                  <a:cubicBezTo>
                    <a:pt x="112" y="318"/>
                    <a:pt x="112" y="318"/>
                    <a:pt x="112" y="318"/>
                  </a:cubicBezTo>
                  <a:cubicBezTo>
                    <a:pt x="112" y="318"/>
                    <a:pt x="112" y="318"/>
                    <a:pt x="112" y="318"/>
                  </a:cubicBezTo>
                  <a:cubicBezTo>
                    <a:pt x="112" y="319"/>
                    <a:pt x="112" y="319"/>
                    <a:pt x="112" y="319"/>
                  </a:cubicBezTo>
                  <a:cubicBezTo>
                    <a:pt x="112" y="319"/>
                    <a:pt x="111" y="319"/>
                    <a:pt x="111" y="319"/>
                  </a:cubicBezTo>
                  <a:cubicBezTo>
                    <a:pt x="111" y="319"/>
                    <a:pt x="111" y="319"/>
                    <a:pt x="110" y="319"/>
                  </a:cubicBezTo>
                  <a:cubicBezTo>
                    <a:pt x="110" y="319"/>
                    <a:pt x="110" y="319"/>
                    <a:pt x="110" y="319"/>
                  </a:cubicBezTo>
                  <a:cubicBezTo>
                    <a:pt x="109" y="320"/>
                    <a:pt x="109" y="320"/>
                    <a:pt x="109" y="320"/>
                  </a:cubicBezTo>
                  <a:cubicBezTo>
                    <a:pt x="109" y="320"/>
                    <a:pt x="109" y="320"/>
                    <a:pt x="109" y="320"/>
                  </a:cubicBezTo>
                  <a:cubicBezTo>
                    <a:pt x="110" y="321"/>
                    <a:pt x="110" y="321"/>
                    <a:pt x="110" y="321"/>
                  </a:cubicBezTo>
                  <a:cubicBezTo>
                    <a:pt x="111" y="321"/>
                    <a:pt x="111" y="321"/>
                    <a:pt x="112" y="321"/>
                  </a:cubicBezTo>
                  <a:cubicBezTo>
                    <a:pt x="112" y="321"/>
                    <a:pt x="112" y="321"/>
                    <a:pt x="113" y="321"/>
                  </a:cubicBezTo>
                  <a:cubicBezTo>
                    <a:pt x="113" y="321"/>
                    <a:pt x="113" y="321"/>
                    <a:pt x="113" y="321"/>
                  </a:cubicBezTo>
                  <a:cubicBezTo>
                    <a:pt x="113" y="321"/>
                    <a:pt x="113" y="322"/>
                    <a:pt x="113" y="322"/>
                  </a:cubicBezTo>
                  <a:cubicBezTo>
                    <a:pt x="113" y="322"/>
                    <a:pt x="112" y="322"/>
                    <a:pt x="112" y="322"/>
                  </a:cubicBezTo>
                  <a:cubicBezTo>
                    <a:pt x="112" y="322"/>
                    <a:pt x="112" y="322"/>
                    <a:pt x="111" y="322"/>
                  </a:cubicBezTo>
                  <a:cubicBezTo>
                    <a:pt x="111" y="322"/>
                    <a:pt x="111" y="322"/>
                    <a:pt x="111" y="322"/>
                  </a:cubicBezTo>
                  <a:cubicBezTo>
                    <a:pt x="111" y="322"/>
                    <a:pt x="110" y="322"/>
                    <a:pt x="110" y="322"/>
                  </a:cubicBezTo>
                  <a:cubicBezTo>
                    <a:pt x="110" y="322"/>
                    <a:pt x="110" y="322"/>
                    <a:pt x="110" y="322"/>
                  </a:cubicBezTo>
                  <a:cubicBezTo>
                    <a:pt x="109" y="323"/>
                    <a:pt x="108" y="323"/>
                    <a:pt x="107" y="323"/>
                  </a:cubicBezTo>
                  <a:cubicBezTo>
                    <a:pt x="107" y="323"/>
                    <a:pt x="107" y="323"/>
                    <a:pt x="107" y="323"/>
                  </a:cubicBezTo>
                  <a:cubicBezTo>
                    <a:pt x="107" y="322"/>
                    <a:pt x="106" y="322"/>
                    <a:pt x="106" y="322"/>
                  </a:cubicBezTo>
                  <a:cubicBezTo>
                    <a:pt x="106" y="322"/>
                    <a:pt x="106" y="321"/>
                    <a:pt x="106" y="321"/>
                  </a:cubicBezTo>
                  <a:cubicBezTo>
                    <a:pt x="106" y="321"/>
                    <a:pt x="106" y="321"/>
                    <a:pt x="106" y="321"/>
                  </a:cubicBezTo>
                  <a:cubicBezTo>
                    <a:pt x="105" y="320"/>
                    <a:pt x="105" y="320"/>
                    <a:pt x="105" y="320"/>
                  </a:cubicBezTo>
                  <a:cubicBezTo>
                    <a:pt x="105" y="320"/>
                    <a:pt x="105" y="319"/>
                    <a:pt x="104" y="320"/>
                  </a:cubicBezTo>
                  <a:cubicBezTo>
                    <a:pt x="104" y="320"/>
                    <a:pt x="103" y="320"/>
                    <a:pt x="103" y="321"/>
                  </a:cubicBezTo>
                  <a:cubicBezTo>
                    <a:pt x="103" y="321"/>
                    <a:pt x="103" y="321"/>
                    <a:pt x="103" y="321"/>
                  </a:cubicBezTo>
                  <a:cubicBezTo>
                    <a:pt x="103" y="321"/>
                    <a:pt x="103" y="321"/>
                    <a:pt x="103" y="322"/>
                  </a:cubicBezTo>
                  <a:cubicBezTo>
                    <a:pt x="103" y="322"/>
                    <a:pt x="103" y="322"/>
                    <a:pt x="103" y="322"/>
                  </a:cubicBezTo>
                  <a:cubicBezTo>
                    <a:pt x="103" y="322"/>
                    <a:pt x="104" y="322"/>
                    <a:pt x="104" y="322"/>
                  </a:cubicBezTo>
                  <a:cubicBezTo>
                    <a:pt x="104" y="323"/>
                    <a:pt x="104" y="323"/>
                    <a:pt x="104" y="323"/>
                  </a:cubicBezTo>
                  <a:cubicBezTo>
                    <a:pt x="104" y="323"/>
                    <a:pt x="104" y="324"/>
                    <a:pt x="104" y="324"/>
                  </a:cubicBezTo>
                  <a:cubicBezTo>
                    <a:pt x="104" y="324"/>
                    <a:pt x="104" y="324"/>
                    <a:pt x="104" y="324"/>
                  </a:cubicBezTo>
                  <a:cubicBezTo>
                    <a:pt x="104" y="325"/>
                    <a:pt x="104" y="326"/>
                    <a:pt x="104" y="326"/>
                  </a:cubicBezTo>
                  <a:cubicBezTo>
                    <a:pt x="105" y="327"/>
                    <a:pt x="105" y="329"/>
                    <a:pt x="105" y="330"/>
                  </a:cubicBezTo>
                  <a:cubicBezTo>
                    <a:pt x="105" y="330"/>
                    <a:pt x="105" y="331"/>
                    <a:pt x="105" y="331"/>
                  </a:cubicBezTo>
                  <a:cubicBezTo>
                    <a:pt x="105" y="332"/>
                    <a:pt x="105" y="333"/>
                    <a:pt x="105" y="333"/>
                  </a:cubicBezTo>
                  <a:cubicBezTo>
                    <a:pt x="105" y="334"/>
                    <a:pt x="104" y="335"/>
                    <a:pt x="104" y="335"/>
                  </a:cubicBezTo>
                  <a:cubicBezTo>
                    <a:pt x="104" y="336"/>
                    <a:pt x="104" y="336"/>
                    <a:pt x="105" y="337"/>
                  </a:cubicBezTo>
                  <a:cubicBezTo>
                    <a:pt x="105" y="337"/>
                    <a:pt x="106" y="337"/>
                    <a:pt x="107" y="337"/>
                  </a:cubicBezTo>
                  <a:cubicBezTo>
                    <a:pt x="107" y="337"/>
                    <a:pt x="107" y="337"/>
                    <a:pt x="107" y="337"/>
                  </a:cubicBezTo>
                  <a:cubicBezTo>
                    <a:pt x="108" y="337"/>
                    <a:pt x="108" y="337"/>
                    <a:pt x="108" y="337"/>
                  </a:cubicBezTo>
                  <a:cubicBezTo>
                    <a:pt x="109" y="337"/>
                    <a:pt x="109" y="337"/>
                    <a:pt x="110" y="338"/>
                  </a:cubicBezTo>
                  <a:cubicBezTo>
                    <a:pt x="110" y="338"/>
                    <a:pt x="111" y="338"/>
                    <a:pt x="111" y="338"/>
                  </a:cubicBezTo>
                  <a:cubicBezTo>
                    <a:pt x="112" y="337"/>
                    <a:pt x="112" y="337"/>
                    <a:pt x="113" y="337"/>
                  </a:cubicBezTo>
                  <a:cubicBezTo>
                    <a:pt x="114" y="337"/>
                    <a:pt x="114" y="337"/>
                    <a:pt x="115" y="337"/>
                  </a:cubicBezTo>
                  <a:cubicBezTo>
                    <a:pt x="115" y="337"/>
                    <a:pt x="116" y="337"/>
                    <a:pt x="116" y="337"/>
                  </a:cubicBezTo>
                  <a:cubicBezTo>
                    <a:pt x="116" y="337"/>
                    <a:pt x="117" y="337"/>
                    <a:pt x="117" y="337"/>
                  </a:cubicBezTo>
                  <a:cubicBezTo>
                    <a:pt x="117" y="337"/>
                    <a:pt x="117" y="337"/>
                    <a:pt x="117" y="337"/>
                  </a:cubicBezTo>
                  <a:cubicBezTo>
                    <a:pt x="118" y="337"/>
                    <a:pt x="118" y="337"/>
                    <a:pt x="118" y="337"/>
                  </a:cubicBezTo>
                  <a:cubicBezTo>
                    <a:pt x="118" y="337"/>
                    <a:pt x="119" y="337"/>
                    <a:pt x="119" y="337"/>
                  </a:cubicBezTo>
                  <a:cubicBezTo>
                    <a:pt x="119" y="337"/>
                    <a:pt x="119" y="337"/>
                    <a:pt x="119" y="336"/>
                  </a:cubicBezTo>
                  <a:cubicBezTo>
                    <a:pt x="119" y="336"/>
                    <a:pt x="119" y="336"/>
                    <a:pt x="119" y="336"/>
                  </a:cubicBezTo>
                  <a:cubicBezTo>
                    <a:pt x="120" y="335"/>
                    <a:pt x="119" y="335"/>
                    <a:pt x="119" y="335"/>
                  </a:cubicBezTo>
                  <a:cubicBezTo>
                    <a:pt x="119" y="335"/>
                    <a:pt x="119" y="335"/>
                    <a:pt x="119" y="335"/>
                  </a:cubicBezTo>
                  <a:cubicBezTo>
                    <a:pt x="119" y="335"/>
                    <a:pt x="118" y="335"/>
                    <a:pt x="118" y="335"/>
                  </a:cubicBezTo>
                  <a:cubicBezTo>
                    <a:pt x="118" y="335"/>
                    <a:pt x="118" y="335"/>
                    <a:pt x="118" y="334"/>
                  </a:cubicBezTo>
                  <a:cubicBezTo>
                    <a:pt x="118" y="334"/>
                    <a:pt x="118" y="334"/>
                    <a:pt x="118" y="334"/>
                  </a:cubicBezTo>
                  <a:cubicBezTo>
                    <a:pt x="118" y="334"/>
                    <a:pt x="119" y="333"/>
                    <a:pt x="119" y="332"/>
                  </a:cubicBezTo>
                  <a:cubicBezTo>
                    <a:pt x="119" y="332"/>
                    <a:pt x="119" y="332"/>
                    <a:pt x="119" y="332"/>
                  </a:cubicBezTo>
                  <a:cubicBezTo>
                    <a:pt x="119" y="332"/>
                    <a:pt x="119" y="332"/>
                    <a:pt x="119" y="332"/>
                  </a:cubicBezTo>
                  <a:cubicBezTo>
                    <a:pt x="119" y="332"/>
                    <a:pt x="120" y="332"/>
                    <a:pt x="120" y="332"/>
                  </a:cubicBezTo>
                  <a:cubicBezTo>
                    <a:pt x="120" y="332"/>
                    <a:pt x="120" y="332"/>
                    <a:pt x="120" y="331"/>
                  </a:cubicBezTo>
                  <a:cubicBezTo>
                    <a:pt x="120" y="331"/>
                    <a:pt x="120" y="331"/>
                    <a:pt x="121" y="331"/>
                  </a:cubicBezTo>
                  <a:cubicBezTo>
                    <a:pt x="121" y="331"/>
                    <a:pt x="121" y="331"/>
                    <a:pt x="121" y="332"/>
                  </a:cubicBezTo>
                  <a:cubicBezTo>
                    <a:pt x="121" y="332"/>
                    <a:pt x="122" y="332"/>
                    <a:pt x="122" y="332"/>
                  </a:cubicBezTo>
                  <a:cubicBezTo>
                    <a:pt x="122" y="332"/>
                    <a:pt x="122" y="332"/>
                    <a:pt x="122" y="333"/>
                  </a:cubicBezTo>
                  <a:cubicBezTo>
                    <a:pt x="122" y="333"/>
                    <a:pt x="122" y="334"/>
                    <a:pt x="122" y="334"/>
                  </a:cubicBezTo>
                  <a:cubicBezTo>
                    <a:pt x="122" y="335"/>
                    <a:pt x="122" y="336"/>
                    <a:pt x="122" y="337"/>
                  </a:cubicBezTo>
                  <a:cubicBezTo>
                    <a:pt x="122" y="337"/>
                    <a:pt x="122" y="338"/>
                    <a:pt x="122" y="338"/>
                  </a:cubicBezTo>
                  <a:cubicBezTo>
                    <a:pt x="122" y="339"/>
                    <a:pt x="122" y="339"/>
                    <a:pt x="121" y="340"/>
                  </a:cubicBezTo>
                  <a:cubicBezTo>
                    <a:pt x="121" y="340"/>
                    <a:pt x="121" y="340"/>
                    <a:pt x="120" y="340"/>
                  </a:cubicBezTo>
                  <a:cubicBezTo>
                    <a:pt x="120" y="339"/>
                    <a:pt x="120" y="339"/>
                    <a:pt x="119" y="339"/>
                  </a:cubicBezTo>
                  <a:cubicBezTo>
                    <a:pt x="119" y="339"/>
                    <a:pt x="119" y="339"/>
                    <a:pt x="119" y="339"/>
                  </a:cubicBezTo>
                  <a:cubicBezTo>
                    <a:pt x="118" y="339"/>
                    <a:pt x="118" y="338"/>
                    <a:pt x="118" y="338"/>
                  </a:cubicBezTo>
                  <a:cubicBezTo>
                    <a:pt x="117" y="338"/>
                    <a:pt x="117" y="338"/>
                    <a:pt x="117" y="338"/>
                  </a:cubicBezTo>
                  <a:cubicBezTo>
                    <a:pt x="117" y="338"/>
                    <a:pt x="117" y="338"/>
                    <a:pt x="117" y="338"/>
                  </a:cubicBezTo>
                  <a:cubicBezTo>
                    <a:pt x="116" y="338"/>
                    <a:pt x="116" y="338"/>
                    <a:pt x="116" y="339"/>
                  </a:cubicBezTo>
                  <a:cubicBezTo>
                    <a:pt x="117" y="339"/>
                    <a:pt x="117" y="339"/>
                    <a:pt x="117" y="339"/>
                  </a:cubicBezTo>
                  <a:cubicBezTo>
                    <a:pt x="117" y="340"/>
                    <a:pt x="117" y="340"/>
                    <a:pt x="117" y="340"/>
                  </a:cubicBezTo>
                  <a:cubicBezTo>
                    <a:pt x="117" y="340"/>
                    <a:pt x="117" y="340"/>
                    <a:pt x="117" y="340"/>
                  </a:cubicBezTo>
                  <a:cubicBezTo>
                    <a:pt x="118" y="340"/>
                    <a:pt x="118" y="340"/>
                    <a:pt x="118" y="340"/>
                  </a:cubicBezTo>
                  <a:cubicBezTo>
                    <a:pt x="118" y="340"/>
                    <a:pt x="119" y="340"/>
                    <a:pt x="119" y="341"/>
                  </a:cubicBezTo>
                  <a:cubicBezTo>
                    <a:pt x="119" y="341"/>
                    <a:pt x="120" y="341"/>
                    <a:pt x="121" y="341"/>
                  </a:cubicBezTo>
                  <a:cubicBezTo>
                    <a:pt x="121" y="341"/>
                    <a:pt x="121" y="341"/>
                    <a:pt x="121" y="341"/>
                  </a:cubicBezTo>
                  <a:cubicBezTo>
                    <a:pt x="121" y="341"/>
                    <a:pt x="122" y="341"/>
                    <a:pt x="122" y="340"/>
                  </a:cubicBezTo>
                  <a:cubicBezTo>
                    <a:pt x="122" y="340"/>
                    <a:pt x="123" y="340"/>
                    <a:pt x="123" y="340"/>
                  </a:cubicBezTo>
                  <a:cubicBezTo>
                    <a:pt x="123" y="339"/>
                    <a:pt x="123" y="339"/>
                    <a:pt x="123" y="338"/>
                  </a:cubicBezTo>
                  <a:cubicBezTo>
                    <a:pt x="123" y="338"/>
                    <a:pt x="123" y="338"/>
                    <a:pt x="124" y="337"/>
                  </a:cubicBezTo>
                  <a:cubicBezTo>
                    <a:pt x="124" y="337"/>
                    <a:pt x="124" y="337"/>
                    <a:pt x="124" y="337"/>
                  </a:cubicBezTo>
                  <a:cubicBezTo>
                    <a:pt x="124" y="337"/>
                    <a:pt x="124" y="336"/>
                    <a:pt x="123" y="336"/>
                  </a:cubicBezTo>
                  <a:cubicBezTo>
                    <a:pt x="123" y="335"/>
                    <a:pt x="123" y="334"/>
                    <a:pt x="123" y="333"/>
                  </a:cubicBezTo>
                  <a:cubicBezTo>
                    <a:pt x="123" y="333"/>
                    <a:pt x="123" y="333"/>
                    <a:pt x="124" y="333"/>
                  </a:cubicBezTo>
                  <a:cubicBezTo>
                    <a:pt x="124" y="332"/>
                    <a:pt x="124" y="332"/>
                    <a:pt x="124" y="331"/>
                  </a:cubicBezTo>
                  <a:cubicBezTo>
                    <a:pt x="124" y="331"/>
                    <a:pt x="124" y="330"/>
                    <a:pt x="124" y="329"/>
                  </a:cubicBezTo>
                  <a:cubicBezTo>
                    <a:pt x="124" y="329"/>
                    <a:pt x="124" y="329"/>
                    <a:pt x="124" y="328"/>
                  </a:cubicBezTo>
                  <a:cubicBezTo>
                    <a:pt x="124" y="328"/>
                    <a:pt x="124" y="328"/>
                    <a:pt x="124" y="327"/>
                  </a:cubicBezTo>
                  <a:cubicBezTo>
                    <a:pt x="124" y="326"/>
                    <a:pt x="124" y="325"/>
                    <a:pt x="124" y="324"/>
                  </a:cubicBezTo>
                  <a:cubicBezTo>
                    <a:pt x="124" y="323"/>
                    <a:pt x="124" y="323"/>
                    <a:pt x="124" y="323"/>
                  </a:cubicBezTo>
                  <a:cubicBezTo>
                    <a:pt x="124" y="323"/>
                    <a:pt x="124" y="322"/>
                    <a:pt x="124" y="322"/>
                  </a:cubicBezTo>
                  <a:cubicBezTo>
                    <a:pt x="124" y="321"/>
                    <a:pt x="124" y="321"/>
                    <a:pt x="124" y="320"/>
                  </a:cubicBezTo>
                  <a:close/>
                  <a:moveTo>
                    <a:pt x="156" y="326"/>
                  </a:moveTo>
                  <a:cubicBezTo>
                    <a:pt x="156" y="325"/>
                    <a:pt x="156" y="325"/>
                    <a:pt x="155" y="325"/>
                  </a:cubicBezTo>
                  <a:cubicBezTo>
                    <a:pt x="155" y="325"/>
                    <a:pt x="154" y="325"/>
                    <a:pt x="154" y="325"/>
                  </a:cubicBezTo>
                  <a:cubicBezTo>
                    <a:pt x="153" y="325"/>
                    <a:pt x="152" y="325"/>
                    <a:pt x="152" y="325"/>
                  </a:cubicBezTo>
                  <a:cubicBezTo>
                    <a:pt x="152" y="325"/>
                    <a:pt x="151" y="325"/>
                    <a:pt x="151" y="325"/>
                  </a:cubicBezTo>
                  <a:cubicBezTo>
                    <a:pt x="151" y="325"/>
                    <a:pt x="151" y="325"/>
                    <a:pt x="151" y="325"/>
                  </a:cubicBezTo>
                  <a:cubicBezTo>
                    <a:pt x="151" y="324"/>
                    <a:pt x="151" y="324"/>
                    <a:pt x="151" y="324"/>
                  </a:cubicBezTo>
                  <a:cubicBezTo>
                    <a:pt x="151" y="323"/>
                    <a:pt x="151" y="323"/>
                    <a:pt x="151" y="323"/>
                  </a:cubicBezTo>
                  <a:cubicBezTo>
                    <a:pt x="151" y="323"/>
                    <a:pt x="152" y="323"/>
                    <a:pt x="152" y="323"/>
                  </a:cubicBezTo>
                  <a:cubicBezTo>
                    <a:pt x="152" y="323"/>
                    <a:pt x="152" y="323"/>
                    <a:pt x="152" y="323"/>
                  </a:cubicBezTo>
                  <a:cubicBezTo>
                    <a:pt x="153" y="323"/>
                    <a:pt x="153" y="323"/>
                    <a:pt x="153" y="323"/>
                  </a:cubicBezTo>
                  <a:cubicBezTo>
                    <a:pt x="153" y="323"/>
                    <a:pt x="154" y="323"/>
                    <a:pt x="154" y="323"/>
                  </a:cubicBezTo>
                  <a:cubicBezTo>
                    <a:pt x="154" y="323"/>
                    <a:pt x="154" y="323"/>
                    <a:pt x="155" y="323"/>
                  </a:cubicBezTo>
                  <a:cubicBezTo>
                    <a:pt x="155" y="323"/>
                    <a:pt x="155" y="322"/>
                    <a:pt x="155" y="322"/>
                  </a:cubicBezTo>
                  <a:cubicBezTo>
                    <a:pt x="155" y="322"/>
                    <a:pt x="155" y="322"/>
                    <a:pt x="155" y="321"/>
                  </a:cubicBezTo>
                  <a:cubicBezTo>
                    <a:pt x="155" y="321"/>
                    <a:pt x="155" y="321"/>
                    <a:pt x="154" y="321"/>
                  </a:cubicBezTo>
                  <a:cubicBezTo>
                    <a:pt x="154" y="321"/>
                    <a:pt x="154" y="321"/>
                    <a:pt x="153" y="321"/>
                  </a:cubicBezTo>
                  <a:cubicBezTo>
                    <a:pt x="153" y="321"/>
                    <a:pt x="153" y="321"/>
                    <a:pt x="153" y="321"/>
                  </a:cubicBezTo>
                  <a:cubicBezTo>
                    <a:pt x="153" y="321"/>
                    <a:pt x="152" y="321"/>
                    <a:pt x="152" y="321"/>
                  </a:cubicBezTo>
                  <a:cubicBezTo>
                    <a:pt x="152" y="321"/>
                    <a:pt x="151" y="321"/>
                    <a:pt x="151" y="320"/>
                  </a:cubicBezTo>
                  <a:cubicBezTo>
                    <a:pt x="151" y="320"/>
                    <a:pt x="151" y="320"/>
                    <a:pt x="151" y="319"/>
                  </a:cubicBezTo>
                  <a:cubicBezTo>
                    <a:pt x="152" y="319"/>
                    <a:pt x="152" y="318"/>
                    <a:pt x="152" y="318"/>
                  </a:cubicBezTo>
                  <a:cubicBezTo>
                    <a:pt x="152" y="317"/>
                    <a:pt x="151" y="317"/>
                    <a:pt x="151" y="317"/>
                  </a:cubicBezTo>
                  <a:cubicBezTo>
                    <a:pt x="152" y="316"/>
                    <a:pt x="152" y="316"/>
                    <a:pt x="152" y="315"/>
                  </a:cubicBezTo>
                  <a:cubicBezTo>
                    <a:pt x="152" y="315"/>
                    <a:pt x="152" y="314"/>
                    <a:pt x="151" y="314"/>
                  </a:cubicBezTo>
                  <a:cubicBezTo>
                    <a:pt x="151" y="314"/>
                    <a:pt x="151" y="314"/>
                    <a:pt x="151" y="314"/>
                  </a:cubicBezTo>
                  <a:cubicBezTo>
                    <a:pt x="151" y="314"/>
                    <a:pt x="150" y="313"/>
                    <a:pt x="150" y="314"/>
                  </a:cubicBezTo>
                  <a:cubicBezTo>
                    <a:pt x="150" y="314"/>
                    <a:pt x="150" y="314"/>
                    <a:pt x="150" y="314"/>
                  </a:cubicBezTo>
                  <a:cubicBezTo>
                    <a:pt x="149" y="314"/>
                    <a:pt x="149" y="315"/>
                    <a:pt x="149" y="315"/>
                  </a:cubicBezTo>
                  <a:cubicBezTo>
                    <a:pt x="149" y="316"/>
                    <a:pt x="149" y="316"/>
                    <a:pt x="150" y="317"/>
                  </a:cubicBezTo>
                  <a:cubicBezTo>
                    <a:pt x="150" y="317"/>
                    <a:pt x="150" y="317"/>
                    <a:pt x="150" y="317"/>
                  </a:cubicBezTo>
                  <a:cubicBezTo>
                    <a:pt x="150" y="317"/>
                    <a:pt x="150" y="317"/>
                    <a:pt x="150" y="317"/>
                  </a:cubicBezTo>
                  <a:cubicBezTo>
                    <a:pt x="149" y="317"/>
                    <a:pt x="149" y="318"/>
                    <a:pt x="149" y="318"/>
                  </a:cubicBezTo>
                  <a:cubicBezTo>
                    <a:pt x="149" y="318"/>
                    <a:pt x="149" y="319"/>
                    <a:pt x="149" y="319"/>
                  </a:cubicBezTo>
                  <a:cubicBezTo>
                    <a:pt x="149" y="319"/>
                    <a:pt x="149" y="319"/>
                    <a:pt x="149" y="320"/>
                  </a:cubicBezTo>
                  <a:cubicBezTo>
                    <a:pt x="149" y="320"/>
                    <a:pt x="149" y="320"/>
                    <a:pt x="149" y="321"/>
                  </a:cubicBezTo>
                  <a:cubicBezTo>
                    <a:pt x="149" y="321"/>
                    <a:pt x="149" y="321"/>
                    <a:pt x="148" y="321"/>
                  </a:cubicBezTo>
                  <a:cubicBezTo>
                    <a:pt x="148" y="321"/>
                    <a:pt x="148" y="321"/>
                    <a:pt x="147" y="321"/>
                  </a:cubicBezTo>
                  <a:cubicBezTo>
                    <a:pt x="147" y="321"/>
                    <a:pt x="147" y="321"/>
                    <a:pt x="147" y="321"/>
                  </a:cubicBezTo>
                  <a:cubicBezTo>
                    <a:pt x="147" y="321"/>
                    <a:pt x="146" y="321"/>
                    <a:pt x="146" y="321"/>
                  </a:cubicBezTo>
                  <a:cubicBezTo>
                    <a:pt x="145" y="321"/>
                    <a:pt x="145" y="321"/>
                    <a:pt x="145" y="322"/>
                  </a:cubicBezTo>
                  <a:cubicBezTo>
                    <a:pt x="144" y="322"/>
                    <a:pt x="144" y="322"/>
                    <a:pt x="144" y="323"/>
                  </a:cubicBezTo>
                  <a:cubicBezTo>
                    <a:pt x="144" y="323"/>
                    <a:pt x="144" y="323"/>
                    <a:pt x="144" y="323"/>
                  </a:cubicBezTo>
                  <a:cubicBezTo>
                    <a:pt x="144" y="324"/>
                    <a:pt x="144" y="324"/>
                    <a:pt x="145" y="324"/>
                  </a:cubicBezTo>
                  <a:cubicBezTo>
                    <a:pt x="145" y="324"/>
                    <a:pt x="145" y="324"/>
                    <a:pt x="145" y="324"/>
                  </a:cubicBezTo>
                  <a:cubicBezTo>
                    <a:pt x="146" y="324"/>
                    <a:pt x="146" y="324"/>
                    <a:pt x="146" y="324"/>
                  </a:cubicBezTo>
                  <a:cubicBezTo>
                    <a:pt x="146" y="323"/>
                    <a:pt x="147" y="323"/>
                    <a:pt x="148" y="324"/>
                  </a:cubicBezTo>
                  <a:cubicBezTo>
                    <a:pt x="148" y="324"/>
                    <a:pt x="148" y="324"/>
                    <a:pt x="148" y="325"/>
                  </a:cubicBezTo>
                  <a:cubicBezTo>
                    <a:pt x="148" y="325"/>
                    <a:pt x="148" y="326"/>
                    <a:pt x="148" y="326"/>
                  </a:cubicBezTo>
                  <a:cubicBezTo>
                    <a:pt x="147" y="326"/>
                    <a:pt x="147" y="326"/>
                    <a:pt x="147" y="326"/>
                  </a:cubicBezTo>
                  <a:cubicBezTo>
                    <a:pt x="147" y="326"/>
                    <a:pt x="147" y="326"/>
                    <a:pt x="146" y="326"/>
                  </a:cubicBezTo>
                  <a:cubicBezTo>
                    <a:pt x="146" y="326"/>
                    <a:pt x="145" y="326"/>
                    <a:pt x="144" y="326"/>
                  </a:cubicBezTo>
                  <a:cubicBezTo>
                    <a:pt x="144" y="326"/>
                    <a:pt x="144" y="326"/>
                    <a:pt x="144" y="326"/>
                  </a:cubicBezTo>
                  <a:cubicBezTo>
                    <a:pt x="144" y="326"/>
                    <a:pt x="144" y="326"/>
                    <a:pt x="144" y="327"/>
                  </a:cubicBezTo>
                  <a:cubicBezTo>
                    <a:pt x="144" y="327"/>
                    <a:pt x="144" y="327"/>
                    <a:pt x="144" y="327"/>
                  </a:cubicBezTo>
                  <a:cubicBezTo>
                    <a:pt x="144" y="327"/>
                    <a:pt x="144" y="327"/>
                    <a:pt x="144" y="327"/>
                  </a:cubicBezTo>
                  <a:cubicBezTo>
                    <a:pt x="144" y="328"/>
                    <a:pt x="144" y="328"/>
                    <a:pt x="144" y="328"/>
                  </a:cubicBezTo>
                  <a:cubicBezTo>
                    <a:pt x="143" y="328"/>
                    <a:pt x="143" y="328"/>
                    <a:pt x="143" y="329"/>
                  </a:cubicBezTo>
                  <a:cubicBezTo>
                    <a:pt x="143" y="329"/>
                    <a:pt x="143" y="329"/>
                    <a:pt x="143" y="329"/>
                  </a:cubicBezTo>
                  <a:cubicBezTo>
                    <a:pt x="143" y="329"/>
                    <a:pt x="142" y="329"/>
                    <a:pt x="142" y="329"/>
                  </a:cubicBezTo>
                  <a:cubicBezTo>
                    <a:pt x="142" y="330"/>
                    <a:pt x="142" y="330"/>
                    <a:pt x="142" y="330"/>
                  </a:cubicBezTo>
                  <a:cubicBezTo>
                    <a:pt x="142" y="330"/>
                    <a:pt x="142" y="330"/>
                    <a:pt x="141" y="330"/>
                  </a:cubicBezTo>
                  <a:cubicBezTo>
                    <a:pt x="141" y="330"/>
                    <a:pt x="141" y="330"/>
                    <a:pt x="141" y="329"/>
                  </a:cubicBezTo>
                  <a:cubicBezTo>
                    <a:pt x="141" y="329"/>
                    <a:pt x="141" y="329"/>
                    <a:pt x="141" y="329"/>
                  </a:cubicBezTo>
                  <a:cubicBezTo>
                    <a:pt x="141" y="328"/>
                    <a:pt x="141" y="328"/>
                    <a:pt x="141" y="328"/>
                  </a:cubicBezTo>
                  <a:cubicBezTo>
                    <a:pt x="142" y="328"/>
                    <a:pt x="142" y="327"/>
                    <a:pt x="143" y="326"/>
                  </a:cubicBezTo>
                  <a:cubicBezTo>
                    <a:pt x="143" y="326"/>
                    <a:pt x="143" y="325"/>
                    <a:pt x="143" y="325"/>
                  </a:cubicBezTo>
                  <a:cubicBezTo>
                    <a:pt x="143" y="325"/>
                    <a:pt x="142" y="325"/>
                    <a:pt x="142" y="325"/>
                  </a:cubicBezTo>
                  <a:cubicBezTo>
                    <a:pt x="142" y="324"/>
                    <a:pt x="142" y="324"/>
                    <a:pt x="141" y="324"/>
                  </a:cubicBezTo>
                  <a:cubicBezTo>
                    <a:pt x="141" y="323"/>
                    <a:pt x="141" y="323"/>
                    <a:pt x="141" y="323"/>
                  </a:cubicBezTo>
                  <a:cubicBezTo>
                    <a:pt x="141" y="323"/>
                    <a:pt x="141" y="323"/>
                    <a:pt x="141" y="322"/>
                  </a:cubicBezTo>
                  <a:cubicBezTo>
                    <a:pt x="141" y="322"/>
                    <a:pt x="141" y="322"/>
                    <a:pt x="141" y="322"/>
                  </a:cubicBezTo>
                  <a:cubicBezTo>
                    <a:pt x="141" y="322"/>
                    <a:pt x="142" y="322"/>
                    <a:pt x="142" y="321"/>
                  </a:cubicBezTo>
                  <a:cubicBezTo>
                    <a:pt x="142" y="321"/>
                    <a:pt x="142" y="321"/>
                    <a:pt x="142" y="320"/>
                  </a:cubicBezTo>
                  <a:cubicBezTo>
                    <a:pt x="142" y="320"/>
                    <a:pt x="143" y="320"/>
                    <a:pt x="143" y="320"/>
                  </a:cubicBezTo>
                  <a:cubicBezTo>
                    <a:pt x="143" y="319"/>
                    <a:pt x="143" y="319"/>
                    <a:pt x="143" y="319"/>
                  </a:cubicBezTo>
                  <a:cubicBezTo>
                    <a:pt x="144" y="319"/>
                    <a:pt x="144" y="319"/>
                    <a:pt x="144" y="319"/>
                  </a:cubicBezTo>
                  <a:cubicBezTo>
                    <a:pt x="144" y="318"/>
                    <a:pt x="144" y="318"/>
                    <a:pt x="144" y="318"/>
                  </a:cubicBezTo>
                  <a:cubicBezTo>
                    <a:pt x="145" y="318"/>
                    <a:pt x="145" y="318"/>
                    <a:pt x="145" y="318"/>
                  </a:cubicBezTo>
                  <a:cubicBezTo>
                    <a:pt x="145" y="317"/>
                    <a:pt x="145" y="317"/>
                    <a:pt x="145" y="317"/>
                  </a:cubicBezTo>
                  <a:cubicBezTo>
                    <a:pt x="145" y="316"/>
                    <a:pt x="145" y="316"/>
                    <a:pt x="144" y="315"/>
                  </a:cubicBezTo>
                  <a:cubicBezTo>
                    <a:pt x="144" y="315"/>
                    <a:pt x="144" y="315"/>
                    <a:pt x="144" y="315"/>
                  </a:cubicBezTo>
                  <a:cubicBezTo>
                    <a:pt x="143" y="315"/>
                    <a:pt x="143" y="315"/>
                    <a:pt x="143" y="315"/>
                  </a:cubicBezTo>
                  <a:cubicBezTo>
                    <a:pt x="143" y="315"/>
                    <a:pt x="143" y="315"/>
                    <a:pt x="143" y="315"/>
                  </a:cubicBezTo>
                  <a:cubicBezTo>
                    <a:pt x="142" y="315"/>
                    <a:pt x="142" y="315"/>
                    <a:pt x="142" y="315"/>
                  </a:cubicBezTo>
                  <a:cubicBezTo>
                    <a:pt x="142" y="316"/>
                    <a:pt x="142" y="316"/>
                    <a:pt x="142" y="316"/>
                  </a:cubicBezTo>
                  <a:cubicBezTo>
                    <a:pt x="141" y="316"/>
                    <a:pt x="141" y="316"/>
                    <a:pt x="141" y="317"/>
                  </a:cubicBezTo>
                  <a:cubicBezTo>
                    <a:pt x="141" y="317"/>
                    <a:pt x="140" y="317"/>
                    <a:pt x="140" y="318"/>
                  </a:cubicBezTo>
                  <a:cubicBezTo>
                    <a:pt x="139" y="318"/>
                    <a:pt x="139" y="319"/>
                    <a:pt x="138" y="319"/>
                  </a:cubicBezTo>
                  <a:cubicBezTo>
                    <a:pt x="138" y="319"/>
                    <a:pt x="138" y="319"/>
                    <a:pt x="138" y="320"/>
                  </a:cubicBezTo>
                  <a:cubicBezTo>
                    <a:pt x="138" y="320"/>
                    <a:pt x="138" y="320"/>
                    <a:pt x="138" y="320"/>
                  </a:cubicBezTo>
                  <a:cubicBezTo>
                    <a:pt x="137" y="321"/>
                    <a:pt x="137" y="321"/>
                    <a:pt x="136" y="322"/>
                  </a:cubicBezTo>
                  <a:cubicBezTo>
                    <a:pt x="136" y="322"/>
                    <a:pt x="136" y="322"/>
                    <a:pt x="136" y="323"/>
                  </a:cubicBezTo>
                  <a:cubicBezTo>
                    <a:pt x="136" y="323"/>
                    <a:pt x="136" y="323"/>
                    <a:pt x="136" y="323"/>
                  </a:cubicBezTo>
                  <a:cubicBezTo>
                    <a:pt x="136" y="324"/>
                    <a:pt x="136" y="325"/>
                    <a:pt x="137" y="325"/>
                  </a:cubicBezTo>
                  <a:cubicBezTo>
                    <a:pt x="137" y="325"/>
                    <a:pt x="138" y="325"/>
                    <a:pt x="138" y="325"/>
                  </a:cubicBezTo>
                  <a:cubicBezTo>
                    <a:pt x="138" y="326"/>
                    <a:pt x="138" y="326"/>
                    <a:pt x="138" y="326"/>
                  </a:cubicBezTo>
                  <a:cubicBezTo>
                    <a:pt x="139" y="326"/>
                    <a:pt x="139" y="326"/>
                    <a:pt x="138" y="327"/>
                  </a:cubicBezTo>
                  <a:cubicBezTo>
                    <a:pt x="138" y="327"/>
                    <a:pt x="138" y="327"/>
                    <a:pt x="138" y="327"/>
                  </a:cubicBezTo>
                  <a:cubicBezTo>
                    <a:pt x="138" y="327"/>
                    <a:pt x="138" y="327"/>
                    <a:pt x="137" y="327"/>
                  </a:cubicBezTo>
                  <a:cubicBezTo>
                    <a:pt x="137" y="328"/>
                    <a:pt x="137" y="328"/>
                    <a:pt x="137" y="328"/>
                  </a:cubicBezTo>
                  <a:cubicBezTo>
                    <a:pt x="137" y="328"/>
                    <a:pt x="137" y="329"/>
                    <a:pt x="137" y="329"/>
                  </a:cubicBezTo>
                  <a:cubicBezTo>
                    <a:pt x="137" y="329"/>
                    <a:pt x="137" y="329"/>
                    <a:pt x="137" y="330"/>
                  </a:cubicBezTo>
                  <a:cubicBezTo>
                    <a:pt x="137" y="330"/>
                    <a:pt x="137" y="330"/>
                    <a:pt x="137" y="330"/>
                  </a:cubicBezTo>
                  <a:cubicBezTo>
                    <a:pt x="137" y="330"/>
                    <a:pt x="137" y="331"/>
                    <a:pt x="138" y="331"/>
                  </a:cubicBezTo>
                  <a:cubicBezTo>
                    <a:pt x="138" y="331"/>
                    <a:pt x="139" y="331"/>
                    <a:pt x="139" y="331"/>
                  </a:cubicBezTo>
                  <a:cubicBezTo>
                    <a:pt x="139" y="331"/>
                    <a:pt x="139" y="331"/>
                    <a:pt x="139" y="331"/>
                  </a:cubicBezTo>
                  <a:cubicBezTo>
                    <a:pt x="139" y="331"/>
                    <a:pt x="139" y="332"/>
                    <a:pt x="139" y="332"/>
                  </a:cubicBezTo>
                  <a:cubicBezTo>
                    <a:pt x="139" y="332"/>
                    <a:pt x="139" y="332"/>
                    <a:pt x="139" y="333"/>
                  </a:cubicBezTo>
                  <a:cubicBezTo>
                    <a:pt x="139" y="333"/>
                    <a:pt x="138" y="334"/>
                    <a:pt x="138" y="335"/>
                  </a:cubicBezTo>
                  <a:cubicBezTo>
                    <a:pt x="138" y="335"/>
                    <a:pt x="138" y="335"/>
                    <a:pt x="138" y="335"/>
                  </a:cubicBezTo>
                  <a:cubicBezTo>
                    <a:pt x="138" y="335"/>
                    <a:pt x="138" y="335"/>
                    <a:pt x="137" y="336"/>
                  </a:cubicBezTo>
                  <a:cubicBezTo>
                    <a:pt x="137" y="336"/>
                    <a:pt x="137" y="336"/>
                    <a:pt x="137" y="336"/>
                  </a:cubicBezTo>
                  <a:cubicBezTo>
                    <a:pt x="137" y="337"/>
                    <a:pt x="136" y="337"/>
                    <a:pt x="137" y="337"/>
                  </a:cubicBezTo>
                  <a:cubicBezTo>
                    <a:pt x="137" y="337"/>
                    <a:pt x="137" y="337"/>
                    <a:pt x="137" y="338"/>
                  </a:cubicBezTo>
                  <a:cubicBezTo>
                    <a:pt x="137" y="338"/>
                    <a:pt x="137" y="338"/>
                    <a:pt x="137" y="338"/>
                  </a:cubicBezTo>
                  <a:cubicBezTo>
                    <a:pt x="136" y="338"/>
                    <a:pt x="137" y="338"/>
                    <a:pt x="137" y="338"/>
                  </a:cubicBezTo>
                  <a:cubicBezTo>
                    <a:pt x="137" y="338"/>
                    <a:pt x="138" y="338"/>
                    <a:pt x="138" y="338"/>
                  </a:cubicBezTo>
                  <a:cubicBezTo>
                    <a:pt x="138" y="338"/>
                    <a:pt x="139" y="338"/>
                    <a:pt x="139" y="338"/>
                  </a:cubicBezTo>
                  <a:cubicBezTo>
                    <a:pt x="139" y="338"/>
                    <a:pt x="139" y="337"/>
                    <a:pt x="139" y="337"/>
                  </a:cubicBezTo>
                  <a:cubicBezTo>
                    <a:pt x="140" y="337"/>
                    <a:pt x="140" y="337"/>
                    <a:pt x="140" y="337"/>
                  </a:cubicBezTo>
                  <a:cubicBezTo>
                    <a:pt x="141" y="336"/>
                    <a:pt x="141" y="336"/>
                    <a:pt x="141" y="335"/>
                  </a:cubicBezTo>
                  <a:cubicBezTo>
                    <a:pt x="141" y="335"/>
                    <a:pt x="141" y="335"/>
                    <a:pt x="141" y="335"/>
                  </a:cubicBezTo>
                  <a:cubicBezTo>
                    <a:pt x="141" y="335"/>
                    <a:pt x="141" y="335"/>
                    <a:pt x="141" y="335"/>
                  </a:cubicBezTo>
                  <a:cubicBezTo>
                    <a:pt x="141" y="334"/>
                    <a:pt x="142" y="334"/>
                    <a:pt x="142" y="333"/>
                  </a:cubicBezTo>
                  <a:cubicBezTo>
                    <a:pt x="142" y="333"/>
                    <a:pt x="142" y="333"/>
                    <a:pt x="143" y="333"/>
                  </a:cubicBezTo>
                  <a:cubicBezTo>
                    <a:pt x="143" y="333"/>
                    <a:pt x="143" y="333"/>
                    <a:pt x="144" y="333"/>
                  </a:cubicBezTo>
                  <a:cubicBezTo>
                    <a:pt x="144" y="333"/>
                    <a:pt x="144" y="334"/>
                    <a:pt x="144" y="334"/>
                  </a:cubicBezTo>
                  <a:cubicBezTo>
                    <a:pt x="144" y="334"/>
                    <a:pt x="144" y="334"/>
                    <a:pt x="144" y="335"/>
                  </a:cubicBezTo>
                  <a:cubicBezTo>
                    <a:pt x="144" y="335"/>
                    <a:pt x="144" y="335"/>
                    <a:pt x="144" y="335"/>
                  </a:cubicBezTo>
                  <a:cubicBezTo>
                    <a:pt x="144" y="335"/>
                    <a:pt x="144" y="336"/>
                    <a:pt x="144" y="336"/>
                  </a:cubicBezTo>
                  <a:cubicBezTo>
                    <a:pt x="144" y="336"/>
                    <a:pt x="144" y="337"/>
                    <a:pt x="144" y="337"/>
                  </a:cubicBezTo>
                  <a:cubicBezTo>
                    <a:pt x="144" y="337"/>
                    <a:pt x="145" y="337"/>
                    <a:pt x="145" y="337"/>
                  </a:cubicBezTo>
                  <a:cubicBezTo>
                    <a:pt x="145" y="337"/>
                    <a:pt x="145" y="337"/>
                    <a:pt x="146" y="337"/>
                  </a:cubicBezTo>
                  <a:cubicBezTo>
                    <a:pt x="146" y="337"/>
                    <a:pt x="146" y="337"/>
                    <a:pt x="146" y="337"/>
                  </a:cubicBezTo>
                  <a:cubicBezTo>
                    <a:pt x="146" y="337"/>
                    <a:pt x="146" y="336"/>
                    <a:pt x="147" y="337"/>
                  </a:cubicBezTo>
                  <a:cubicBezTo>
                    <a:pt x="147" y="337"/>
                    <a:pt x="147" y="337"/>
                    <a:pt x="148" y="337"/>
                  </a:cubicBezTo>
                  <a:cubicBezTo>
                    <a:pt x="148" y="337"/>
                    <a:pt x="148" y="337"/>
                    <a:pt x="148" y="337"/>
                  </a:cubicBezTo>
                  <a:cubicBezTo>
                    <a:pt x="148" y="337"/>
                    <a:pt x="149" y="337"/>
                    <a:pt x="149" y="337"/>
                  </a:cubicBezTo>
                  <a:cubicBezTo>
                    <a:pt x="149" y="337"/>
                    <a:pt x="150" y="337"/>
                    <a:pt x="150" y="337"/>
                  </a:cubicBezTo>
                  <a:cubicBezTo>
                    <a:pt x="151" y="337"/>
                    <a:pt x="151" y="337"/>
                    <a:pt x="151" y="337"/>
                  </a:cubicBezTo>
                  <a:cubicBezTo>
                    <a:pt x="152" y="337"/>
                    <a:pt x="152" y="337"/>
                    <a:pt x="152" y="337"/>
                  </a:cubicBezTo>
                  <a:cubicBezTo>
                    <a:pt x="152" y="337"/>
                    <a:pt x="153" y="337"/>
                    <a:pt x="153" y="337"/>
                  </a:cubicBezTo>
                  <a:cubicBezTo>
                    <a:pt x="154" y="337"/>
                    <a:pt x="154" y="337"/>
                    <a:pt x="154" y="337"/>
                  </a:cubicBezTo>
                  <a:cubicBezTo>
                    <a:pt x="154" y="336"/>
                    <a:pt x="154" y="336"/>
                    <a:pt x="155" y="336"/>
                  </a:cubicBezTo>
                  <a:cubicBezTo>
                    <a:pt x="155" y="336"/>
                    <a:pt x="155" y="336"/>
                    <a:pt x="155" y="335"/>
                  </a:cubicBezTo>
                  <a:cubicBezTo>
                    <a:pt x="155" y="335"/>
                    <a:pt x="155" y="335"/>
                    <a:pt x="155" y="335"/>
                  </a:cubicBezTo>
                  <a:cubicBezTo>
                    <a:pt x="155" y="334"/>
                    <a:pt x="155" y="332"/>
                    <a:pt x="155" y="331"/>
                  </a:cubicBezTo>
                  <a:cubicBezTo>
                    <a:pt x="155" y="331"/>
                    <a:pt x="155" y="331"/>
                    <a:pt x="155" y="331"/>
                  </a:cubicBezTo>
                  <a:cubicBezTo>
                    <a:pt x="156" y="331"/>
                    <a:pt x="155" y="330"/>
                    <a:pt x="155" y="330"/>
                  </a:cubicBezTo>
                  <a:cubicBezTo>
                    <a:pt x="155" y="330"/>
                    <a:pt x="154" y="330"/>
                    <a:pt x="154" y="330"/>
                  </a:cubicBezTo>
                  <a:cubicBezTo>
                    <a:pt x="153" y="330"/>
                    <a:pt x="152" y="330"/>
                    <a:pt x="152" y="330"/>
                  </a:cubicBezTo>
                  <a:cubicBezTo>
                    <a:pt x="151" y="330"/>
                    <a:pt x="151" y="330"/>
                    <a:pt x="151" y="330"/>
                  </a:cubicBezTo>
                  <a:cubicBezTo>
                    <a:pt x="151" y="330"/>
                    <a:pt x="150" y="329"/>
                    <a:pt x="151" y="329"/>
                  </a:cubicBezTo>
                  <a:cubicBezTo>
                    <a:pt x="151" y="329"/>
                    <a:pt x="151" y="329"/>
                    <a:pt x="151" y="328"/>
                  </a:cubicBezTo>
                  <a:cubicBezTo>
                    <a:pt x="151" y="328"/>
                    <a:pt x="151" y="328"/>
                    <a:pt x="152" y="328"/>
                  </a:cubicBezTo>
                  <a:cubicBezTo>
                    <a:pt x="152" y="328"/>
                    <a:pt x="152" y="328"/>
                    <a:pt x="152" y="328"/>
                  </a:cubicBezTo>
                  <a:cubicBezTo>
                    <a:pt x="153" y="327"/>
                    <a:pt x="153" y="327"/>
                    <a:pt x="154" y="327"/>
                  </a:cubicBezTo>
                  <a:cubicBezTo>
                    <a:pt x="154" y="327"/>
                    <a:pt x="154" y="327"/>
                    <a:pt x="155" y="327"/>
                  </a:cubicBezTo>
                  <a:cubicBezTo>
                    <a:pt x="155" y="327"/>
                    <a:pt x="155" y="327"/>
                    <a:pt x="155" y="327"/>
                  </a:cubicBezTo>
                  <a:cubicBezTo>
                    <a:pt x="155" y="327"/>
                    <a:pt x="156" y="327"/>
                    <a:pt x="156" y="327"/>
                  </a:cubicBezTo>
                  <a:cubicBezTo>
                    <a:pt x="156" y="326"/>
                    <a:pt x="156" y="326"/>
                    <a:pt x="156" y="326"/>
                  </a:cubicBezTo>
                  <a:close/>
                  <a:moveTo>
                    <a:pt x="205" y="335"/>
                  </a:moveTo>
                  <a:cubicBezTo>
                    <a:pt x="205" y="335"/>
                    <a:pt x="204" y="334"/>
                    <a:pt x="204" y="334"/>
                  </a:cubicBezTo>
                  <a:cubicBezTo>
                    <a:pt x="203" y="334"/>
                    <a:pt x="203" y="333"/>
                    <a:pt x="202" y="333"/>
                  </a:cubicBezTo>
                  <a:cubicBezTo>
                    <a:pt x="202" y="333"/>
                    <a:pt x="202" y="332"/>
                    <a:pt x="201" y="332"/>
                  </a:cubicBezTo>
                  <a:cubicBezTo>
                    <a:pt x="201" y="332"/>
                    <a:pt x="201" y="331"/>
                    <a:pt x="200" y="331"/>
                  </a:cubicBezTo>
                  <a:cubicBezTo>
                    <a:pt x="200" y="331"/>
                    <a:pt x="200" y="331"/>
                    <a:pt x="200" y="331"/>
                  </a:cubicBezTo>
                  <a:cubicBezTo>
                    <a:pt x="200" y="331"/>
                    <a:pt x="200" y="331"/>
                    <a:pt x="200" y="330"/>
                  </a:cubicBezTo>
                  <a:cubicBezTo>
                    <a:pt x="200" y="330"/>
                    <a:pt x="200" y="330"/>
                    <a:pt x="200" y="329"/>
                  </a:cubicBezTo>
                  <a:cubicBezTo>
                    <a:pt x="200" y="329"/>
                    <a:pt x="200" y="329"/>
                    <a:pt x="201" y="328"/>
                  </a:cubicBezTo>
                  <a:cubicBezTo>
                    <a:pt x="201" y="328"/>
                    <a:pt x="201" y="328"/>
                    <a:pt x="201" y="328"/>
                  </a:cubicBezTo>
                  <a:cubicBezTo>
                    <a:pt x="201" y="327"/>
                    <a:pt x="201" y="327"/>
                    <a:pt x="201" y="327"/>
                  </a:cubicBezTo>
                  <a:cubicBezTo>
                    <a:pt x="201" y="327"/>
                    <a:pt x="201" y="326"/>
                    <a:pt x="201" y="326"/>
                  </a:cubicBezTo>
                  <a:cubicBezTo>
                    <a:pt x="201" y="326"/>
                    <a:pt x="201" y="326"/>
                    <a:pt x="201" y="326"/>
                  </a:cubicBezTo>
                  <a:cubicBezTo>
                    <a:pt x="202" y="325"/>
                    <a:pt x="203" y="324"/>
                    <a:pt x="203" y="324"/>
                  </a:cubicBezTo>
                  <a:cubicBezTo>
                    <a:pt x="204" y="324"/>
                    <a:pt x="204" y="324"/>
                    <a:pt x="204" y="323"/>
                  </a:cubicBezTo>
                  <a:cubicBezTo>
                    <a:pt x="203" y="323"/>
                    <a:pt x="203" y="323"/>
                    <a:pt x="203" y="322"/>
                  </a:cubicBezTo>
                  <a:cubicBezTo>
                    <a:pt x="203" y="322"/>
                    <a:pt x="202" y="322"/>
                    <a:pt x="202" y="322"/>
                  </a:cubicBezTo>
                  <a:cubicBezTo>
                    <a:pt x="202" y="322"/>
                    <a:pt x="202" y="322"/>
                    <a:pt x="202" y="322"/>
                  </a:cubicBezTo>
                  <a:cubicBezTo>
                    <a:pt x="201" y="322"/>
                    <a:pt x="201" y="322"/>
                    <a:pt x="201" y="322"/>
                  </a:cubicBezTo>
                  <a:cubicBezTo>
                    <a:pt x="201" y="321"/>
                    <a:pt x="201" y="321"/>
                    <a:pt x="201" y="320"/>
                  </a:cubicBezTo>
                  <a:cubicBezTo>
                    <a:pt x="201" y="320"/>
                    <a:pt x="201" y="320"/>
                    <a:pt x="201" y="319"/>
                  </a:cubicBezTo>
                  <a:cubicBezTo>
                    <a:pt x="201" y="319"/>
                    <a:pt x="201" y="318"/>
                    <a:pt x="201" y="318"/>
                  </a:cubicBezTo>
                  <a:cubicBezTo>
                    <a:pt x="201" y="318"/>
                    <a:pt x="201" y="317"/>
                    <a:pt x="201" y="317"/>
                  </a:cubicBezTo>
                  <a:cubicBezTo>
                    <a:pt x="201" y="316"/>
                    <a:pt x="201" y="316"/>
                    <a:pt x="201" y="315"/>
                  </a:cubicBezTo>
                  <a:cubicBezTo>
                    <a:pt x="201" y="315"/>
                    <a:pt x="201" y="315"/>
                    <a:pt x="201" y="314"/>
                  </a:cubicBezTo>
                  <a:cubicBezTo>
                    <a:pt x="201" y="314"/>
                    <a:pt x="201" y="314"/>
                    <a:pt x="201" y="314"/>
                  </a:cubicBezTo>
                  <a:cubicBezTo>
                    <a:pt x="201" y="314"/>
                    <a:pt x="201" y="314"/>
                    <a:pt x="200" y="314"/>
                  </a:cubicBezTo>
                  <a:cubicBezTo>
                    <a:pt x="200" y="314"/>
                    <a:pt x="200" y="314"/>
                    <a:pt x="200" y="314"/>
                  </a:cubicBezTo>
                  <a:cubicBezTo>
                    <a:pt x="200" y="314"/>
                    <a:pt x="199" y="314"/>
                    <a:pt x="199" y="315"/>
                  </a:cubicBezTo>
                  <a:cubicBezTo>
                    <a:pt x="199" y="315"/>
                    <a:pt x="199" y="315"/>
                    <a:pt x="199" y="315"/>
                  </a:cubicBezTo>
                  <a:cubicBezTo>
                    <a:pt x="199" y="315"/>
                    <a:pt x="199" y="315"/>
                    <a:pt x="199" y="316"/>
                  </a:cubicBezTo>
                  <a:cubicBezTo>
                    <a:pt x="199" y="316"/>
                    <a:pt x="199" y="316"/>
                    <a:pt x="199" y="316"/>
                  </a:cubicBezTo>
                  <a:cubicBezTo>
                    <a:pt x="199" y="317"/>
                    <a:pt x="199" y="317"/>
                    <a:pt x="199" y="317"/>
                  </a:cubicBezTo>
                  <a:cubicBezTo>
                    <a:pt x="199" y="317"/>
                    <a:pt x="199" y="317"/>
                    <a:pt x="199" y="318"/>
                  </a:cubicBezTo>
                  <a:cubicBezTo>
                    <a:pt x="199" y="318"/>
                    <a:pt x="199" y="318"/>
                    <a:pt x="199" y="319"/>
                  </a:cubicBezTo>
                  <a:cubicBezTo>
                    <a:pt x="199" y="319"/>
                    <a:pt x="199" y="319"/>
                    <a:pt x="199" y="319"/>
                  </a:cubicBezTo>
                  <a:cubicBezTo>
                    <a:pt x="199" y="320"/>
                    <a:pt x="199" y="320"/>
                    <a:pt x="199" y="321"/>
                  </a:cubicBezTo>
                  <a:cubicBezTo>
                    <a:pt x="199" y="321"/>
                    <a:pt x="199" y="322"/>
                    <a:pt x="199" y="322"/>
                  </a:cubicBezTo>
                  <a:cubicBezTo>
                    <a:pt x="199" y="323"/>
                    <a:pt x="199" y="323"/>
                    <a:pt x="198" y="324"/>
                  </a:cubicBezTo>
                  <a:cubicBezTo>
                    <a:pt x="198" y="324"/>
                    <a:pt x="198" y="324"/>
                    <a:pt x="198" y="324"/>
                  </a:cubicBezTo>
                  <a:cubicBezTo>
                    <a:pt x="197" y="325"/>
                    <a:pt x="197" y="325"/>
                    <a:pt x="196" y="325"/>
                  </a:cubicBezTo>
                  <a:cubicBezTo>
                    <a:pt x="196" y="325"/>
                    <a:pt x="196" y="325"/>
                    <a:pt x="196" y="325"/>
                  </a:cubicBezTo>
                  <a:cubicBezTo>
                    <a:pt x="196" y="325"/>
                    <a:pt x="195" y="325"/>
                    <a:pt x="195" y="325"/>
                  </a:cubicBezTo>
                  <a:cubicBezTo>
                    <a:pt x="194" y="325"/>
                    <a:pt x="194" y="325"/>
                    <a:pt x="194" y="325"/>
                  </a:cubicBezTo>
                  <a:cubicBezTo>
                    <a:pt x="194" y="325"/>
                    <a:pt x="194" y="325"/>
                    <a:pt x="194" y="325"/>
                  </a:cubicBezTo>
                  <a:cubicBezTo>
                    <a:pt x="194" y="326"/>
                    <a:pt x="194" y="326"/>
                    <a:pt x="194" y="326"/>
                  </a:cubicBezTo>
                  <a:cubicBezTo>
                    <a:pt x="194" y="326"/>
                    <a:pt x="194" y="327"/>
                    <a:pt x="194" y="327"/>
                  </a:cubicBezTo>
                  <a:cubicBezTo>
                    <a:pt x="195" y="327"/>
                    <a:pt x="195" y="327"/>
                    <a:pt x="195" y="327"/>
                  </a:cubicBezTo>
                  <a:cubicBezTo>
                    <a:pt x="196" y="327"/>
                    <a:pt x="196" y="327"/>
                    <a:pt x="196" y="327"/>
                  </a:cubicBezTo>
                  <a:cubicBezTo>
                    <a:pt x="196" y="327"/>
                    <a:pt x="196" y="327"/>
                    <a:pt x="196" y="327"/>
                  </a:cubicBezTo>
                  <a:cubicBezTo>
                    <a:pt x="197" y="327"/>
                    <a:pt x="197" y="327"/>
                    <a:pt x="197" y="327"/>
                  </a:cubicBezTo>
                  <a:cubicBezTo>
                    <a:pt x="198" y="328"/>
                    <a:pt x="198" y="328"/>
                    <a:pt x="198" y="328"/>
                  </a:cubicBezTo>
                  <a:cubicBezTo>
                    <a:pt x="198" y="328"/>
                    <a:pt x="198" y="329"/>
                    <a:pt x="198" y="329"/>
                  </a:cubicBezTo>
                  <a:cubicBezTo>
                    <a:pt x="198" y="329"/>
                    <a:pt x="198" y="329"/>
                    <a:pt x="198" y="329"/>
                  </a:cubicBezTo>
                  <a:cubicBezTo>
                    <a:pt x="198" y="330"/>
                    <a:pt x="198" y="330"/>
                    <a:pt x="197" y="330"/>
                  </a:cubicBezTo>
                  <a:cubicBezTo>
                    <a:pt x="197" y="330"/>
                    <a:pt x="197" y="330"/>
                    <a:pt x="197" y="330"/>
                  </a:cubicBezTo>
                  <a:cubicBezTo>
                    <a:pt x="197" y="330"/>
                    <a:pt x="196" y="329"/>
                    <a:pt x="196" y="329"/>
                  </a:cubicBezTo>
                  <a:cubicBezTo>
                    <a:pt x="196" y="329"/>
                    <a:pt x="196" y="329"/>
                    <a:pt x="195" y="329"/>
                  </a:cubicBezTo>
                  <a:cubicBezTo>
                    <a:pt x="195" y="328"/>
                    <a:pt x="195" y="328"/>
                    <a:pt x="194" y="328"/>
                  </a:cubicBezTo>
                  <a:cubicBezTo>
                    <a:pt x="194" y="328"/>
                    <a:pt x="194" y="328"/>
                    <a:pt x="194" y="328"/>
                  </a:cubicBezTo>
                  <a:cubicBezTo>
                    <a:pt x="193" y="328"/>
                    <a:pt x="193" y="328"/>
                    <a:pt x="192" y="328"/>
                  </a:cubicBezTo>
                  <a:cubicBezTo>
                    <a:pt x="192" y="328"/>
                    <a:pt x="192" y="328"/>
                    <a:pt x="192" y="328"/>
                  </a:cubicBezTo>
                  <a:cubicBezTo>
                    <a:pt x="192" y="328"/>
                    <a:pt x="192" y="328"/>
                    <a:pt x="192" y="328"/>
                  </a:cubicBezTo>
                  <a:cubicBezTo>
                    <a:pt x="191" y="328"/>
                    <a:pt x="191" y="328"/>
                    <a:pt x="191" y="328"/>
                  </a:cubicBezTo>
                  <a:cubicBezTo>
                    <a:pt x="190" y="329"/>
                    <a:pt x="190" y="329"/>
                    <a:pt x="189" y="329"/>
                  </a:cubicBezTo>
                  <a:cubicBezTo>
                    <a:pt x="189" y="329"/>
                    <a:pt x="189" y="329"/>
                    <a:pt x="189" y="329"/>
                  </a:cubicBezTo>
                  <a:cubicBezTo>
                    <a:pt x="189" y="329"/>
                    <a:pt x="188" y="329"/>
                    <a:pt x="188" y="329"/>
                  </a:cubicBezTo>
                  <a:cubicBezTo>
                    <a:pt x="188" y="329"/>
                    <a:pt x="187" y="329"/>
                    <a:pt x="187" y="329"/>
                  </a:cubicBezTo>
                  <a:cubicBezTo>
                    <a:pt x="187" y="329"/>
                    <a:pt x="187" y="329"/>
                    <a:pt x="188" y="329"/>
                  </a:cubicBezTo>
                  <a:cubicBezTo>
                    <a:pt x="188" y="329"/>
                    <a:pt x="188" y="328"/>
                    <a:pt x="189" y="328"/>
                  </a:cubicBezTo>
                  <a:cubicBezTo>
                    <a:pt x="189" y="328"/>
                    <a:pt x="189" y="328"/>
                    <a:pt x="189" y="328"/>
                  </a:cubicBezTo>
                  <a:cubicBezTo>
                    <a:pt x="189" y="328"/>
                    <a:pt x="189" y="328"/>
                    <a:pt x="189" y="328"/>
                  </a:cubicBezTo>
                  <a:cubicBezTo>
                    <a:pt x="189" y="328"/>
                    <a:pt x="190" y="328"/>
                    <a:pt x="190" y="328"/>
                  </a:cubicBezTo>
                  <a:cubicBezTo>
                    <a:pt x="191" y="328"/>
                    <a:pt x="191" y="327"/>
                    <a:pt x="191" y="327"/>
                  </a:cubicBezTo>
                  <a:cubicBezTo>
                    <a:pt x="191" y="327"/>
                    <a:pt x="192" y="327"/>
                    <a:pt x="192" y="327"/>
                  </a:cubicBezTo>
                  <a:cubicBezTo>
                    <a:pt x="192" y="327"/>
                    <a:pt x="192" y="327"/>
                    <a:pt x="193" y="326"/>
                  </a:cubicBezTo>
                  <a:cubicBezTo>
                    <a:pt x="193" y="326"/>
                    <a:pt x="193" y="326"/>
                    <a:pt x="193" y="326"/>
                  </a:cubicBezTo>
                  <a:cubicBezTo>
                    <a:pt x="193" y="326"/>
                    <a:pt x="193" y="325"/>
                    <a:pt x="193" y="325"/>
                  </a:cubicBezTo>
                  <a:cubicBezTo>
                    <a:pt x="192" y="325"/>
                    <a:pt x="192" y="325"/>
                    <a:pt x="192" y="325"/>
                  </a:cubicBezTo>
                  <a:cubicBezTo>
                    <a:pt x="191" y="325"/>
                    <a:pt x="191" y="325"/>
                    <a:pt x="191" y="325"/>
                  </a:cubicBezTo>
                  <a:cubicBezTo>
                    <a:pt x="191" y="325"/>
                    <a:pt x="191" y="325"/>
                    <a:pt x="191" y="325"/>
                  </a:cubicBezTo>
                  <a:cubicBezTo>
                    <a:pt x="191" y="324"/>
                    <a:pt x="191" y="324"/>
                    <a:pt x="192" y="324"/>
                  </a:cubicBezTo>
                  <a:cubicBezTo>
                    <a:pt x="192" y="324"/>
                    <a:pt x="192" y="324"/>
                    <a:pt x="192" y="324"/>
                  </a:cubicBezTo>
                  <a:cubicBezTo>
                    <a:pt x="192" y="324"/>
                    <a:pt x="192" y="324"/>
                    <a:pt x="192" y="323"/>
                  </a:cubicBezTo>
                  <a:cubicBezTo>
                    <a:pt x="192" y="323"/>
                    <a:pt x="192" y="323"/>
                    <a:pt x="192" y="323"/>
                  </a:cubicBezTo>
                  <a:cubicBezTo>
                    <a:pt x="192" y="323"/>
                    <a:pt x="192" y="322"/>
                    <a:pt x="192" y="322"/>
                  </a:cubicBezTo>
                  <a:cubicBezTo>
                    <a:pt x="192" y="322"/>
                    <a:pt x="192" y="322"/>
                    <a:pt x="191" y="322"/>
                  </a:cubicBezTo>
                  <a:cubicBezTo>
                    <a:pt x="191" y="322"/>
                    <a:pt x="190" y="322"/>
                    <a:pt x="190" y="322"/>
                  </a:cubicBezTo>
                  <a:cubicBezTo>
                    <a:pt x="190" y="322"/>
                    <a:pt x="190" y="322"/>
                    <a:pt x="190" y="322"/>
                  </a:cubicBezTo>
                  <a:cubicBezTo>
                    <a:pt x="190" y="322"/>
                    <a:pt x="190" y="322"/>
                    <a:pt x="190" y="322"/>
                  </a:cubicBezTo>
                  <a:cubicBezTo>
                    <a:pt x="190" y="322"/>
                    <a:pt x="190" y="321"/>
                    <a:pt x="190" y="321"/>
                  </a:cubicBezTo>
                  <a:cubicBezTo>
                    <a:pt x="190" y="321"/>
                    <a:pt x="190" y="321"/>
                    <a:pt x="190" y="321"/>
                  </a:cubicBezTo>
                  <a:cubicBezTo>
                    <a:pt x="190" y="321"/>
                    <a:pt x="191" y="321"/>
                    <a:pt x="191" y="321"/>
                  </a:cubicBezTo>
                  <a:cubicBezTo>
                    <a:pt x="191" y="321"/>
                    <a:pt x="191" y="321"/>
                    <a:pt x="192" y="321"/>
                  </a:cubicBezTo>
                  <a:cubicBezTo>
                    <a:pt x="192" y="321"/>
                    <a:pt x="192" y="320"/>
                    <a:pt x="193" y="320"/>
                  </a:cubicBezTo>
                  <a:cubicBezTo>
                    <a:pt x="193" y="320"/>
                    <a:pt x="193" y="320"/>
                    <a:pt x="194" y="320"/>
                  </a:cubicBezTo>
                  <a:cubicBezTo>
                    <a:pt x="194" y="320"/>
                    <a:pt x="194" y="320"/>
                    <a:pt x="194" y="320"/>
                  </a:cubicBezTo>
                  <a:cubicBezTo>
                    <a:pt x="195" y="320"/>
                    <a:pt x="195" y="320"/>
                    <a:pt x="196" y="320"/>
                  </a:cubicBezTo>
                  <a:cubicBezTo>
                    <a:pt x="196" y="320"/>
                    <a:pt x="196" y="320"/>
                    <a:pt x="196" y="321"/>
                  </a:cubicBezTo>
                  <a:cubicBezTo>
                    <a:pt x="197" y="321"/>
                    <a:pt x="197" y="321"/>
                    <a:pt x="196" y="321"/>
                  </a:cubicBezTo>
                  <a:cubicBezTo>
                    <a:pt x="196" y="322"/>
                    <a:pt x="196" y="322"/>
                    <a:pt x="196" y="322"/>
                  </a:cubicBezTo>
                  <a:cubicBezTo>
                    <a:pt x="195" y="322"/>
                    <a:pt x="195" y="322"/>
                    <a:pt x="195" y="322"/>
                  </a:cubicBezTo>
                  <a:cubicBezTo>
                    <a:pt x="194" y="322"/>
                    <a:pt x="194" y="323"/>
                    <a:pt x="193" y="323"/>
                  </a:cubicBezTo>
                  <a:cubicBezTo>
                    <a:pt x="193" y="323"/>
                    <a:pt x="193" y="323"/>
                    <a:pt x="193" y="323"/>
                  </a:cubicBezTo>
                  <a:cubicBezTo>
                    <a:pt x="193" y="324"/>
                    <a:pt x="193" y="324"/>
                    <a:pt x="193" y="324"/>
                  </a:cubicBezTo>
                  <a:cubicBezTo>
                    <a:pt x="193" y="324"/>
                    <a:pt x="194" y="324"/>
                    <a:pt x="194" y="324"/>
                  </a:cubicBezTo>
                  <a:cubicBezTo>
                    <a:pt x="194" y="324"/>
                    <a:pt x="194" y="324"/>
                    <a:pt x="194" y="324"/>
                  </a:cubicBezTo>
                  <a:cubicBezTo>
                    <a:pt x="195" y="324"/>
                    <a:pt x="195" y="323"/>
                    <a:pt x="195" y="323"/>
                  </a:cubicBezTo>
                  <a:cubicBezTo>
                    <a:pt x="196" y="323"/>
                    <a:pt x="196" y="323"/>
                    <a:pt x="196" y="323"/>
                  </a:cubicBezTo>
                  <a:cubicBezTo>
                    <a:pt x="197" y="323"/>
                    <a:pt x="197" y="322"/>
                    <a:pt x="197" y="322"/>
                  </a:cubicBezTo>
                  <a:cubicBezTo>
                    <a:pt x="197" y="322"/>
                    <a:pt x="198" y="321"/>
                    <a:pt x="197" y="320"/>
                  </a:cubicBezTo>
                  <a:cubicBezTo>
                    <a:pt x="197" y="320"/>
                    <a:pt x="197" y="320"/>
                    <a:pt x="197" y="319"/>
                  </a:cubicBezTo>
                  <a:cubicBezTo>
                    <a:pt x="197" y="319"/>
                    <a:pt x="196" y="319"/>
                    <a:pt x="196" y="319"/>
                  </a:cubicBezTo>
                  <a:cubicBezTo>
                    <a:pt x="195" y="319"/>
                    <a:pt x="195" y="319"/>
                    <a:pt x="195" y="318"/>
                  </a:cubicBezTo>
                  <a:cubicBezTo>
                    <a:pt x="195" y="318"/>
                    <a:pt x="195" y="318"/>
                    <a:pt x="194" y="318"/>
                  </a:cubicBezTo>
                  <a:cubicBezTo>
                    <a:pt x="194" y="318"/>
                    <a:pt x="194" y="318"/>
                    <a:pt x="194" y="318"/>
                  </a:cubicBezTo>
                  <a:cubicBezTo>
                    <a:pt x="194" y="318"/>
                    <a:pt x="193" y="318"/>
                    <a:pt x="193" y="318"/>
                  </a:cubicBezTo>
                  <a:cubicBezTo>
                    <a:pt x="193" y="318"/>
                    <a:pt x="193" y="318"/>
                    <a:pt x="193" y="319"/>
                  </a:cubicBezTo>
                  <a:cubicBezTo>
                    <a:pt x="192" y="319"/>
                    <a:pt x="192" y="319"/>
                    <a:pt x="192" y="319"/>
                  </a:cubicBezTo>
                  <a:cubicBezTo>
                    <a:pt x="191" y="319"/>
                    <a:pt x="191" y="319"/>
                    <a:pt x="191" y="318"/>
                  </a:cubicBezTo>
                  <a:cubicBezTo>
                    <a:pt x="191" y="318"/>
                    <a:pt x="191" y="318"/>
                    <a:pt x="191" y="318"/>
                  </a:cubicBezTo>
                  <a:cubicBezTo>
                    <a:pt x="192" y="318"/>
                    <a:pt x="192" y="318"/>
                    <a:pt x="192" y="318"/>
                  </a:cubicBezTo>
                  <a:cubicBezTo>
                    <a:pt x="192" y="318"/>
                    <a:pt x="192" y="318"/>
                    <a:pt x="192" y="317"/>
                  </a:cubicBezTo>
                  <a:cubicBezTo>
                    <a:pt x="192" y="317"/>
                    <a:pt x="193" y="317"/>
                    <a:pt x="193" y="317"/>
                  </a:cubicBezTo>
                  <a:cubicBezTo>
                    <a:pt x="193" y="317"/>
                    <a:pt x="193" y="317"/>
                    <a:pt x="193" y="316"/>
                  </a:cubicBezTo>
                  <a:cubicBezTo>
                    <a:pt x="193" y="316"/>
                    <a:pt x="193" y="316"/>
                    <a:pt x="193" y="316"/>
                  </a:cubicBezTo>
                  <a:cubicBezTo>
                    <a:pt x="193" y="316"/>
                    <a:pt x="193" y="316"/>
                    <a:pt x="193" y="315"/>
                  </a:cubicBezTo>
                  <a:cubicBezTo>
                    <a:pt x="193" y="315"/>
                    <a:pt x="193" y="315"/>
                    <a:pt x="193" y="315"/>
                  </a:cubicBezTo>
                  <a:cubicBezTo>
                    <a:pt x="193" y="315"/>
                    <a:pt x="193" y="315"/>
                    <a:pt x="193" y="315"/>
                  </a:cubicBezTo>
                  <a:cubicBezTo>
                    <a:pt x="193" y="315"/>
                    <a:pt x="193" y="315"/>
                    <a:pt x="193" y="315"/>
                  </a:cubicBezTo>
                  <a:cubicBezTo>
                    <a:pt x="193" y="314"/>
                    <a:pt x="193" y="314"/>
                    <a:pt x="193" y="314"/>
                  </a:cubicBezTo>
                  <a:cubicBezTo>
                    <a:pt x="193" y="314"/>
                    <a:pt x="193" y="314"/>
                    <a:pt x="193" y="314"/>
                  </a:cubicBezTo>
                  <a:cubicBezTo>
                    <a:pt x="193" y="314"/>
                    <a:pt x="192" y="314"/>
                    <a:pt x="192" y="314"/>
                  </a:cubicBezTo>
                  <a:cubicBezTo>
                    <a:pt x="192" y="314"/>
                    <a:pt x="192" y="314"/>
                    <a:pt x="192" y="314"/>
                  </a:cubicBezTo>
                  <a:cubicBezTo>
                    <a:pt x="191" y="314"/>
                    <a:pt x="190" y="314"/>
                    <a:pt x="190" y="315"/>
                  </a:cubicBezTo>
                  <a:cubicBezTo>
                    <a:pt x="190" y="315"/>
                    <a:pt x="190" y="315"/>
                    <a:pt x="190" y="315"/>
                  </a:cubicBezTo>
                  <a:cubicBezTo>
                    <a:pt x="190" y="315"/>
                    <a:pt x="189" y="314"/>
                    <a:pt x="189" y="314"/>
                  </a:cubicBezTo>
                  <a:cubicBezTo>
                    <a:pt x="189" y="314"/>
                    <a:pt x="189" y="314"/>
                    <a:pt x="189" y="314"/>
                  </a:cubicBezTo>
                  <a:cubicBezTo>
                    <a:pt x="188" y="314"/>
                    <a:pt x="188" y="314"/>
                    <a:pt x="187" y="314"/>
                  </a:cubicBezTo>
                  <a:cubicBezTo>
                    <a:pt x="187" y="314"/>
                    <a:pt x="187" y="314"/>
                    <a:pt x="187" y="314"/>
                  </a:cubicBezTo>
                  <a:cubicBezTo>
                    <a:pt x="186" y="314"/>
                    <a:pt x="186" y="315"/>
                    <a:pt x="186" y="315"/>
                  </a:cubicBezTo>
                  <a:cubicBezTo>
                    <a:pt x="186" y="316"/>
                    <a:pt x="187" y="316"/>
                    <a:pt x="187" y="316"/>
                  </a:cubicBezTo>
                  <a:cubicBezTo>
                    <a:pt x="187" y="316"/>
                    <a:pt x="188" y="317"/>
                    <a:pt x="188" y="317"/>
                  </a:cubicBezTo>
                  <a:cubicBezTo>
                    <a:pt x="188" y="317"/>
                    <a:pt x="188" y="318"/>
                    <a:pt x="189" y="318"/>
                  </a:cubicBezTo>
                  <a:cubicBezTo>
                    <a:pt x="189" y="318"/>
                    <a:pt x="189" y="318"/>
                    <a:pt x="190" y="318"/>
                  </a:cubicBezTo>
                  <a:cubicBezTo>
                    <a:pt x="190" y="318"/>
                    <a:pt x="190" y="318"/>
                    <a:pt x="190" y="318"/>
                  </a:cubicBezTo>
                  <a:cubicBezTo>
                    <a:pt x="190" y="319"/>
                    <a:pt x="190" y="319"/>
                    <a:pt x="190" y="319"/>
                  </a:cubicBezTo>
                  <a:cubicBezTo>
                    <a:pt x="190" y="319"/>
                    <a:pt x="190" y="319"/>
                    <a:pt x="189" y="319"/>
                  </a:cubicBezTo>
                  <a:cubicBezTo>
                    <a:pt x="189" y="319"/>
                    <a:pt x="189" y="320"/>
                    <a:pt x="188" y="320"/>
                  </a:cubicBezTo>
                  <a:cubicBezTo>
                    <a:pt x="188" y="320"/>
                    <a:pt x="188" y="320"/>
                    <a:pt x="188" y="320"/>
                  </a:cubicBezTo>
                  <a:cubicBezTo>
                    <a:pt x="187" y="320"/>
                    <a:pt x="187" y="320"/>
                    <a:pt x="187" y="320"/>
                  </a:cubicBezTo>
                  <a:cubicBezTo>
                    <a:pt x="187" y="320"/>
                    <a:pt x="186" y="320"/>
                    <a:pt x="186" y="320"/>
                  </a:cubicBezTo>
                  <a:cubicBezTo>
                    <a:pt x="186" y="321"/>
                    <a:pt x="185" y="321"/>
                    <a:pt x="185" y="321"/>
                  </a:cubicBezTo>
                  <a:cubicBezTo>
                    <a:pt x="185" y="321"/>
                    <a:pt x="185" y="321"/>
                    <a:pt x="184" y="321"/>
                  </a:cubicBezTo>
                  <a:cubicBezTo>
                    <a:pt x="184" y="321"/>
                    <a:pt x="183" y="321"/>
                    <a:pt x="183" y="322"/>
                  </a:cubicBezTo>
                  <a:cubicBezTo>
                    <a:pt x="182" y="322"/>
                    <a:pt x="182" y="322"/>
                    <a:pt x="182" y="322"/>
                  </a:cubicBezTo>
                  <a:cubicBezTo>
                    <a:pt x="183" y="322"/>
                    <a:pt x="183" y="323"/>
                    <a:pt x="183" y="323"/>
                  </a:cubicBezTo>
                  <a:cubicBezTo>
                    <a:pt x="183" y="323"/>
                    <a:pt x="184" y="323"/>
                    <a:pt x="184" y="323"/>
                  </a:cubicBezTo>
                  <a:cubicBezTo>
                    <a:pt x="184" y="323"/>
                    <a:pt x="185" y="323"/>
                    <a:pt x="185" y="323"/>
                  </a:cubicBezTo>
                  <a:cubicBezTo>
                    <a:pt x="185" y="323"/>
                    <a:pt x="185" y="323"/>
                    <a:pt x="185" y="324"/>
                  </a:cubicBezTo>
                  <a:cubicBezTo>
                    <a:pt x="185" y="324"/>
                    <a:pt x="185" y="324"/>
                    <a:pt x="185" y="324"/>
                  </a:cubicBezTo>
                  <a:cubicBezTo>
                    <a:pt x="185" y="325"/>
                    <a:pt x="185" y="325"/>
                    <a:pt x="185" y="325"/>
                  </a:cubicBezTo>
                  <a:cubicBezTo>
                    <a:pt x="185" y="326"/>
                    <a:pt x="185" y="326"/>
                    <a:pt x="185" y="326"/>
                  </a:cubicBezTo>
                  <a:cubicBezTo>
                    <a:pt x="185" y="327"/>
                    <a:pt x="184" y="327"/>
                    <a:pt x="184" y="328"/>
                  </a:cubicBezTo>
                  <a:cubicBezTo>
                    <a:pt x="184" y="328"/>
                    <a:pt x="184" y="328"/>
                    <a:pt x="184" y="328"/>
                  </a:cubicBezTo>
                  <a:cubicBezTo>
                    <a:pt x="184" y="329"/>
                    <a:pt x="184" y="329"/>
                    <a:pt x="184" y="329"/>
                  </a:cubicBezTo>
                  <a:cubicBezTo>
                    <a:pt x="184" y="330"/>
                    <a:pt x="184" y="330"/>
                    <a:pt x="184" y="331"/>
                  </a:cubicBezTo>
                  <a:cubicBezTo>
                    <a:pt x="184" y="331"/>
                    <a:pt x="183" y="332"/>
                    <a:pt x="183" y="332"/>
                  </a:cubicBezTo>
                  <a:cubicBezTo>
                    <a:pt x="183" y="332"/>
                    <a:pt x="183" y="332"/>
                    <a:pt x="183" y="332"/>
                  </a:cubicBezTo>
                  <a:cubicBezTo>
                    <a:pt x="183" y="333"/>
                    <a:pt x="182" y="334"/>
                    <a:pt x="182" y="335"/>
                  </a:cubicBezTo>
                  <a:cubicBezTo>
                    <a:pt x="182" y="335"/>
                    <a:pt x="182" y="335"/>
                    <a:pt x="182" y="335"/>
                  </a:cubicBezTo>
                  <a:cubicBezTo>
                    <a:pt x="182" y="335"/>
                    <a:pt x="182" y="335"/>
                    <a:pt x="182" y="335"/>
                  </a:cubicBezTo>
                  <a:cubicBezTo>
                    <a:pt x="181" y="336"/>
                    <a:pt x="181" y="336"/>
                    <a:pt x="181" y="336"/>
                  </a:cubicBezTo>
                  <a:cubicBezTo>
                    <a:pt x="182" y="336"/>
                    <a:pt x="182" y="337"/>
                    <a:pt x="182" y="337"/>
                  </a:cubicBezTo>
                  <a:cubicBezTo>
                    <a:pt x="182" y="337"/>
                    <a:pt x="182" y="337"/>
                    <a:pt x="183" y="337"/>
                  </a:cubicBezTo>
                  <a:cubicBezTo>
                    <a:pt x="183" y="337"/>
                    <a:pt x="183" y="336"/>
                    <a:pt x="184" y="336"/>
                  </a:cubicBezTo>
                  <a:cubicBezTo>
                    <a:pt x="184" y="336"/>
                    <a:pt x="184" y="335"/>
                    <a:pt x="184" y="335"/>
                  </a:cubicBezTo>
                  <a:cubicBezTo>
                    <a:pt x="184" y="334"/>
                    <a:pt x="184" y="334"/>
                    <a:pt x="184" y="333"/>
                  </a:cubicBezTo>
                  <a:cubicBezTo>
                    <a:pt x="185" y="333"/>
                    <a:pt x="185" y="333"/>
                    <a:pt x="185" y="332"/>
                  </a:cubicBezTo>
                  <a:cubicBezTo>
                    <a:pt x="185" y="332"/>
                    <a:pt x="185" y="332"/>
                    <a:pt x="185" y="332"/>
                  </a:cubicBezTo>
                  <a:cubicBezTo>
                    <a:pt x="186" y="333"/>
                    <a:pt x="186" y="333"/>
                    <a:pt x="186" y="333"/>
                  </a:cubicBezTo>
                  <a:cubicBezTo>
                    <a:pt x="186" y="334"/>
                    <a:pt x="186" y="334"/>
                    <a:pt x="186" y="334"/>
                  </a:cubicBezTo>
                  <a:cubicBezTo>
                    <a:pt x="186" y="335"/>
                    <a:pt x="186" y="335"/>
                    <a:pt x="186" y="336"/>
                  </a:cubicBezTo>
                  <a:cubicBezTo>
                    <a:pt x="186" y="336"/>
                    <a:pt x="186" y="336"/>
                    <a:pt x="186" y="336"/>
                  </a:cubicBezTo>
                  <a:cubicBezTo>
                    <a:pt x="185" y="336"/>
                    <a:pt x="186" y="337"/>
                    <a:pt x="186" y="337"/>
                  </a:cubicBezTo>
                  <a:cubicBezTo>
                    <a:pt x="186" y="337"/>
                    <a:pt x="186" y="337"/>
                    <a:pt x="186" y="337"/>
                  </a:cubicBezTo>
                  <a:cubicBezTo>
                    <a:pt x="186" y="337"/>
                    <a:pt x="187" y="337"/>
                    <a:pt x="187" y="337"/>
                  </a:cubicBezTo>
                  <a:cubicBezTo>
                    <a:pt x="187" y="336"/>
                    <a:pt x="187" y="336"/>
                    <a:pt x="188" y="336"/>
                  </a:cubicBezTo>
                  <a:cubicBezTo>
                    <a:pt x="188" y="336"/>
                    <a:pt x="188" y="336"/>
                    <a:pt x="188" y="336"/>
                  </a:cubicBezTo>
                  <a:cubicBezTo>
                    <a:pt x="189" y="336"/>
                    <a:pt x="189" y="336"/>
                    <a:pt x="190" y="336"/>
                  </a:cubicBezTo>
                  <a:cubicBezTo>
                    <a:pt x="190" y="336"/>
                    <a:pt x="190" y="336"/>
                    <a:pt x="190" y="337"/>
                  </a:cubicBezTo>
                  <a:cubicBezTo>
                    <a:pt x="190" y="337"/>
                    <a:pt x="190" y="337"/>
                    <a:pt x="190" y="337"/>
                  </a:cubicBezTo>
                  <a:cubicBezTo>
                    <a:pt x="190" y="337"/>
                    <a:pt x="190" y="337"/>
                    <a:pt x="190" y="337"/>
                  </a:cubicBezTo>
                  <a:cubicBezTo>
                    <a:pt x="190" y="337"/>
                    <a:pt x="190" y="337"/>
                    <a:pt x="191" y="337"/>
                  </a:cubicBezTo>
                  <a:cubicBezTo>
                    <a:pt x="191" y="337"/>
                    <a:pt x="191" y="337"/>
                    <a:pt x="191" y="337"/>
                  </a:cubicBezTo>
                  <a:cubicBezTo>
                    <a:pt x="191" y="337"/>
                    <a:pt x="191" y="337"/>
                    <a:pt x="191" y="337"/>
                  </a:cubicBezTo>
                  <a:cubicBezTo>
                    <a:pt x="191" y="337"/>
                    <a:pt x="192" y="336"/>
                    <a:pt x="191" y="336"/>
                  </a:cubicBezTo>
                  <a:cubicBezTo>
                    <a:pt x="191" y="336"/>
                    <a:pt x="192" y="335"/>
                    <a:pt x="192" y="335"/>
                  </a:cubicBezTo>
                  <a:cubicBezTo>
                    <a:pt x="192" y="335"/>
                    <a:pt x="193" y="335"/>
                    <a:pt x="193" y="335"/>
                  </a:cubicBezTo>
                  <a:cubicBezTo>
                    <a:pt x="194" y="335"/>
                    <a:pt x="194" y="335"/>
                    <a:pt x="194" y="336"/>
                  </a:cubicBezTo>
                  <a:cubicBezTo>
                    <a:pt x="194" y="336"/>
                    <a:pt x="194" y="336"/>
                    <a:pt x="194" y="336"/>
                  </a:cubicBezTo>
                  <a:cubicBezTo>
                    <a:pt x="194" y="336"/>
                    <a:pt x="194" y="336"/>
                    <a:pt x="194" y="336"/>
                  </a:cubicBezTo>
                  <a:cubicBezTo>
                    <a:pt x="194" y="337"/>
                    <a:pt x="194" y="337"/>
                    <a:pt x="194" y="337"/>
                  </a:cubicBezTo>
                  <a:cubicBezTo>
                    <a:pt x="194" y="338"/>
                    <a:pt x="194" y="338"/>
                    <a:pt x="195" y="338"/>
                  </a:cubicBezTo>
                  <a:cubicBezTo>
                    <a:pt x="195" y="337"/>
                    <a:pt x="195" y="337"/>
                    <a:pt x="195" y="337"/>
                  </a:cubicBezTo>
                  <a:cubicBezTo>
                    <a:pt x="195" y="337"/>
                    <a:pt x="195" y="337"/>
                    <a:pt x="195" y="336"/>
                  </a:cubicBezTo>
                  <a:cubicBezTo>
                    <a:pt x="195" y="336"/>
                    <a:pt x="195" y="335"/>
                    <a:pt x="195" y="335"/>
                  </a:cubicBezTo>
                  <a:cubicBezTo>
                    <a:pt x="195" y="335"/>
                    <a:pt x="195" y="335"/>
                    <a:pt x="195" y="335"/>
                  </a:cubicBezTo>
                  <a:cubicBezTo>
                    <a:pt x="195" y="334"/>
                    <a:pt x="196" y="334"/>
                    <a:pt x="196" y="334"/>
                  </a:cubicBezTo>
                  <a:cubicBezTo>
                    <a:pt x="196" y="334"/>
                    <a:pt x="196" y="334"/>
                    <a:pt x="197" y="334"/>
                  </a:cubicBezTo>
                  <a:cubicBezTo>
                    <a:pt x="197" y="334"/>
                    <a:pt x="197" y="334"/>
                    <a:pt x="197" y="334"/>
                  </a:cubicBezTo>
                  <a:cubicBezTo>
                    <a:pt x="198" y="334"/>
                    <a:pt x="198" y="334"/>
                    <a:pt x="199" y="333"/>
                  </a:cubicBezTo>
                  <a:cubicBezTo>
                    <a:pt x="199" y="333"/>
                    <a:pt x="199" y="334"/>
                    <a:pt x="199" y="334"/>
                  </a:cubicBezTo>
                  <a:cubicBezTo>
                    <a:pt x="200" y="334"/>
                    <a:pt x="200" y="334"/>
                    <a:pt x="201" y="334"/>
                  </a:cubicBezTo>
                  <a:cubicBezTo>
                    <a:pt x="201" y="335"/>
                    <a:pt x="201" y="335"/>
                    <a:pt x="201" y="335"/>
                  </a:cubicBezTo>
                  <a:cubicBezTo>
                    <a:pt x="201" y="335"/>
                    <a:pt x="201" y="335"/>
                    <a:pt x="202" y="335"/>
                  </a:cubicBezTo>
                  <a:cubicBezTo>
                    <a:pt x="202" y="335"/>
                    <a:pt x="202" y="336"/>
                    <a:pt x="202" y="336"/>
                  </a:cubicBezTo>
                  <a:cubicBezTo>
                    <a:pt x="203" y="336"/>
                    <a:pt x="203" y="337"/>
                    <a:pt x="203" y="337"/>
                  </a:cubicBezTo>
                  <a:cubicBezTo>
                    <a:pt x="203" y="337"/>
                    <a:pt x="203" y="337"/>
                    <a:pt x="203" y="337"/>
                  </a:cubicBezTo>
                  <a:cubicBezTo>
                    <a:pt x="203" y="337"/>
                    <a:pt x="204" y="338"/>
                    <a:pt x="204" y="338"/>
                  </a:cubicBezTo>
                  <a:cubicBezTo>
                    <a:pt x="204" y="338"/>
                    <a:pt x="204" y="338"/>
                    <a:pt x="204" y="338"/>
                  </a:cubicBezTo>
                  <a:cubicBezTo>
                    <a:pt x="205" y="338"/>
                    <a:pt x="205" y="337"/>
                    <a:pt x="205" y="337"/>
                  </a:cubicBezTo>
                  <a:cubicBezTo>
                    <a:pt x="205" y="337"/>
                    <a:pt x="205" y="336"/>
                    <a:pt x="205" y="335"/>
                  </a:cubicBezTo>
                  <a:close/>
                  <a:moveTo>
                    <a:pt x="235" y="321"/>
                  </a:moveTo>
                  <a:cubicBezTo>
                    <a:pt x="235" y="321"/>
                    <a:pt x="235" y="321"/>
                    <a:pt x="235" y="321"/>
                  </a:cubicBezTo>
                  <a:cubicBezTo>
                    <a:pt x="235" y="320"/>
                    <a:pt x="234" y="320"/>
                    <a:pt x="234" y="320"/>
                  </a:cubicBezTo>
                  <a:cubicBezTo>
                    <a:pt x="234" y="320"/>
                    <a:pt x="234" y="321"/>
                    <a:pt x="233" y="321"/>
                  </a:cubicBezTo>
                  <a:cubicBezTo>
                    <a:pt x="233" y="321"/>
                    <a:pt x="233" y="321"/>
                    <a:pt x="233" y="321"/>
                  </a:cubicBezTo>
                  <a:cubicBezTo>
                    <a:pt x="233" y="322"/>
                    <a:pt x="232" y="322"/>
                    <a:pt x="232" y="323"/>
                  </a:cubicBezTo>
                  <a:cubicBezTo>
                    <a:pt x="231" y="323"/>
                    <a:pt x="231" y="324"/>
                    <a:pt x="230" y="324"/>
                  </a:cubicBezTo>
                  <a:cubicBezTo>
                    <a:pt x="230" y="324"/>
                    <a:pt x="230" y="324"/>
                    <a:pt x="230" y="324"/>
                  </a:cubicBezTo>
                  <a:cubicBezTo>
                    <a:pt x="229" y="324"/>
                    <a:pt x="229" y="323"/>
                    <a:pt x="229" y="323"/>
                  </a:cubicBezTo>
                  <a:cubicBezTo>
                    <a:pt x="229" y="323"/>
                    <a:pt x="229" y="323"/>
                    <a:pt x="229" y="322"/>
                  </a:cubicBezTo>
                  <a:cubicBezTo>
                    <a:pt x="229" y="322"/>
                    <a:pt x="229" y="322"/>
                    <a:pt x="229" y="321"/>
                  </a:cubicBezTo>
                  <a:cubicBezTo>
                    <a:pt x="229" y="321"/>
                    <a:pt x="229" y="320"/>
                    <a:pt x="229" y="320"/>
                  </a:cubicBezTo>
                  <a:cubicBezTo>
                    <a:pt x="229" y="319"/>
                    <a:pt x="230" y="319"/>
                    <a:pt x="230" y="318"/>
                  </a:cubicBezTo>
                  <a:cubicBezTo>
                    <a:pt x="230" y="318"/>
                    <a:pt x="230" y="318"/>
                    <a:pt x="230" y="318"/>
                  </a:cubicBezTo>
                  <a:cubicBezTo>
                    <a:pt x="230" y="318"/>
                    <a:pt x="230" y="317"/>
                    <a:pt x="230" y="317"/>
                  </a:cubicBezTo>
                  <a:cubicBezTo>
                    <a:pt x="230" y="317"/>
                    <a:pt x="230" y="317"/>
                    <a:pt x="229" y="317"/>
                  </a:cubicBezTo>
                  <a:cubicBezTo>
                    <a:pt x="229" y="317"/>
                    <a:pt x="228" y="316"/>
                    <a:pt x="228" y="316"/>
                  </a:cubicBezTo>
                  <a:cubicBezTo>
                    <a:pt x="227" y="316"/>
                    <a:pt x="227" y="316"/>
                    <a:pt x="227" y="316"/>
                  </a:cubicBezTo>
                  <a:cubicBezTo>
                    <a:pt x="227" y="316"/>
                    <a:pt x="227" y="316"/>
                    <a:pt x="226" y="316"/>
                  </a:cubicBezTo>
                  <a:cubicBezTo>
                    <a:pt x="226" y="317"/>
                    <a:pt x="226" y="317"/>
                    <a:pt x="226" y="316"/>
                  </a:cubicBezTo>
                  <a:cubicBezTo>
                    <a:pt x="225" y="316"/>
                    <a:pt x="225" y="316"/>
                    <a:pt x="224" y="316"/>
                  </a:cubicBezTo>
                  <a:cubicBezTo>
                    <a:pt x="223" y="317"/>
                    <a:pt x="223" y="317"/>
                    <a:pt x="222" y="317"/>
                  </a:cubicBezTo>
                  <a:cubicBezTo>
                    <a:pt x="222" y="317"/>
                    <a:pt x="222" y="317"/>
                    <a:pt x="222" y="317"/>
                  </a:cubicBezTo>
                  <a:cubicBezTo>
                    <a:pt x="222" y="316"/>
                    <a:pt x="222" y="317"/>
                    <a:pt x="221" y="317"/>
                  </a:cubicBezTo>
                  <a:cubicBezTo>
                    <a:pt x="221" y="317"/>
                    <a:pt x="221" y="317"/>
                    <a:pt x="220" y="318"/>
                  </a:cubicBezTo>
                  <a:cubicBezTo>
                    <a:pt x="220" y="318"/>
                    <a:pt x="220" y="318"/>
                    <a:pt x="220" y="318"/>
                  </a:cubicBezTo>
                  <a:cubicBezTo>
                    <a:pt x="220" y="318"/>
                    <a:pt x="220" y="318"/>
                    <a:pt x="219" y="318"/>
                  </a:cubicBezTo>
                  <a:cubicBezTo>
                    <a:pt x="219" y="318"/>
                    <a:pt x="219" y="319"/>
                    <a:pt x="219" y="319"/>
                  </a:cubicBezTo>
                  <a:cubicBezTo>
                    <a:pt x="219" y="319"/>
                    <a:pt x="219" y="319"/>
                    <a:pt x="219" y="320"/>
                  </a:cubicBezTo>
                  <a:cubicBezTo>
                    <a:pt x="219" y="320"/>
                    <a:pt x="218" y="320"/>
                    <a:pt x="218" y="320"/>
                  </a:cubicBezTo>
                  <a:cubicBezTo>
                    <a:pt x="218" y="320"/>
                    <a:pt x="218" y="321"/>
                    <a:pt x="219" y="321"/>
                  </a:cubicBezTo>
                  <a:cubicBezTo>
                    <a:pt x="219" y="321"/>
                    <a:pt x="219" y="321"/>
                    <a:pt x="219" y="321"/>
                  </a:cubicBezTo>
                  <a:cubicBezTo>
                    <a:pt x="219" y="321"/>
                    <a:pt x="219" y="321"/>
                    <a:pt x="219" y="322"/>
                  </a:cubicBezTo>
                  <a:cubicBezTo>
                    <a:pt x="219" y="322"/>
                    <a:pt x="219" y="322"/>
                    <a:pt x="219" y="322"/>
                  </a:cubicBezTo>
                  <a:cubicBezTo>
                    <a:pt x="219" y="323"/>
                    <a:pt x="219" y="324"/>
                    <a:pt x="219" y="325"/>
                  </a:cubicBezTo>
                  <a:cubicBezTo>
                    <a:pt x="219" y="325"/>
                    <a:pt x="219" y="325"/>
                    <a:pt x="219" y="325"/>
                  </a:cubicBezTo>
                  <a:cubicBezTo>
                    <a:pt x="219" y="326"/>
                    <a:pt x="219" y="326"/>
                    <a:pt x="219" y="327"/>
                  </a:cubicBezTo>
                  <a:cubicBezTo>
                    <a:pt x="219" y="327"/>
                    <a:pt x="218" y="327"/>
                    <a:pt x="218" y="327"/>
                  </a:cubicBezTo>
                  <a:cubicBezTo>
                    <a:pt x="218" y="327"/>
                    <a:pt x="218" y="328"/>
                    <a:pt x="218" y="328"/>
                  </a:cubicBezTo>
                  <a:cubicBezTo>
                    <a:pt x="218" y="328"/>
                    <a:pt x="218" y="329"/>
                    <a:pt x="218" y="329"/>
                  </a:cubicBezTo>
                  <a:cubicBezTo>
                    <a:pt x="218" y="329"/>
                    <a:pt x="218" y="330"/>
                    <a:pt x="219" y="330"/>
                  </a:cubicBezTo>
                  <a:cubicBezTo>
                    <a:pt x="219" y="330"/>
                    <a:pt x="219" y="330"/>
                    <a:pt x="219" y="330"/>
                  </a:cubicBezTo>
                  <a:cubicBezTo>
                    <a:pt x="219" y="330"/>
                    <a:pt x="220" y="329"/>
                    <a:pt x="220" y="329"/>
                  </a:cubicBezTo>
                  <a:cubicBezTo>
                    <a:pt x="220" y="329"/>
                    <a:pt x="221" y="329"/>
                    <a:pt x="221" y="329"/>
                  </a:cubicBezTo>
                  <a:cubicBezTo>
                    <a:pt x="222" y="329"/>
                    <a:pt x="222" y="328"/>
                    <a:pt x="223" y="328"/>
                  </a:cubicBezTo>
                  <a:cubicBezTo>
                    <a:pt x="223" y="328"/>
                    <a:pt x="223" y="328"/>
                    <a:pt x="223" y="328"/>
                  </a:cubicBezTo>
                  <a:cubicBezTo>
                    <a:pt x="223" y="328"/>
                    <a:pt x="224" y="328"/>
                    <a:pt x="224" y="328"/>
                  </a:cubicBezTo>
                  <a:cubicBezTo>
                    <a:pt x="224" y="328"/>
                    <a:pt x="224" y="328"/>
                    <a:pt x="225" y="328"/>
                  </a:cubicBezTo>
                  <a:cubicBezTo>
                    <a:pt x="225" y="328"/>
                    <a:pt x="225" y="328"/>
                    <a:pt x="225" y="329"/>
                  </a:cubicBezTo>
                  <a:cubicBezTo>
                    <a:pt x="225" y="329"/>
                    <a:pt x="224" y="329"/>
                    <a:pt x="224" y="330"/>
                  </a:cubicBezTo>
                  <a:cubicBezTo>
                    <a:pt x="224" y="330"/>
                    <a:pt x="223" y="330"/>
                    <a:pt x="223" y="330"/>
                  </a:cubicBezTo>
                  <a:cubicBezTo>
                    <a:pt x="223" y="331"/>
                    <a:pt x="222" y="331"/>
                    <a:pt x="222" y="331"/>
                  </a:cubicBezTo>
                  <a:cubicBezTo>
                    <a:pt x="222" y="331"/>
                    <a:pt x="222" y="331"/>
                    <a:pt x="222" y="331"/>
                  </a:cubicBezTo>
                  <a:cubicBezTo>
                    <a:pt x="222" y="331"/>
                    <a:pt x="221" y="332"/>
                    <a:pt x="221" y="332"/>
                  </a:cubicBezTo>
                  <a:cubicBezTo>
                    <a:pt x="221" y="332"/>
                    <a:pt x="221" y="332"/>
                    <a:pt x="221" y="332"/>
                  </a:cubicBezTo>
                  <a:cubicBezTo>
                    <a:pt x="220" y="333"/>
                    <a:pt x="220" y="333"/>
                    <a:pt x="220" y="333"/>
                  </a:cubicBezTo>
                  <a:cubicBezTo>
                    <a:pt x="220" y="333"/>
                    <a:pt x="219" y="333"/>
                    <a:pt x="219" y="334"/>
                  </a:cubicBezTo>
                  <a:cubicBezTo>
                    <a:pt x="218" y="334"/>
                    <a:pt x="218" y="335"/>
                    <a:pt x="218" y="335"/>
                  </a:cubicBezTo>
                  <a:cubicBezTo>
                    <a:pt x="217" y="335"/>
                    <a:pt x="217" y="335"/>
                    <a:pt x="217" y="335"/>
                  </a:cubicBezTo>
                  <a:cubicBezTo>
                    <a:pt x="217" y="335"/>
                    <a:pt x="216" y="336"/>
                    <a:pt x="216" y="336"/>
                  </a:cubicBezTo>
                  <a:cubicBezTo>
                    <a:pt x="215" y="336"/>
                    <a:pt x="215" y="337"/>
                    <a:pt x="215" y="337"/>
                  </a:cubicBezTo>
                  <a:cubicBezTo>
                    <a:pt x="215" y="337"/>
                    <a:pt x="215" y="338"/>
                    <a:pt x="215" y="338"/>
                  </a:cubicBezTo>
                  <a:cubicBezTo>
                    <a:pt x="216" y="338"/>
                    <a:pt x="216" y="338"/>
                    <a:pt x="216" y="338"/>
                  </a:cubicBezTo>
                  <a:cubicBezTo>
                    <a:pt x="217" y="338"/>
                    <a:pt x="217" y="338"/>
                    <a:pt x="218" y="338"/>
                  </a:cubicBezTo>
                  <a:cubicBezTo>
                    <a:pt x="218" y="338"/>
                    <a:pt x="218" y="338"/>
                    <a:pt x="218" y="337"/>
                  </a:cubicBezTo>
                  <a:cubicBezTo>
                    <a:pt x="218" y="337"/>
                    <a:pt x="218" y="337"/>
                    <a:pt x="219" y="337"/>
                  </a:cubicBezTo>
                  <a:cubicBezTo>
                    <a:pt x="219" y="337"/>
                    <a:pt x="219" y="337"/>
                    <a:pt x="219" y="336"/>
                  </a:cubicBezTo>
                  <a:cubicBezTo>
                    <a:pt x="220" y="336"/>
                    <a:pt x="220" y="336"/>
                    <a:pt x="220" y="336"/>
                  </a:cubicBezTo>
                  <a:cubicBezTo>
                    <a:pt x="220" y="336"/>
                    <a:pt x="220" y="336"/>
                    <a:pt x="220" y="335"/>
                  </a:cubicBezTo>
                  <a:cubicBezTo>
                    <a:pt x="221" y="335"/>
                    <a:pt x="222" y="335"/>
                    <a:pt x="222" y="334"/>
                  </a:cubicBezTo>
                  <a:cubicBezTo>
                    <a:pt x="223" y="334"/>
                    <a:pt x="223" y="333"/>
                    <a:pt x="224" y="333"/>
                  </a:cubicBezTo>
                  <a:cubicBezTo>
                    <a:pt x="224" y="333"/>
                    <a:pt x="224" y="333"/>
                    <a:pt x="224" y="333"/>
                  </a:cubicBezTo>
                  <a:cubicBezTo>
                    <a:pt x="225" y="332"/>
                    <a:pt x="225" y="332"/>
                    <a:pt x="225" y="332"/>
                  </a:cubicBezTo>
                  <a:cubicBezTo>
                    <a:pt x="225" y="332"/>
                    <a:pt x="225" y="332"/>
                    <a:pt x="225" y="332"/>
                  </a:cubicBezTo>
                  <a:cubicBezTo>
                    <a:pt x="225" y="332"/>
                    <a:pt x="225" y="332"/>
                    <a:pt x="225" y="332"/>
                  </a:cubicBezTo>
                  <a:cubicBezTo>
                    <a:pt x="226" y="332"/>
                    <a:pt x="226" y="332"/>
                    <a:pt x="226" y="331"/>
                  </a:cubicBezTo>
                  <a:cubicBezTo>
                    <a:pt x="226" y="331"/>
                    <a:pt x="226" y="332"/>
                    <a:pt x="227" y="332"/>
                  </a:cubicBezTo>
                  <a:cubicBezTo>
                    <a:pt x="227" y="332"/>
                    <a:pt x="227" y="332"/>
                    <a:pt x="227" y="332"/>
                  </a:cubicBezTo>
                  <a:cubicBezTo>
                    <a:pt x="227" y="333"/>
                    <a:pt x="227" y="333"/>
                    <a:pt x="227" y="333"/>
                  </a:cubicBezTo>
                  <a:cubicBezTo>
                    <a:pt x="227" y="333"/>
                    <a:pt x="227" y="334"/>
                    <a:pt x="227" y="335"/>
                  </a:cubicBezTo>
                  <a:cubicBezTo>
                    <a:pt x="227" y="335"/>
                    <a:pt x="227" y="335"/>
                    <a:pt x="227" y="335"/>
                  </a:cubicBezTo>
                  <a:cubicBezTo>
                    <a:pt x="227" y="336"/>
                    <a:pt x="227" y="336"/>
                    <a:pt x="227" y="336"/>
                  </a:cubicBezTo>
                  <a:cubicBezTo>
                    <a:pt x="227" y="337"/>
                    <a:pt x="227" y="337"/>
                    <a:pt x="227" y="337"/>
                  </a:cubicBezTo>
                  <a:cubicBezTo>
                    <a:pt x="227" y="337"/>
                    <a:pt x="227" y="338"/>
                    <a:pt x="227" y="338"/>
                  </a:cubicBezTo>
                  <a:cubicBezTo>
                    <a:pt x="227" y="338"/>
                    <a:pt x="226" y="338"/>
                    <a:pt x="226" y="338"/>
                  </a:cubicBezTo>
                  <a:cubicBezTo>
                    <a:pt x="226" y="338"/>
                    <a:pt x="226" y="338"/>
                    <a:pt x="226" y="338"/>
                  </a:cubicBezTo>
                  <a:cubicBezTo>
                    <a:pt x="225" y="338"/>
                    <a:pt x="225" y="338"/>
                    <a:pt x="225" y="337"/>
                  </a:cubicBezTo>
                  <a:cubicBezTo>
                    <a:pt x="225" y="337"/>
                    <a:pt x="224" y="337"/>
                    <a:pt x="224" y="337"/>
                  </a:cubicBezTo>
                  <a:cubicBezTo>
                    <a:pt x="224" y="336"/>
                    <a:pt x="224" y="336"/>
                    <a:pt x="224" y="337"/>
                  </a:cubicBezTo>
                  <a:cubicBezTo>
                    <a:pt x="223" y="337"/>
                    <a:pt x="223" y="337"/>
                    <a:pt x="223" y="338"/>
                  </a:cubicBezTo>
                  <a:cubicBezTo>
                    <a:pt x="223" y="338"/>
                    <a:pt x="223" y="338"/>
                    <a:pt x="224" y="338"/>
                  </a:cubicBezTo>
                  <a:cubicBezTo>
                    <a:pt x="224" y="338"/>
                    <a:pt x="224" y="338"/>
                    <a:pt x="224" y="338"/>
                  </a:cubicBezTo>
                  <a:cubicBezTo>
                    <a:pt x="224" y="339"/>
                    <a:pt x="224" y="339"/>
                    <a:pt x="224" y="339"/>
                  </a:cubicBezTo>
                  <a:cubicBezTo>
                    <a:pt x="225" y="339"/>
                    <a:pt x="225" y="340"/>
                    <a:pt x="226" y="340"/>
                  </a:cubicBezTo>
                  <a:cubicBezTo>
                    <a:pt x="226" y="340"/>
                    <a:pt x="226" y="340"/>
                    <a:pt x="226" y="340"/>
                  </a:cubicBezTo>
                  <a:cubicBezTo>
                    <a:pt x="226" y="341"/>
                    <a:pt x="226" y="341"/>
                    <a:pt x="227" y="341"/>
                  </a:cubicBezTo>
                  <a:cubicBezTo>
                    <a:pt x="227" y="341"/>
                    <a:pt x="227" y="341"/>
                    <a:pt x="227" y="341"/>
                  </a:cubicBezTo>
                  <a:cubicBezTo>
                    <a:pt x="227" y="341"/>
                    <a:pt x="228" y="341"/>
                    <a:pt x="228" y="340"/>
                  </a:cubicBezTo>
                  <a:cubicBezTo>
                    <a:pt x="228" y="340"/>
                    <a:pt x="228" y="340"/>
                    <a:pt x="228" y="340"/>
                  </a:cubicBezTo>
                  <a:cubicBezTo>
                    <a:pt x="228" y="339"/>
                    <a:pt x="228" y="339"/>
                    <a:pt x="228" y="338"/>
                  </a:cubicBezTo>
                  <a:cubicBezTo>
                    <a:pt x="228" y="338"/>
                    <a:pt x="228" y="337"/>
                    <a:pt x="228" y="337"/>
                  </a:cubicBezTo>
                  <a:cubicBezTo>
                    <a:pt x="229" y="337"/>
                    <a:pt x="229" y="336"/>
                    <a:pt x="229" y="336"/>
                  </a:cubicBezTo>
                  <a:cubicBezTo>
                    <a:pt x="229" y="336"/>
                    <a:pt x="229" y="336"/>
                    <a:pt x="229" y="335"/>
                  </a:cubicBezTo>
                  <a:cubicBezTo>
                    <a:pt x="229" y="335"/>
                    <a:pt x="229" y="334"/>
                    <a:pt x="229" y="333"/>
                  </a:cubicBezTo>
                  <a:cubicBezTo>
                    <a:pt x="229" y="333"/>
                    <a:pt x="229" y="333"/>
                    <a:pt x="229" y="333"/>
                  </a:cubicBezTo>
                  <a:cubicBezTo>
                    <a:pt x="229" y="332"/>
                    <a:pt x="229" y="332"/>
                    <a:pt x="229" y="332"/>
                  </a:cubicBezTo>
                  <a:cubicBezTo>
                    <a:pt x="229" y="332"/>
                    <a:pt x="229" y="332"/>
                    <a:pt x="229" y="331"/>
                  </a:cubicBezTo>
                  <a:cubicBezTo>
                    <a:pt x="229" y="331"/>
                    <a:pt x="229" y="330"/>
                    <a:pt x="229" y="329"/>
                  </a:cubicBezTo>
                  <a:cubicBezTo>
                    <a:pt x="229" y="329"/>
                    <a:pt x="229" y="329"/>
                    <a:pt x="229" y="329"/>
                  </a:cubicBezTo>
                  <a:cubicBezTo>
                    <a:pt x="229" y="328"/>
                    <a:pt x="229" y="328"/>
                    <a:pt x="229" y="328"/>
                  </a:cubicBezTo>
                  <a:cubicBezTo>
                    <a:pt x="230" y="327"/>
                    <a:pt x="230" y="327"/>
                    <a:pt x="231" y="326"/>
                  </a:cubicBezTo>
                  <a:cubicBezTo>
                    <a:pt x="231" y="326"/>
                    <a:pt x="231" y="326"/>
                    <a:pt x="231" y="326"/>
                  </a:cubicBezTo>
                  <a:cubicBezTo>
                    <a:pt x="232" y="325"/>
                    <a:pt x="233" y="324"/>
                    <a:pt x="234" y="323"/>
                  </a:cubicBezTo>
                  <a:cubicBezTo>
                    <a:pt x="234" y="323"/>
                    <a:pt x="234" y="323"/>
                    <a:pt x="234" y="323"/>
                  </a:cubicBezTo>
                  <a:cubicBezTo>
                    <a:pt x="234" y="323"/>
                    <a:pt x="234" y="322"/>
                    <a:pt x="234" y="322"/>
                  </a:cubicBezTo>
                  <a:cubicBezTo>
                    <a:pt x="235" y="322"/>
                    <a:pt x="235" y="322"/>
                    <a:pt x="235" y="322"/>
                  </a:cubicBezTo>
                  <a:cubicBezTo>
                    <a:pt x="235" y="322"/>
                    <a:pt x="235" y="321"/>
                    <a:pt x="235" y="321"/>
                  </a:cubicBezTo>
                  <a:close/>
                  <a:moveTo>
                    <a:pt x="278" y="332"/>
                  </a:moveTo>
                  <a:cubicBezTo>
                    <a:pt x="278" y="332"/>
                    <a:pt x="278" y="332"/>
                    <a:pt x="278" y="332"/>
                  </a:cubicBezTo>
                  <a:cubicBezTo>
                    <a:pt x="278" y="332"/>
                    <a:pt x="278" y="332"/>
                    <a:pt x="278" y="331"/>
                  </a:cubicBezTo>
                  <a:cubicBezTo>
                    <a:pt x="277" y="331"/>
                    <a:pt x="277" y="331"/>
                    <a:pt x="277" y="331"/>
                  </a:cubicBezTo>
                  <a:cubicBezTo>
                    <a:pt x="277" y="331"/>
                    <a:pt x="277" y="331"/>
                    <a:pt x="276" y="331"/>
                  </a:cubicBezTo>
                  <a:cubicBezTo>
                    <a:pt x="276" y="331"/>
                    <a:pt x="275" y="331"/>
                    <a:pt x="275" y="330"/>
                  </a:cubicBezTo>
                  <a:cubicBezTo>
                    <a:pt x="274" y="330"/>
                    <a:pt x="274" y="329"/>
                    <a:pt x="273" y="329"/>
                  </a:cubicBezTo>
                  <a:cubicBezTo>
                    <a:pt x="272" y="330"/>
                    <a:pt x="272" y="329"/>
                    <a:pt x="272" y="329"/>
                  </a:cubicBezTo>
                  <a:cubicBezTo>
                    <a:pt x="272" y="328"/>
                    <a:pt x="271" y="328"/>
                    <a:pt x="271" y="328"/>
                  </a:cubicBezTo>
                  <a:cubicBezTo>
                    <a:pt x="271" y="328"/>
                    <a:pt x="271" y="328"/>
                    <a:pt x="271" y="328"/>
                  </a:cubicBezTo>
                  <a:cubicBezTo>
                    <a:pt x="270" y="328"/>
                    <a:pt x="270" y="327"/>
                    <a:pt x="270" y="327"/>
                  </a:cubicBezTo>
                  <a:cubicBezTo>
                    <a:pt x="270" y="326"/>
                    <a:pt x="270" y="325"/>
                    <a:pt x="270" y="325"/>
                  </a:cubicBezTo>
                  <a:cubicBezTo>
                    <a:pt x="270" y="325"/>
                    <a:pt x="270" y="325"/>
                    <a:pt x="270" y="325"/>
                  </a:cubicBezTo>
                  <a:cubicBezTo>
                    <a:pt x="270" y="324"/>
                    <a:pt x="270" y="324"/>
                    <a:pt x="270" y="324"/>
                  </a:cubicBezTo>
                  <a:cubicBezTo>
                    <a:pt x="270" y="323"/>
                    <a:pt x="270" y="323"/>
                    <a:pt x="270" y="323"/>
                  </a:cubicBezTo>
                  <a:cubicBezTo>
                    <a:pt x="270" y="323"/>
                    <a:pt x="270" y="322"/>
                    <a:pt x="270" y="322"/>
                  </a:cubicBezTo>
                  <a:cubicBezTo>
                    <a:pt x="270" y="322"/>
                    <a:pt x="270" y="322"/>
                    <a:pt x="271" y="321"/>
                  </a:cubicBezTo>
                  <a:cubicBezTo>
                    <a:pt x="271" y="321"/>
                    <a:pt x="271" y="321"/>
                    <a:pt x="271" y="321"/>
                  </a:cubicBezTo>
                  <a:cubicBezTo>
                    <a:pt x="272" y="321"/>
                    <a:pt x="272" y="320"/>
                    <a:pt x="273" y="320"/>
                  </a:cubicBezTo>
                  <a:cubicBezTo>
                    <a:pt x="273" y="320"/>
                    <a:pt x="273" y="319"/>
                    <a:pt x="274" y="319"/>
                  </a:cubicBezTo>
                  <a:cubicBezTo>
                    <a:pt x="274" y="319"/>
                    <a:pt x="274" y="319"/>
                    <a:pt x="274" y="318"/>
                  </a:cubicBezTo>
                  <a:cubicBezTo>
                    <a:pt x="274" y="318"/>
                    <a:pt x="275" y="318"/>
                    <a:pt x="275" y="317"/>
                  </a:cubicBezTo>
                  <a:cubicBezTo>
                    <a:pt x="274" y="317"/>
                    <a:pt x="274" y="316"/>
                    <a:pt x="274" y="316"/>
                  </a:cubicBezTo>
                  <a:cubicBezTo>
                    <a:pt x="274" y="316"/>
                    <a:pt x="274" y="316"/>
                    <a:pt x="273" y="316"/>
                  </a:cubicBezTo>
                  <a:cubicBezTo>
                    <a:pt x="273" y="316"/>
                    <a:pt x="273" y="316"/>
                    <a:pt x="273" y="316"/>
                  </a:cubicBezTo>
                  <a:cubicBezTo>
                    <a:pt x="272" y="316"/>
                    <a:pt x="272" y="316"/>
                    <a:pt x="272" y="316"/>
                  </a:cubicBezTo>
                  <a:cubicBezTo>
                    <a:pt x="272" y="316"/>
                    <a:pt x="271" y="316"/>
                    <a:pt x="271" y="316"/>
                  </a:cubicBezTo>
                  <a:cubicBezTo>
                    <a:pt x="271" y="317"/>
                    <a:pt x="270" y="317"/>
                    <a:pt x="270" y="317"/>
                  </a:cubicBezTo>
                  <a:cubicBezTo>
                    <a:pt x="270" y="317"/>
                    <a:pt x="270" y="316"/>
                    <a:pt x="270" y="316"/>
                  </a:cubicBezTo>
                  <a:cubicBezTo>
                    <a:pt x="270" y="316"/>
                    <a:pt x="270" y="316"/>
                    <a:pt x="270" y="316"/>
                  </a:cubicBezTo>
                  <a:cubicBezTo>
                    <a:pt x="270" y="316"/>
                    <a:pt x="270" y="315"/>
                    <a:pt x="269" y="315"/>
                  </a:cubicBezTo>
                  <a:cubicBezTo>
                    <a:pt x="269" y="315"/>
                    <a:pt x="269" y="315"/>
                    <a:pt x="269" y="315"/>
                  </a:cubicBezTo>
                  <a:cubicBezTo>
                    <a:pt x="269" y="315"/>
                    <a:pt x="269" y="315"/>
                    <a:pt x="269" y="314"/>
                  </a:cubicBezTo>
                  <a:cubicBezTo>
                    <a:pt x="269" y="314"/>
                    <a:pt x="269" y="314"/>
                    <a:pt x="269" y="313"/>
                  </a:cubicBezTo>
                  <a:cubicBezTo>
                    <a:pt x="268" y="313"/>
                    <a:pt x="268" y="313"/>
                    <a:pt x="268" y="312"/>
                  </a:cubicBezTo>
                  <a:cubicBezTo>
                    <a:pt x="268" y="312"/>
                    <a:pt x="267" y="312"/>
                    <a:pt x="267" y="312"/>
                  </a:cubicBezTo>
                  <a:cubicBezTo>
                    <a:pt x="267" y="311"/>
                    <a:pt x="267" y="311"/>
                    <a:pt x="267" y="311"/>
                  </a:cubicBezTo>
                  <a:cubicBezTo>
                    <a:pt x="266" y="311"/>
                    <a:pt x="266" y="311"/>
                    <a:pt x="266" y="311"/>
                  </a:cubicBezTo>
                  <a:cubicBezTo>
                    <a:pt x="265" y="311"/>
                    <a:pt x="265" y="312"/>
                    <a:pt x="265" y="312"/>
                  </a:cubicBezTo>
                  <a:cubicBezTo>
                    <a:pt x="265" y="312"/>
                    <a:pt x="265" y="312"/>
                    <a:pt x="265" y="312"/>
                  </a:cubicBezTo>
                  <a:cubicBezTo>
                    <a:pt x="266" y="312"/>
                    <a:pt x="266" y="313"/>
                    <a:pt x="266" y="313"/>
                  </a:cubicBezTo>
                  <a:cubicBezTo>
                    <a:pt x="266" y="313"/>
                    <a:pt x="266" y="313"/>
                    <a:pt x="266" y="314"/>
                  </a:cubicBezTo>
                  <a:cubicBezTo>
                    <a:pt x="266" y="314"/>
                    <a:pt x="266" y="314"/>
                    <a:pt x="266" y="315"/>
                  </a:cubicBezTo>
                  <a:cubicBezTo>
                    <a:pt x="267" y="315"/>
                    <a:pt x="267" y="316"/>
                    <a:pt x="266" y="317"/>
                  </a:cubicBezTo>
                  <a:cubicBezTo>
                    <a:pt x="266" y="317"/>
                    <a:pt x="266" y="317"/>
                    <a:pt x="266" y="317"/>
                  </a:cubicBezTo>
                  <a:cubicBezTo>
                    <a:pt x="266" y="317"/>
                    <a:pt x="266" y="318"/>
                    <a:pt x="266" y="318"/>
                  </a:cubicBezTo>
                  <a:cubicBezTo>
                    <a:pt x="266" y="318"/>
                    <a:pt x="266" y="317"/>
                    <a:pt x="266" y="317"/>
                  </a:cubicBezTo>
                  <a:cubicBezTo>
                    <a:pt x="266" y="317"/>
                    <a:pt x="265" y="317"/>
                    <a:pt x="265" y="317"/>
                  </a:cubicBezTo>
                  <a:cubicBezTo>
                    <a:pt x="265" y="317"/>
                    <a:pt x="265" y="317"/>
                    <a:pt x="264" y="317"/>
                  </a:cubicBezTo>
                  <a:cubicBezTo>
                    <a:pt x="264" y="317"/>
                    <a:pt x="264" y="317"/>
                    <a:pt x="263" y="317"/>
                  </a:cubicBezTo>
                  <a:cubicBezTo>
                    <a:pt x="263" y="317"/>
                    <a:pt x="262" y="317"/>
                    <a:pt x="262" y="317"/>
                  </a:cubicBezTo>
                  <a:cubicBezTo>
                    <a:pt x="261" y="317"/>
                    <a:pt x="261" y="317"/>
                    <a:pt x="261" y="317"/>
                  </a:cubicBezTo>
                  <a:cubicBezTo>
                    <a:pt x="260" y="317"/>
                    <a:pt x="260" y="317"/>
                    <a:pt x="260" y="318"/>
                  </a:cubicBezTo>
                  <a:cubicBezTo>
                    <a:pt x="260" y="318"/>
                    <a:pt x="260" y="318"/>
                    <a:pt x="259" y="318"/>
                  </a:cubicBezTo>
                  <a:cubicBezTo>
                    <a:pt x="259" y="319"/>
                    <a:pt x="259" y="319"/>
                    <a:pt x="259" y="319"/>
                  </a:cubicBezTo>
                  <a:cubicBezTo>
                    <a:pt x="259" y="319"/>
                    <a:pt x="259" y="319"/>
                    <a:pt x="259" y="319"/>
                  </a:cubicBezTo>
                  <a:cubicBezTo>
                    <a:pt x="259" y="319"/>
                    <a:pt x="260" y="320"/>
                    <a:pt x="260" y="319"/>
                  </a:cubicBezTo>
                  <a:cubicBezTo>
                    <a:pt x="260" y="319"/>
                    <a:pt x="261" y="320"/>
                    <a:pt x="261" y="320"/>
                  </a:cubicBezTo>
                  <a:cubicBezTo>
                    <a:pt x="262" y="320"/>
                    <a:pt x="262" y="321"/>
                    <a:pt x="263" y="321"/>
                  </a:cubicBezTo>
                  <a:cubicBezTo>
                    <a:pt x="263" y="321"/>
                    <a:pt x="263" y="321"/>
                    <a:pt x="263" y="321"/>
                  </a:cubicBezTo>
                  <a:cubicBezTo>
                    <a:pt x="263" y="321"/>
                    <a:pt x="263" y="321"/>
                    <a:pt x="263" y="321"/>
                  </a:cubicBezTo>
                  <a:cubicBezTo>
                    <a:pt x="264" y="321"/>
                    <a:pt x="264" y="321"/>
                    <a:pt x="265" y="321"/>
                  </a:cubicBezTo>
                  <a:cubicBezTo>
                    <a:pt x="265" y="322"/>
                    <a:pt x="265" y="322"/>
                    <a:pt x="266" y="322"/>
                  </a:cubicBezTo>
                  <a:cubicBezTo>
                    <a:pt x="266" y="322"/>
                    <a:pt x="266" y="322"/>
                    <a:pt x="266" y="322"/>
                  </a:cubicBezTo>
                  <a:cubicBezTo>
                    <a:pt x="266" y="322"/>
                    <a:pt x="266" y="322"/>
                    <a:pt x="266" y="322"/>
                  </a:cubicBezTo>
                  <a:cubicBezTo>
                    <a:pt x="266" y="323"/>
                    <a:pt x="266" y="323"/>
                    <a:pt x="266" y="324"/>
                  </a:cubicBezTo>
                  <a:cubicBezTo>
                    <a:pt x="266" y="324"/>
                    <a:pt x="266" y="325"/>
                    <a:pt x="267" y="325"/>
                  </a:cubicBezTo>
                  <a:cubicBezTo>
                    <a:pt x="267" y="325"/>
                    <a:pt x="267" y="325"/>
                    <a:pt x="267" y="325"/>
                  </a:cubicBezTo>
                  <a:cubicBezTo>
                    <a:pt x="267" y="325"/>
                    <a:pt x="266" y="326"/>
                    <a:pt x="266" y="326"/>
                  </a:cubicBezTo>
                  <a:cubicBezTo>
                    <a:pt x="266" y="326"/>
                    <a:pt x="266" y="326"/>
                    <a:pt x="266" y="326"/>
                  </a:cubicBezTo>
                  <a:cubicBezTo>
                    <a:pt x="266" y="326"/>
                    <a:pt x="266" y="327"/>
                    <a:pt x="266" y="327"/>
                  </a:cubicBezTo>
                  <a:cubicBezTo>
                    <a:pt x="266" y="327"/>
                    <a:pt x="266" y="327"/>
                    <a:pt x="265" y="327"/>
                  </a:cubicBezTo>
                  <a:cubicBezTo>
                    <a:pt x="265" y="328"/>
                    <a:pt x="264" y="329"/>
                    <a:pt x="264" y="330"/>
                  </a:cubicBezTo>
                  <a:cubicBezTo>
                    <a:pt x="264" y="330"/>
                    <a:pt x="264" y="330"/>
                    <a:pt x="264" y="330"/>
                  </a:cubicBezTo>
                  <a:cubicBezTo>
                    <a:pt x="263" y="330"/>
                    <a:pt x="263" y="331"/>
                    <a:pt x="263" y="331"/>
                  </a:cubicBezTo>
                  <a:cubicBezTo>
                    <a:pt x="263" y="331"/>
                    <a:pt x="262" y="331"/>
                    <a:pt x="262" y="331"/>
                  </a:cubicBezTo>
                  <a:cubicBezTo>
                    <a:pt x="262" y="331"/>
                    <a:pt x="262" y="331"/>
                    <a:pt x="262" y="331"/>
                  </a:cubicBezTo>
                  <a:cubicBezTo>
                    <a:pt x="262" y="331"/>
                    <a:pt x="262" y="331"/>
                    <a:pt x="262" y="331"/>
                  </a:cubicBezTo>
                  <a:cubicBezTo>
                    <a:pt x="262" y="330"/>
                    <a:pt x="263" y="329"/>
                    <a:pt x="263" y="329"/>
                  </a:cubicBezTo>
                  <a:cubicBezTo>
                    <a:pt x="263" y="328"/>
                    <a:pt x="263" y="328"/>
                    <a:pt x="263" y="328"/>
                  </a:cubicBezTo>
                  <a:cubicBezTo>
                    <a:pt x="263" y="328"/>
                    <a:pt x="263" y="327"/>
                    <a:pt x="263" y="327"/>
                  </a:cubicBezTo>
                  <a:cubicBezTo>
                    <a:pt x="263" y="327"/>
                    <a:pt x="263" y="327"/>
                    <a:pt x="264" y="327"/>
                  </a:cubicBezTo>
                  <a:cubicBezTo>
                    <a:pt x="264" y="327"/>
                    <a:pt x="264" y="326"/>
                    <a:pt x="264" y="326"/>
                  </a:cubicBezTo>
                  <a:cubicBezTo>
                    <a:pt x="264" y="326"/>
                    <a:pt x="264" y="325"/>
                    <a:pt x="263" y="325"/>
                  </a:cubicBezTo>
                  <a:cubicBezTo>
                    <a:pt x="263" y="325"/>
                    <a:pt x="263" y="325"/>
                    <a:pt x="263" y="325"/>
                  </a:cubicBezTo>
                  <a:cubicBezTo>
                    <a:pt x="263" y="325"/>
                    <a:pt x="262" y="325"/>
                    <a:pt x="262" y="325"/>
                  </a:cubicBezTo>
                  <a:cubicBezTo>
                    <a:pt x="262" y="325"/>
                    <a:pt x="262" y="324"/>
                    <a:pt x="261" y="324"/>
                  </a:cubicBezTo>
                  <a:cubicBezTo>
                    <a:pt x="261" y="324"/>
                    <a:pt x="261" y="324"/>
                    <a:pt x="261" y="324"/>
                  </a:cubicBezTo>
                  <a:cubicBezTo>
                    <a:pt x="261" y="324"/>
                    <a:pt x="261" y="324"/>
                    <a:pt x="260" y="324"/>
                  </a:cubicBezTo>
                  <a:cubicBezTo>
                    <a:pt x="260" y="324"/>
                    <a:pt x="260" y="324"/>
                    <a:pt x="260" y="323"/>
                  </a:cubicBezTo>
                  <a:cubicBezTo>
                    <a:pt x="260" y="323"/>
                    <a:pt x="260" y="323"/>
                    <a:pt x="260" y="323"/>
                  </a:cubicBezTo>
                  <a:cubicBezTo>
                    <a:pt x="260" y="323"/>
                    <a:pt x="260" y="323"/>
                    <a:pt x="260" y="323"/>
                  </a:cubicBezTo>
                  <a:cubicBezTo>
                    <a:pt x="260" y="323"/>
                    <a:pt x="260" y="323"/>
                    <a:pt x="259" y="323"/>
                  </a:cubicBezTo>
                  <a:cubicBezTo>
                    <a:pt x="259" y="323"/>
                    <a:pt x="259" y="324"/>
                    <a:pt x="259" y="324"/>
                  </a:cubicBezTo>
                  <a:cubicBezTo>
                    <a:pt x="259" y="324"/>
                    <a:pt x="259" y="324"/>
                    <a:pt x="259" y="324"/>
                  </a:cubicBezTo>
                  <a:cubicBezTo>
                    <a:pt x="260" y="325"/>
                    <a:pt x="260" y="325"/>
                    <a:pt x="260" y="325"/>
                  </a:cubicBezTo>
                  <a:cubicBezTo>
                    <a:pt x="261" y="326"/>
                    <a:pt x="261" y="326"/>
                    <a:pt x="261" y="326"/>
                  </a:cubicBezTo>
                  <a:cubicBezTo>
                    <a:pt x="261" y="326"/>
                    <a:pt x="261" y="326"/>
                    <a:pt x="261" y="326"/>
                  </a:cubicBezTo>
                  <a:cubicBezTo>
                    <a:pt x="262" y="326"/>
                    <a:pt x="262" y="326"/>
                    <a:pt x="262" y="327"/>
                  </a:cubicBezTo>
                  <a:cubicBezTo>
                    <a:pt x="262" y="327"/>
                    <a:pt x="262" y="327"/>
                    <a:pt x="262" y="327"/>
                  </a:cubicBezTo>
                  <a:cubicBezTo>
                    <a:pt x="262" y="327"/>
                    <a:pt x="262" y="328"/>
                    <a:pt x="262" y="328"/>
                  </a:cubicBezTo>
                  <a:cubicBezTo>
                    <a:pt x="262" y="328"/>
                    <a:pt x="262" y="329"/>
                    <a:pt x="262" y="330"/>
                  </a:cubicBezTo>
                  <a:cubicBezTo>
                    <a:pt x="261" y="330"/>
                    <a:pt x="261" y="331"/>
                    <a:pt x="261" y="331"/>
                  </a:cubicBezTo>
                  <a:cubicBezTo>
                    <a:pt x="261" y="331"/>
                    <a:pt x="260" y="331"/>
                    <a:pt x="260" y="331"/>
                  </a:cubicBezTo>
                  <a:cubicBezTo>
                    <a:pt x="260" y="332"/>
                    <a:pt x="260" y="332"/>
                    <a:pt x="260" y="332"/>
                  </a:cubicBezTo>
                  <a:cubicBezTo>
                    <a:pt x="260" y="332"/>
                    <a:pt x="260" y="333"/>
                    <a:pt x="260" y="333"/>
                  </a:cubicBezTo>
                  <a:cubicBezTo>
                    <a:pt x="260" y="333"/>
                    <a:pt x="260" y="334"/>
                    <a:pt x="260" y="334"/>
                  </a:cubicBezTo>
                  <a:cubicBezTo>
                    <a:pt x="260" y="334"/>
                    <a:pt x="260" y="334"/>
                    <a:pt x="261" y="334"/>
                  </a:cubicBezTo>
                  <a:cubicBezTo>
                    <a:pt x="261" y="335"/>
                    <a:pt x="261" y="335"/>
                    <a:pt x="261" y="335"/>
                  </a:cubicBezTo>
                  <a:cubicBezTo>
                    <a:pt x="261" y="335"/>
                    <a:pt x="261" y="335"/>
                    <a:pt x="261" y="335"/>
                  </a:cubicBezTo>
                  <a:cubicBezTo>
                    <a:pt x="262" y="335"/>
                    <a:pt x="262" y="335"/>
                    <a:pt x="262" y="335"/>
                  </a:cubicBezTo>
                  <a:cubicBezTo>
                    <a:pt x="262" y="335"/>
                    <a:pt x="263" y="335"/>
                    <a:pt x="263" y="334"/>
                  </a:cubicBezTo>
                  <a:cubicBezTo>
                    <a:pt x="263" y="334"/>
                    <a:pt x="264" y="333"/>
                    <a:pt x="264" y="333"/>
                  </a:cubicBezTo>
                  <a:cubicBezTo>
                    <a:pt x="265" y="332"/>
                    <a:pt x="265" y="332"/>
                    <a:pt x="265" y="331"/>
                  </a:cubicBezTo>
                  <a:cubicBezTo>
                    <a:pt x="266" y="331"/>
                    <a:pt x="266" y="331"/>
                    <a:pt x="267" y="331"/>
                  </a:cubicBezTo>
                  <a:cubicBezTo>
                    <a:pt x="267" y="331"/>
                    <a:pt x="267" y="331"/>
                    <a:pt x="267" y="331"/>
                  </a:cubicBezTo>
                  <a:cubicBezTo>
                    <a:pt x="267" y="331"/>
                    <a:pt x="267" y="332"/>
                    <a:pt x="267" y="332"/>
                  </a:cubicBezTo>
                  <a:cubicBezTo>
                    <a:pt x="267" y="332"/>
                    <a:pt x="267" y="332"/>
                    <a:pt x="267" y="332"/>
                  </a:cubicBezTo>
                  <a:cubicBezTo>
                    <a:pt x="267" y="332"/>
                    <a:pt x="267" y="333"/>
                    <a:pt x="267" y="333"/>
                  </a:cubicBezTo>
                  <a:cubicBezTo>
                    <a:pt x="267" y="333"/>
                    <a:pt x="267" y="334"/>
                    <a:pt x="267" y="334"/>
                  </a:cubicBezTo>
                  <a:cubicBezTo>
                    <a:pt x="267" y="335"/>
                    <a:pt x="267" y="335"/>
                    <a:pt x="267" y="336"/>
                  </a:cubicBezTo>
                  <a:cubicBezTo>
                    <a:pt x="267" y="336"/>
                    <a:pt x="267" y="336"/>
                    <a:pt x="267" y="336"/>
                  </a:cubicBezTo>
                  <a:cubicBezTo>
                    <a:pt x="266" y="336"/>
                    <a:pt x="266" y="337"/>
                    <a:pt x="266" y="337"/>
                  </a:cubicBezTo>
                  <a:cubicBezTo>
                    <a:pt x="266" y="337"/>
                    <a:pt x="266" y="337"/>
                    <a:pt x="266" y="337"/>
                  </a:cubicBezTo>
                  <a:cubicBezTo>
                    <a:pt x="267" y="337"/>
                    <a:pt x="267" y="337"/>
                    <a:pt x="266" y="338"/>
                  </a:cubicBezTo>
                  <a:cubicBezTo>
                    <a:pt x="266" y="338"/>
                    <a:pt x="266" y="338"/>
                    <a:pt x="266" y="338"/>
                  </a:cubicBezTo>
                  <a:cubicBezTo>
                    <a:pt x="267" y="338"/>
                    <a:pt x="267" y="338"/>
                    <a:pt x="267" y="338"/>
                  </a:cubicBezTo>
                  <a:cubicBezTo>
                    <a:pt x="267" y="339"/>
                    <a:pt x="267" y="339"/>
                    <a:pt x="268" y="339"/>
                  </a:cubicBezTo>
                  <a:cubicBezTo>
                    <a:pt x="268" y="339"/>
                    <a:pt x="269" y="339"/>
                    <a:pt x="269" y="338"/>
                  </a:cubicBezTo>
                  <a:cubicBezTo>
                    <a:pt x="269" y="338"/>
                    <a:pt x="269" y="338"/>
                    <a:pt x="270" y="338"/>
                  </a:cubicBezTo>
                  <a:cubicBezTo>
                    <a:pt x="270" y="337"/>
                    <a:pt x="270" y="337"/>
                    <a:pt x="270" y="337"/>
                  </a:cubicBezTo>
                  <a:cubicBezTo>
                    <a:pt x="270" y="336"/>
                    <a:pt x="270" y="336"/>
                    <a:pt x="270" y="335"/>
                  </a:cubicBezTo>
                  <a:cubicBezTo>
                    <a:pt x="270" y="335"/>
                    <a:pt x="270" y="335"/>
                    <a:pt x="270" y="335"/>
                  </a:cubicBezTo>
                  <a:cubicBezTo>
                    <a:pt x="270" y="335"/>
                    <a:pt x="270" y="334"/>
                    <a:pt x="270" y="334"/>
                  </a:cubicBezTo>
                  <a:cubicBezTo>
                    <a:pt x="270" y="334"/>
                    <a:pt x="270" y="333"/>
                    <a:pt x="270" y="333"/>
                  </a:cubicBezTo>
                  <a:cubicBezTo>
                    <a:pt x="270" y="333"/>
                    <a:pt x="270" y="332"/>
                    <a:pt x="270" y="332"/>
                  </a:cubicBezTo>
                  <a:cubicBezTo>
                    <a:pt x="270" y="332"/>
                    <a:pt x="270" y="332"/>
                    <a:pt x="270" y="332"/>
                  </a:cubicBezTo>
                  <a:cubicBezTo>
                    <a:pt x="271" y="332"/>
                    <a:pt x="271" y="332"/>
                    <a:pt x="271" y="332"/>
                  </a:cubicBezTo>
                  <a:cubicBezTo>
                    <a:pt x="272" y="332"/>
                    <a:pt x="273" y="333"/>
                    <a:pt x="273" y="333"/>
                  </a:cubicBezTo>
                  <a:cubicBezTo>
                    <a:pt x="274" y="333"/>
                    <a:pt x="274" y="333"/>
                    <a:pt x="274" y="333"/>
                  </a:cubicBezTo>
                  <a:cubicBezTo>
                    <a:pt x="274" y="333"/>
                    <a:pt x="275" y="333"/>
                    <a:pt x="275" y="333"/>
                  </a:cubicBezTo>
                  <a:cubicBezTo>
                    <a:pt x="275" y="334"/>
                    <a:pt x="276" y="334"/>
                    <a:pt x="276" y="334"/>
                  </a:cubicBezTo>
                  <a:cubicBezTo>
                    <a:pt x="277" y="334"/>
                    <a:pt x="277" y="334"/>
                    <a:pt x="277" y="334"/>
                  </a:cubicBezTo>
                  <a:cubicBezTo>
                    <a:pt x="277" y="334"/>
                    <a:pt x="278" y="334"/>
                    <a:pt x="278" y="334"/>
                  </a:cubicBezTo>
                  <a:cubicBezTo>
                    <a:pt x="278" y="333"/>
                    <a:pt x="278" y="333"/>
                    <a:pt x="278" y="333"/>
                  </a:cubicBezTo>
                  <a:cubicBezTo>
                    <a:pt x="278" y="333"/>
                    <a:pt x="278" y="333"/>
                    <a:pt x="278" y="333"/>
                  </a:cubicBezTo>
                  <a:cubicBezTo>
                    <a:pt x="278" y="332"/>
                    <a:pt x="278" y="332"/>
                    <a:pt x="278" y="332"/>
                  </a:cubicBezTo>
                  <a:close/>
                  <a:moveTo>
                    <a:pt x="313" y="335"/>
                  </a:moveTo>
                  <a:cubicBezTo>
                    <a:pt x="313" y="334"/>
                    <a:pt x="312" y="334"/>
                    <a:pt x="312" y="334"/>
                  </a:cubicBezTo>
                  <a:cubicBezTo>
                    <a:pt x="311" y="334"/>
                    <a:pt x="311" y="334"/>
                    <a:pt x="311" y="334"/>
                  </a:cubicBezTo>
                  <a:cubicBezTo>
                    <a:pt x="311" y="334"/>
                    <a:pt x="310" y="334"/>
                    <a:pt x="310" y="334"/>
                  </a:cubicBezTo>
                  <a:cubicBezTo>
                    <a:pt x="309" y="334"/>
                    <a:pt x="309" y="334"/>
                    <a:pt x="308" y="334"/>
                  </a:cubicBezTo>
                  <a:cubicBezTo>
                    <a:pt x="308" y="334"/>
                    <a:pt x="308" y="334"/>
                    <a:pt x="307" y="333"/>
                  </a:cubicBezTo>
                  <a:cubicBezTo>
                    <a:pt x="307" y="333"/>
                    <a:pt x="307" y="333"/>
                    <a:pt x="306" y="333"/>
                  </a:cubicBezTo>
                  <a:cubicBezTo>
                    <a:pt x="305" y="332"/>
                    <a:pt x="305" y="332"/>
                    <a:pt x="304" y="332"/>
                  </a:cubicBezTo>
                  <a:cubicBezTo>
                    <a:pt x="304" y="332"/>
                    <a:pt x="304" y="332"/>
                    <a:pt x="304" y="331"/>
                  </a:cubicBezTo>
                  <a:cubicBezTo>
                    <a:pt x="304" y="331"/>
                    <a:pt x="303" y="331"/>
                    <a:pt x="303" y="331"/>
                  </a:cubicBezTo>
                  <a:cubicBezTo>
                    <a:pt x="303" y="330"/>
                    <a:pt x="303" y="330"/>
                    <a:pt x="303" y="329"/>
                  </a:cubicBezTo>
                  <a:cubicBezTo>
                    <a:pt x="303" y="329"/>
                    <a:pt x="303" y="328"/>
                    <a:pt x="304" y="328"/>
                  </a:cubicBezTo>
                  <a:cubicBezTo>
                    <a:pt x="304" y="327"/>
                    <a:pt x="304" y="327"/>
                    <a:pt x="304" y="327"/>
                  </a:cubicBezTo>
                  <a:cubicBezTo>
                    <a:pt x="304" y="327"/>
                    <a:pt x="304" y="326"/>
                    <a:pt x="304" y="326"/>
                  </a:cubicBezTo>
                  <a:cubicBezTo>
                    <a:pt x="305" y="326"/>
                    <a:pt x="305" y="326"/>
                    <a:pt x="305" y="326"/>
                  </a:cubicBezTo>
                  <a:cubicBezTo>
                    <a:pt x="305" y="326"/>
                    <a:pt x="306" y="325"/>
                    <a:pt x="306" y="325"/>
                  </a:cubicBezTo>
                  <a:cubicBezTo>
                    <a:pt x="306" y="325"/>
                    <a:pt x="306" y="324"/>
                    <a:pt x="306" y="324"/>
                  </a:cubicBezTo>
                  <a:cubicBezTo>
                    <a:pt x="307" y="324"/>
                    <a:pt x="307" y="324"/>
                    <a:pt x="307" y="324"/>
                  </a:cubicBezTo>
                  <a:cubicBezTo>
                    <a:pt x="307" y="323"/>
                    <a:pt x="307" y="323"/>
                    <a:pt x="307" y="323"/>
                  </a:cubicBezTo>
                  <a:cubicBezTo>
                    <a:pt x="306" y="323"/>
                    <a:pt x="306" y="323"/>
                    <a:pt x="306" y="322"/>
                  </a:cubicBezTo>
                  <a:cubicBezTo>
                    <a:pt x="305" y="322"/>
                    <a:pt x="305" y="322"/>
                    <a:pt x="304" y="322"/>
                  </a:cubicBezTo>
                  <a:cubicBezTo>
                    <a:pt x="304" y="323"/>
                    <a:pt x="303" y="323"/>
                    <a:pt x="303" y="323"/>
                  </a:cubicBezTo>
                  <a:cubicBezTo>
                    <a:pt x="302" y="323"/>
                    <a:pt x="302" y="323"/>
                    <a:pt x="301" y="323"/>
                  </a:cubicBezTo>
                  <a:cubicBezTo>
                    <a:pt x="301" y="323"/>
                    <a:pt x="301" y="323"/>
                    <a:pt x="301" y="323"/>
                  </a:cubicBezTo>
                  <a:cubicBezTo>
                    <a:pt x="301" y="324"/>
                    <a:pt x="300" y="324"/>
                    <a:pt x="300" y="324"/>
                  </a:cubicBezTo>
                  <a:cubicBezTo>
                    <a:pt x="300" y="324"/>
                    <a:pt x="300" y="324"/>
                    <a:pt x="299" y="324"/>
                  </a:cubicBezTo>
                  <a:cubicBezTo>
                    <a:pt x="299" y="324"/>
                    <a:pt x="298" y="324"/>
                    <a:pt x="298" y="324"/>
                  </a:cubicBezTo>
                  <a:cubicBezTo>
                    <a:pt x="298" y="324"/>
                    <a:pt x="297" y="324"/>
                    <a:pt x="297" y="324"/>
                  </a:cubicBezTo>
                  <a:cubicBezTo>
                    <a:pt x="297" y="324"/>
                    <a:pt x="297" y="324"/>
                    <a:pt x="297" y="324"/>
                  </a:cubicBezTo>
                  <a:cubicBezTo>
                    <a:pt x="296" y="324"/>
                    <a:pt x="296" y="324"/>
                    <a:pt x="296" y="324"/>
                  </a:cubicBezTo>
                  <a:cubicBezTo>
                    <a:pt x="295" y="324"/>
                    <a:pt x="295" y="324"/>
                    <a:pt x="294" y="324"/>
                  </a:cubicBezTo>
                  <a:cubicBezTo>
                    <a:pt x="294" y="324"/>
                    <a:pt x="294" y="324"/>
                    <a:pt x="294" y="324"/>
                  </a:cubicBezTo>
                  <a:cubicBezTo>
                    <a:pt x="294" y="324"/>
                    <a:pt x="294" y="325"/>
                    <a:pt x="294" y="325"/>
                  </a:cubicBezTo>
                  <a:cubicBezTo>
                    <a:pt x="293" y="325"/>
                    <a:pt x="293" y="325"/>
                    <a:pt x="293" y="325"/>
                  </a:cubicBezTo>
                  <a:cubicBezTo>
                    <a:pt x="292" y="325"/>
                    <a:pt x="292" y="325"/>
                    <a:pt x="292" y="325"/>
                  </a:cubicBezTo>
                  <a:cubicBezTo>
                    <a:pt x="291" y="326"/>
                    <a:pt x="291" y="326"/>
                    <a:pt x="290" y="326"/>
                  </a:cubicBezTo>
                  <a:cubicBezTo>
                    <a:pt x="290" y="326"/>
                    <a:pt x="290" y="326"/>
                    <a:pt x="290" y="327"/>
                  </a:cubicBezTo>
                  <a:cubicBezTo>
                    <a:pt x="290" y="327"/>
                    <a:pt x="290" y="327"/>
                    <a:pt x="290" y="328"/>
                  </a:cubicBezTo>
                  <a:cubicBezTo>
                    <a:pt x="290" y="328"/>
                    <a:pt x="290" y="328"/>
                    <a:pt x="290" y="328"/>
                  </a:cubicBezTo>
                  <a:cubicBezTo>
                    <a:pt x="290" y="328"/>
                    <a:pt x="290" y="328"/>
                    <a:pt x="290" y="328"/>
                  </a:cubicBezTo>
                  <a:cubicBezTo>
                    <a:pt x="290" y="329"/>
                    <a:pt x="290" y="329"/>
                    <a:pt x="290" y="329"/>
                  </a:cubicBezTo>
                  <a:cubicBezTo>
                    <a:pt x="291" y="329"/>
                    <a:pt x="291" y="329"/>
                    <a:pt x="291" y="329"/>
                  </a:cubicBezTo>
                  <a:cubicBezTo>
                    <a:pt x="292" y="329"/>
                    <a:pt x="292" y="329"/>
                    <a:pt x="292" y="329"/>
                  </a:cubicBezTo>
                  <a:cubicBezTo>
                    <a:pt x="292" y="329"/>
                    <a:pt x="292" y="329"/>
                    <a:pt x="292" y="329"/>
                  </a:cubicBezTo>
                  <a:cubicBezTo>
                    <a:pt x="292" y="328"/>
                    <a:pt x="292" y="328"/>
                    <a:pt x="293" y="328"/>
                  </a:cubicBezTo>
                  <a:cubicBezTo>
                    <a:pt x="293" y="328"/>
                    <a:pt x="293" y="327"/>
                    <a:pt x="294" y="327"/>
                  </a:cubicBezTo>
                  <a:cubicBezTo>
                    <a:pt x="294" y="327"/>
                    <a:pt x="294" y="327"/>
                    <a:pt x="294" y="327"/>
                  </a:cubicBezTo>
                  <a:cubicBezTo>
                    <a:pt x="295" y="327"/>
                    <a:pt x="295" y="328"/>
                    <a:pt x="295" y="328"/>
                  </a:cubicBezTo>
                  <a:cubicBezTo>
                    <a:pt x="295" y="328"/>
                    <a:pt x="295" y="328"/>
                    <a:pt x="295" y="328"/>
                  </a:cubicBezTo>
                  <a:cubicBezTo>
                    <a:pt x="295" y="328"/>
                    <a:pt x="295" y="329"/>
                    <a:pt x="295" y="329"/>
                  </a:cubicBezTo>
                  <a:cubicBezTo>
                    <a:pt x="294" y="329"/>
                    <a:pt x="294" y="329"/>
                    <a:pt x="294" y="329"/>
                  </a:cubicBezTo>
                  <a:cubicBezTo>
                    <a:pt x="294" y="329"/>
                    <a:pt x="293" y="329"/>
                    <a:pt x="293" y="329"/>
                  </a:cubicBezTo>
                  <a:cubicBezTo>
                    <a:pt x="293" y="329"/>
                    <a:pt x="293" y="329"/>
                    <a:pt x="292" y="330"/>
                  </a:cubicBezTo>
                  <a:cubicBezTo>
                    <a:pt x="292" y="330"/>
                    <a:pt x="292" y="330"/>
                    <a:pt x="292" y="330"/>
                  </a:cubicBezTo>
                  <a:cubicBezTo>
                    <a:pt x="293" y="330"/>
                    <a:pt x="293" y="330"/>
                    <a:pt x="293" y="331"/>
                  </a:cubicBezTo>
                  <a:cubicBezTo>
                    <a:pt x="293" y="331"/>
                    <a:pt x="293" y="331"/>
                    <a:pt x="293" y="331"/>
                  </a:cubicBezTo>
                  <a:cubicBezTo>
                    <a:pt x="293" y="331"/>
                    <a:pt x="293" y="331"/>
                    <a:pt x="293" y="331"/>
                  </a:cubicBezTo>
                  <a:cubicBezTo>
                    <a:pt x="293" y="331"/>
                    <a:pt x="293" y="331"/>
                    <a:pt x="293" y="331"/>
                  </a:cubicBezTo>
                  <a:cubicBezTo>
                    <a:pt x="293" y="332"/>
                    <a:pt x="293" y="332"/>
                    <a:pt x="293" y="332"/>
                  </a:cubicBezTo>
                  <a:cubicBezTo>
                    <a:pt x="293" y="333"/>
                    <a:pt x="293" y="333"/>
                    <a:pt x="293" y="333"/>
                  </a:cubicBezTo>
                  <a:cubicBezTo>
                    <a:pt x="293" y="333"/>
                    <a:pt x="293" y="333"/>
                    <a:pt x="293" y="333"/>
                  </a:cubicBezTo>
                  <a:cubicBezTo>
                    <a:pt x="293" y="333"/>
                    <a:pt x="292" y="334"/>
                    <a:pt x="292" y="334"/>
                  </a:cubicBezTo>
                  <a:cubicBezTo>
                    <a:pt x="292" y="334"/>
                    <a:pt x="291" y="334"/>
                    <a:pt x="291" y="334"/>
                  </a:cubicBezTo>
                  <a:cubicBezTo>
                    <a:pt x="291" y="334"/>
                    <a:pt x="291" y="334"/>
                    <a:pt x="291" y="334"/>
                  </a:cubicBezTo>
                  <a:cubicBezTo>
                    <a:pt x="291" y="334"/>
                    <a:pt x="290" y="335"/>
                    <a:pt x="290" y="335"/>
                  </a:cubicBezTo>
                  <a:cubicBezTo>
                    <a:pt x="290" y="335"/>
                    <a:pt x="290" y="335"/>
                    <a:pt x="290" y="336"/>
                  </a:cubicBezTo>
                  <a:cubicBezTo>
                    <a:pt x="290" y="336"/>
                    <a:pt x="290" y="336"/>
                    <a:pt x="291" y="336"/>
                  </a:cubicBezTo>
                  <a:cubicBezTo>
                    <a:pt x="291" y="336"/>
                    <a:pt x="291" y="336"/>
                    <a:pt x="291" y="336"/>
                  </a:cubicBezTo>
                  <a:cubicBezTo>
                    <a:pt x="292" y="336"/>
                    <a:pt x="292" y="336"/>
                    <a:pt x="293" y="336"/>
                  </a:cubicBezTo>
                  <a:cubicBezTo>
                    <a:pt x="293" y="336"/>
                    <a:pt x="293" y="336"/>
                    <a:pt x="293" y="336"/>
                  </a:cubicBezTo>
                  <a:cubicBezTo>
                    <a:pt x="293" y="336"/>
                    <a:pt x="293" y="336"/>
                    <a:pt x="294" y="336"/>
                  </a:cubicBezTo>
                  <a:cubicBezTo>
                    <a:pt x="294" y="335"/>
                    <a:pt x="295" y="335"/>
                    <a:pt x="295" y="334"/>
                  </a:cubicBezTo>
                  <a:cubicBezTo>
                    <a:pt x="296" y="334"/>
                    <a:pt x="296" y="333"/>
                    <a:pt x="296" y="333"/>
                  </a:cubicBezTo>
                  <a:cubicBezTo>
                    <a:pt x="297" y="332"/>
                    <a:pt x="297" y="332"/>
                    <a:pt x="297" y="332"/>
                  </a:cubicBezTo>
                  <a:cubicBezTo>
                    <a:pt x="298" y="332"/>
                    <a:pt x="298" y="333"/>
                    <a:pt x="299" y="333"/>
                  </a:cubicBezTo>
                  <a:cubicBezTo>
                    <a:pt x="299" y="333"/>
                    <a:pt x="299" y="333"/>
                    <a:pt x="299" y="333"/>
                  </a:cubicBezTo>
                  <a:cubicBezTo>
                    <a:pt x="299" y="333"/>
                    <a:pt x="300" y="333"/>
                    <a:pt x="300" y="333"/>
                  </a:cubicBezTo>
                  <a:cubicBezTo>
                    <a:pt x="300" y="333"/>
                    <a:pt x="300" y="333"/>
                    <a:pt x="300" y="334"/>
                  </a:cubicBezTo>
                  <a:cubicBezTo>
                    <a:pt x="301" y="334"/>
                    <a:pt x="301" y="334"/>
                    <a:pt x="301" y="334"/>
                  </a:cubicBezTo>
                  <a:cubicBezTo>
                    <a:pt x="301" y="334"/>
                    <a:pt x="302" y="334"/>
                    <a:pt x="302" y="334"/>
                  </a:cubicBezTo>
                  <a:cubicBezTo>
                    <a:pt x="302" y="334"/>
                    <a:pt x="302" y="334"/>
                    <a:pt x="303" y="334"/>
                  </a:cubicBezTo>
                  <a:cubicBezTo>
                    <a:pt x="303" y="334"/>
                    <a:pt x="303" y="335"/>
                    <a:pt x="304" y="335"/>
                  </a:cubicBezTo>
                  <a:cubicBezTo>
                    <a:pt x="304" y="335"/>
                    <a:pt x="305" y="335"/>
                    <a:pt x="305" y="335"/>
                  </a:cubicBezTo>
                  <a:cubicBezTo>
                    <a:pt x="305" y="335"/>
                    <a:pt x="306" y="335"/>
                    <a:pt x="306" y="336"/>
                  </a:cubicBezTo>
                  <a:cubicBezTo>
                    <a:pt x="306" y="336"/>
                    <a:pt x="306" y="336"/>
                    <a:pt x="307" y="336"/>
                  </a:cubicBezTo>
                  <a:cubicBezTo>
                    <a:pt x="307" y="336"/>
                    <a:pt x="307" y="336"/>
                    <a:pt x="308" y="336"/>
                  </a:cubicBezTo>
                  <a:cubicBezTo>
                    <a:pt x="308" y="336"/>
                    <a:pt x="308" y="336"/>
                    <a:pt x="308" y="336"/>
                  </a:cubicBezTo>
                  <a:cubicBezTo>
                    <a:pt x="309" y="336"/>
                    <a:pt x="309" y="336"/>
                    <a:pt x="309" y="336"/>
                  </a:cubicBezTo>
                  <a:cubicBezTo>
                    <a:pt x="310" y="336"/>
                    <a:pt x="311" y="336"/>
                    <a:pt x="311" y="336"/>
                  </a:cubicBezTo>
                  <a:cubicBezTo>
                    <a:pt x="311" y="336"/>
                    <a:pt x="311" y="336"/>
                    <a:pt x="311" y="336"/>
                  </a:cubicBezTo>
                  <a:cubicBezTo>
                    <a:pt x="312" y="336"/>
                    <a:pt x="312" y="336"/>
                    <a:pt x="312" y="336"/>
                  </a:cubicBezTo>
                  <a:cubicBezTo>
                    <a:pt x="313" y="335"/>
                    <a:pt x="313" y="335"/>
                    <a:pt x="313" y="335"/>
                  </a:cubicBezTo>
                  <a:cubicBezTo>
                    <a:pt x="313" y="335"/>
                    <a:pt x="313" y="335"/>
                    <a:pt x="313" y="335"/>
                  </a:cubicBezTo>
                  <a:close/>
                  <a:moveTo>
                    <a:pt x="354" y="327"/>
                  </a:moveTo>
                  <a:cubicBezTo>
                    <a:pt x="354" y="327"/>
                    <a:pt x="354" y="327"/>
                    <a:pt x="354" y="327"/>
                  </a:cubicBezTo>
                  <a:cubicBezTo>
                    <a:pt x="354" y="326"/>
                    <a:pt x="353" y="326"/>
                    <a:pt x="354" y="326"/>
                  </a:cubicBezTo>
                  <a:cubicBezTo>
                    <a:pt x="354" y="326"/>
                    <a:pt x="354" y="325"/>
                    <a:pt x="354" y="325"/>
                  </a:cubicBezTo>
                  <a:cubicBezTo>
                    <a:pt x="354" y="325"/>
                    <a:pt x="354" y="325"/>
                    <a:pt x="354" y="325"/>
                  </a:cubicBezTo>
                  <a:cubicBezTo>
                    <a:pt x="354" y="325"/>
                    <a:pt x="353" y="325"/>
                    <a:pt x="353" y="325"/>
                  </a:cubicBezTo>
                  <a:cubicBezTo>
                    <a:pt x="353" y="325"/>
                    <a:pt x="353" y="325"/>
                    <a:pt x="353" y="325"/>
                  </a:cubicBezTo>
                  <a:cubicBezTo>
                    <a:pt x="353" y="325"/>
                    <a:pt x="353" y="325"/>
                    <a:pt x="353" y="325"/>
                  </a:cubicBezTo>
                  <a:cubicBezTo>
                    <a:pt x="352" y="326"/>
                    <a:pt x="352" y="326"/>
                    <a:pt x="352" y="326"/>
                  </a:cubicBezTo>
                  <a:cubicBezTo>
                    <a:pt x="352" y="326"/>
                    <a:pt x="351" y="326"/>
                    <a:pt x="351" y="326"/>
                  </a:cubicBezTo>
                  <a:cubicBezTo>
                    <a:pt x="351" y="326"/>
                    <a:pt x="350" y="326"/>
                    <a:pt x="350" y="325"/>
                  </a:cubicBezTo>
                  <a:cubicBezTo>
                    <a:pt x="350" y="325"/>
                    <a:pt x="350" y="325"/>
                    <a:pt x="350" y="325"/>
                  </a:cubicBezTo>
                  <a:cubicBezTo>
                    <a:pt x="351" y="325"/>
                    <a:pt x="351" y="325"/>
                    <a:pt x="351" y="325"/>
                  </a:cubicBezTo>
                  <a:cubicBezTo>
                    <a:pt x="351" y="325"/>
                    <a:pt x="351" y="325"/>
                    <a:pt x="351" y="325"/>
                  </a:cubicBezTo>
                  <a:cubicBezTo>
                    <a:pt x="351" y="325"/>
                    <a:pt x="352" y="324"/>
                    <a:pt x="352" y="324"/>
                  </a:cubicBezTo>
                  <a:cubicBezTo>
                    <a:pt x="352" y="324"/>
                    <a:pt x="353" y="323"/>
                    <a:pt x="353" y="323"/>
                  </a:cubicBezTo>
                  <a:cubicBezTo>
                    <a:pt x="353" y="323"/>
                    <a:pt x="353" y="322"/>
                    <a:pt x="353" y="322"/>
                  </a:cubicBezTo>
                  <a:cubicBezTo>
                    <a:pt x="353" y="322"/>
                    <a:pt x="353" y="322"/>
                    <a:pt x="353" y="322"/>
                  </a:cubicBezTo>
                  <a:cubicBezTo>
                    <a:pt x="353" y="322"/>
                    <a:pt x="353" y="322"/>
                    <a:pt x="352" y="321"/>
                  </a:cubicBezTo>
                  <a:cubicBezTo>
                    <a:pt x="352" y="321"/>
                    <a:pt x="352" y="320"/>
                    <a:pt x="352" y="320"/>
                  </a:cubicBezTo>
                  <a:cubicBezTo>
                    <a:pt x="352" y="320"/>
                    <a:pt x="351" y="320"/>
                    <a:pt x="351" y="320"/>
                  </a:cubicBezTo>
                  <a:cubicBezTo>
                    <a:pt x="351" y="320"/>
                    <a:pt x="350" y="320"/>
                    <a:pt x="350" y="320"/>
                  </a:cubicBezTo>
                  <a:cubicBezTo>
                    <a:pt x="350" y="320"/>
                    <a:pt x="350" y="320"/>
                    <a:pt x="350" y="320"/>
                  </a:cubicBezTo>
                  <a:cubicBezTo>
                    <a:pt x="349" y="320"/>
                    <a:pt x="349" y="320"/>
                    <a:pt x="349" y="320"/>
                  </a:cubicBezTo>
                  <a:cubicBezTo>
                    <a:pt x="349" y="320"/>
                    <a:pt x="349" y="320"/>
                    <a:pt x="349" y="320"/>
                  </a:cubicBezTo>
                  <a:cubicBezTo>
                    <a:pt x="349" y="320"/>
                    <a:pt x="349" y="319"/>
                    <a:pt x="349" y="319"/>
                  </a:cubicBezTo>
                  <a:cubicBezTo>
                    <a:pt x="349" y="319"/>
                    <a:pt x="349" y="319"/>
                    <a:pt x="349" y="319"/>
                  </a:cubicBezTo>
                  <a:cubicBezTo>
                    <a:pt x="349" y="319"/>
                    <a:pt x="349" y="318"/>
                    <a:pt x="348" y="318"/>
                  </a:cubicBezTo>
                  <a:cubicBezTo>
                    <a:pt x="348" y="318"/>
                    <a:pt x="348" y="318"/>
                    <a:pt x="347" y="318"/>
                  </a:cubicBezTo>
                  <a:cubicBezTo>
                    <a:pt x="347" y="318"/>
                    <a:pt x="347" y="317"/>
                    <a:pt x="346" y="317"/>
                  </a:cubicBezTo>
                  <a:cubicBezTo>
                    <a:pt x="346" y="317"/>
                    <a:pt x="347" y="317"/>
                    <a:pt x="347" y="317"/>
                  </a:cubicBezTo>
                  <a:cubicBezTo>
                    <a:pt x="347" y="316"/>
                    <a:pt x="348" y="316"/>
                    <a:pt x="348" y="316"/>
                  </a:cubicBezTo>
                  <a:cubicBezTo>
                    <a:pt x="348" y="315"/>
                    <a:pt x="348" y="315"/>
                    <a:pt x="348" y="315"/>
                  </a:cubicBezTo>
                  <a:cubicBezTo>
                    <a:pt x="348" y="314"/>
                    <a:pt x="348" y="314"/>
                    <a:pt x="348" y="314"/>
                  </a:cubicBezTo>
                  <a:cubicBezTo>
                    <a:pt x="348" y="314"/>
                    <a:pt x="348" y="314"/>
                    <a:pt x="348" y="313"/>
                  </a:cubicBezTo>
                  <a:cubicBezTo>
                    <a:pt x="348" y="313"/>
                    <a:pt x="348" y="313"/>
                    <a:pt x="348" y="313"/>
                  </a:cubicBezTo>
                  <a:cubicBezTo>
                    <a:pt x="348" y="313"/>
                    <a:pt x="347" y="313"/>
                    <a:pt x="347" y="313"/>
                  </a:cubicBezTo>
                  <a:cubicBezTo>
                    <a:pt x="347" y="313"/>
                    <a:pt x="346" y="312"/>
                    <a:pt x="346" y="312"/>
                  </a:cubicBezTo>
                  <a:cubicBezTo>
                    <a:pt x="346" y="312"/>
                    <a:pt x="346" y="312"/>
                    <a:pt x="346" y="312"/>
                  </a:cubicBezTo>
                  <a:cubicBezTo>
                    <a:pt x="346" y="313"/>
                    <a:pt x="345" y="313"/>
                    <a:pt x="345" y="313"/>
                  </a:cubicBezTo>
                  <a:cubicBezTo>
                    <a:pt x="345" y="313"/>
                    <a:pt x="345" y="313"/>
                    <a:pt x="345" y="314"/>
                  </a:cubicBezTo>
                  <a:cubicBezTo>
                    <a:pt x="345" y="314"/>
                    <a:pt x="345" y="314"/>
                    <a:pt x="345" y="314"/>
                  </a:cubicBezTo>
                  <a:cubicBezTo>
                    <a:pt x="345" y="314"/>
                    <a:pt x="344" y="314"/>
                    <a:pt x="344" y="315"/>
                  </a:cubicBezTo>
                  <a:cubicBezTo>
                    <a:pt x="344" y="315"/>
                    <a:pt x="344" y="315"/>
                    <a:pt x="344" y="316"/>
                  </a:cubicBezTo>
                  <a:cubicBezTo>
                    <a:pt x="344" y="316"/>
                    <a:pt x="344" y="316"/>
                    <a:pt x="344" y="316"/>
                  </a:cubicBezTo>
                  <a:cubicBezTo>
                    <a:pt x="343" y="317"/>
                    <a:pt x="343" y="317"/>
                    <a:pt x="343" y="318"/>
                  </a:cubicBezTo>
                  <a:cubicBezTo>
                    <a:pt x="342" y="318"/>
                    <a:pt x="342" y="318"/>
                    <a:pt x="342" y="318"/>
                  </a:cubicBezTo>
                  <a:cubicBezTo>
                    <a:pt x="342" y="318"/>
                    <a:pt x="342" y="318"/>
                    <a:pt x="342" y="318"/>
                  </a:cubicBezTo>
                  <a:cubicBezTo>
                    <a:pt x="342" y="319"/>
                    <a:pt x="341" y="319"/>
                    <a:pt x="341" y="319"/>
                  </a:cubicBezTo>
                  <a:cubicBezTo>
                    <a:pt x="341" y="319"/>
                    <a:pt x="341" y="319"/>
                    <a:pt x="341" y="320"/>
                  </a:cubicBezTo>
                  <a:cubicBezTo>
                    <a:pt x="341" y="320"/>
                    <a:pt x="341" y="320"/>
                    <a:pt x="342" y="320"/>
                  </a:cubicBezTo>
                  <a:cubicBezTo>
                    <a:pt x="342" y="321"/>
                    <a:pt x="342" y="321"/>
                    <a:pt x="342" y="321"/>
                  </a:cubicBezTo>
                  <a:cubicBezTo>
                    <a:pt x="343" y="321"/>
                    <a:pt x="343" y="321"/>
                    <a:pt x="343" y="321"/>
                  </a:cubicBezTo>
                  <a:cubicBezTo>
                    <a:pt x="344" y="321"/>
                    <a:pt x="344" y="321"/>
                    <a:pt x="344" y="321"/>
                  </a:cubicBezTo>
                  <a:cubicBezTo>
                    <a:pt x="344" y="320"/>
                    <a:pt x="344" y="320"/>
                    <a:pt x="345" y="320"/>
                  </a:cubicBezTo>
                  <a:cubicBezTo>
                    <a:pt x="345" y="320"/>
                    <a:pt x="345" y="319"/>
                    <a:pt x="345" y="319"/>
                  </a:cubicBezTo>
                  <a:cubicBezTo>
                    <a:pt x="345" y="319"/>
                    <a:pt x="345" y="319"/>
                    <a:pt x="346" y="319"/>
                  </a:cubicBezTo>
                  <a:cubicBezTo>
                    <a:pt x="346" y="319"/>
                    <a:pt x="347" y="319"/>
                    <a:pt x="347" y="320"/>
                  </a:cubicBezTo>
                  <a:cubicBezTo>
                    <a:pt x="347" y="320"/>
                    <a:pt x="347" y="320"/>
                    <a:pt x="347" y="320"/>
                  </a:cubicBezTo>
                  <a:cubicBezTo>
                    <a:pt x="348" y="320"/>
                    <a:pt x="348" y="320"/>
                    <a:pt x="348" y="320"/>
                  </a:cubicBezTo>
                  <a:cubicBezTo>
                    <a:pt x="348" y="320"/>
                    <a:pt x="348" y="320"/>
                    <a:pt x="348" y="320"/>
                  </a:cubicBezTo>
                  <a:cubicBezTo>
                    <a:pt x="348" y="320"/>
                    <a:pt x="348" y="321"/>
                    <a:pt x="348" y="321"/>
                  </a:cubicBezTo>
                  <a:cubicBezTo>
                    <a:pt x="347" y="321"/>
                    <a:pt x="347" y="321"/>
                    <a:pt x="346" y="321"/>
                  </a:cubicBezTo>
                  <a:cubicBezTo>
                    <a:pt x="346" y="321"/>
                    <a:pt x="345" y="321"/>
                    <a:pt x="345" y="321"/>
                  </a:cubicBezTo>
                  <a:cubicBezTo>
                    <a:pt x="344" y="321"/>
                    <a:pt x="344" y="321"/>
                    <a:pt x="344" y="322"/>
                  </a:cubicBezTo>
                  <a:cubicBezTo>
                    <a:pt x="343" y="322"/>
                    <a:pt x="343" y="322"/>
                    <a:pt x="343" y="322"/>
                  </a:cubicBezTo>
                  <a:cubicBezTo>
                    <a:pt x="342" y="323"/>
                    <a:pt x="342" y="323"/>
                    <a:pt x="342" y="323"/>
                  </a:cubicBezTo>
                  <a:cubicBezTo>
                    <a:pt x="342" y="323"/>
                    <a:pt x="341" y="323"/>
                    <a:pt x="341" y="323"/>
                  </a:cubicBezTo>
                  <a:cubicBezTo>
                    <a:pt x="341" y="323"/>
                    <a:pt x="341" y="323"/>
                    <a:pt x="341" y="323"/>
                  </a:cubicBezTo>
                  <a:cubicBezTo>
                    <a:pt x="341" y="324"/>
                    <a:pt x="341" y="324"/>
                    <a:pt x="341" y="325"/>
                  </a:cubicBezTo>
                  <a:cubicBezTo>
                    <a:pt x="341" y="325"/>
                    <a:pt x="341" y="325"/>
                    <a:pt x="342" y="325"/>
                  </a:cubicBezTo>
                  <a:cubicBezTo>
                    <a:pt x="342" y="325"/>
                    <a:pt x="342" y="325"/>
                    <a:pt x="342" y="325"/>
                  </a:cubicBezTo>
                  <a:cubicBezTo>
                    <a:pt x="342" y="325"/>
                    <a:pt x="342" y="325"/>
                    <a:pt x="342" y="325"/>
                  </a:cubicBezTo>
                  <a:cubicBezTo>
                    <a:pt x="343" y="325"/>
                    <a:pt x="343" y="325"/>
                    <a:pt x="343" y="325"/>
                  </a:cubicBezTo>
                  <a:cubicBezTo>
                    <a:pt x="343" y="326"/>
                    <a:pt x="343" y="326"/>
                    <a:pt x="343" y="326"/>
                  </a:cubicBezTo>
                  <a:cubicBezTo>
                    <a:pt x="342" y="326"/>
                    <a:pt x="342" y="326"/>
                    <a:pt x="342" y="326"/>
                  </a:cubicBezTo>
                  <a:cubicBezTo>
                    <a:pt x="342" y="326"/>
                    <a:pt x="341" y="326"/>
                    <a:pt x="341" y="326"/>
                  </a:cubicBezTo>
                  <a:cubicBezTo>
                    <a:pt x="341" y="326"/>
                    <a:pt x="341" y="326"/>
                    <a:pt x="341" y="327"/>
                  </a:cubicBezTo>
                  <a:cubicBezTo>
                    <a:pt x="341" y="327"/>
                    <a:pt x="341" y="327"/>
                    <a:pt x="341" y="327"/>
                  </a:cubicBezTo>
                  <a:cubicBezTo>
                    <a:pt x="341" y="328"/>
                    <a:pt x="341" y="328"/>
                    <a:pt x="342" y="328"/>
                  </a:cubicBezTo>
                  <a:cubicBezTo>
                    <a:pt x="342" y="328"/>
                    <a:pt x="342" y="328"/>
                    <a:pt x="342" y="328"/>
                  </a:cubicBezTo>
                  <a:cubicBezTo>
                    <a:pt x="343" y="328"/>
                    <a:pt x="343" y="328"/>
                    <a:pt x="343" y="328"/>
                  </a:cubicBezTo>
                  <a:cubicBezTo>
                    <a:pt x="343" y="329"/>
                    <a:pt x="343" y="329"/>
                    <a:pt x="342" y="329"/>
                  </a:cubicBezTo>
                  <a:cubicBezTo>
                    <a:pt x="342" y="329"/>
                    <a:pt x="342" y="329"/>
                    <a:pt x="341" y="329"/>
                  </a:cubicBezTo>
                  <a:cubicBezTo>
                    <a:pt x="341" y="330"/>
                    <a:pt x="340" y="330"/>
                    <a:pt x="340" y="330"/>
                  </a:cubicBezTo>
                  <a:cubicBezTo>
                    <a:pt x="339" y="330"/>
                    <a:pt x="339" y="330"/>
                    <a:pt x="339" y="330"/>
                  </a:cubicBezTo>
                  <a:cubicBezTo>
                    <a:pt x="339" y="330"/>
                    <a:pt x="339" y="331"/>
                    <a:pt x="339" y="331"/>
                  </a:cubicBezTo>
                  <a:cubicBezTo>
                    <a:pt x="339" y="331"/>
                    <a:pt x="339" y="332"/>
                    <a:pt x="340" y="332"/>
                  </a:cubicBezTo>
                  <a:cubicBezTo>
                    <a:pt x="340" y="332"/>
                    <a:pt x="340" y="332"/>
                    <a:pt x="341" y="332"/>
                  </a:cubicBezTo>
                  <a:cubicBezTo>
                    <a:pt x="341" y="332"/>
                    <a:pt x="341" y="332"/>
                    <a:pt x="341" y="332"/>
                  </a:cubicBezTo>
                  <a:cubicBezTo>
                    <a:pt x="341" y="332"/>
                    <a:pt x="341" y="333"/>
                    <a:pt x="341" y="333"/>
                  </a:cubicBezTo>
                  <a:cubicBezTo>
                    <a:pt x="341" y="333"/>
                    <a:pt x="340" y="333"/>
                    <a:pt x="340" y="333"/>
                  </a:cubicBezTo>
                  <a:cubicBezTo>
                    <a:pt x="340" y="334"/>
                    <a:pt x="340" y="334"/>
                    <a:pt x="339" y="335"/>
                  </a:cubicBezTo>
                  <a:cubicBezTo>
                    <a:pt x="339" y="335"/>
                    <a:pt x="339" y="335"/>
                    <a:pt x="339" y="335"/>
                  </a:cubicBezTo>
                  <a:cubicBezTo>
                    <a:pt x="339" y="335"/>
                    <a:pt x="338" y="335"/>
                    <a:pt x="338" y="335"/>
                  </a:cubicBezTo>
                  <a:cubicBezTo>
                    <a:pt x="338" y="335"/>
                    <a:pt x="338" y="335"/>
                    <a:pt x="338" y="335"/>
                  </a:cubicBezTo>
                  <a:cubicBezTo>
                    <a:pt x="337" y="336"/>
                    <a:pt x="337" y="336"/>
                    <a:pt x="337" y="336"/>
                  </a:cubicBezTo>
                  <a:cubicBezTo>
                    <a:pt x="336" y="336"/>
                    <a:pt x="336" y="336"/>
                    <a:pt x="336" y="336"/>
                  </a:cubicBezTo>
                  <a:cubicBezTo>
                    <a:pt x="336" y="336"/>
                    <a:pt x="336" y="336"/>
                    <a:pt x="336" y="336"/>
                  </a:cubicBezTo>
                  <a:cubicBezTo>
                    <a:pt x="336" y="337"/>
                    <a:pt x="337" y="337"/>
                    <a:pt x="337" y="337"/>
                  </a:cubicBezTo>
                  <a:cubicBezTo>
                    <a:pt x="337" y="337"/>
                    <a:pt x="337" y="337"/>
                    <a:pt x="338" y="337"/>
                  </a:cubicBezTo>
                  <a:cubicBezTo>
                    <a:pt x="338" y="337"/>
                    <a:pt x="338" y="337"/>
                    <a:pt x="338" y="337"/>
                  </a:cubicBezTo>
                  <a:cubicBezTo>
                    <a:pt x="339" y="337"/>
                    <a:pt x="339" y="337"/>
                    <a:pt x="340" y="336"/>
                  </a:cubicBezTo>
                  <a:cubicBezTo>
                    <a:pt x="340" y="336"/>
                    <a:pt x="340" y="336"/>
                    <a:pt x="340" y="336"/>
                  </a:cubicBezTo>
                  <a:cubicBezTo>
                    <a:pt x="341" y="336"/>
                    <a:pt x="341" y="336"/>
                    <a:pt x="341" y="335"/>
                  </a:cubicBezTo>
                  <a:cubicBezTo>
                    <a:pt x="341" y="335"/>
                    <a:pt x="341" y="335"/>
                    <a:pt x="342" y="335"/>
                  </a:cubicBezTo>
                  <a:cubicBezTo>
                    <a:pt x="342" y="335"/>
                    <a:pt x="342" y="335"/>
                    <a:pt x="342" y="335"/>
                  </a:cubicBezTo>
                  <a:cubicBezTo>
                    <a:pt x="343" y="334"/>
                    <a:pt x="343" y="335"/>
                    <a:pt x="343" y="335"/>
                  </a:cubicBezTo>
                  <a:cubicBezTo>
                    <a:pt x="343" y="335"/>
                    <a:pt x="343" y="335"/>
                    <a:pt x="343" y="335"/>
                  </a:cubicBezTo>
                  <a:cubicBezTo>
                    <a:pt x="343" y="336"/>
                    <a:pt x="343" y="336"/>
                    <a:pt x="343" y="336"/>
                  </a:cubicBezTo>
                  <a:cubicBezTo>
                    <a:pt x="343" y="336"/>
                    <a:pt x="343" y="336"/>
                    <a:pt x="343" y="336"/>
                  </a:cubicBezTo>
                  <a:cubicBezTo>
                    <a:pt x="344" y="336"/>
                    <a:pt x="344" y="336"/>
                    <a:pt x="344" y="336"/>
                  </a:cubicBezTo>
                  <a:cubicBezTo>
                    <a:pt x="344" y="336"/>
                    <a:pt x="344" y="336"/>
                    <a:pt x="345" y="336"/>
                  </a:cubicBezTo>
                  <a:cubicBezTo>
                    <a:pt x="345" y="336"/>
                    <a:pt x="345" y="336"/>
                    <a:pt x="346" y="336"/>
                  </a:cubicBezTo>
                  <a:cubicBezTo>
                    <a:pt x="346" y="336"/>
                    <a:pt x="347" y="336"/>
                    <a:pt x="347" y="336"/>
                  </a:cubicBezTo>
                  <a:cubicBezTo>
                    <a:pt x="347" y="336"/>
                    <a:pt x="347" y="336"/>
                    <a:pt x="348" y="336"/>
                  </a:cubicBezTo>
                  <a:cubicBezTo>
                    <a:pt x="348" y="336"/>
                    <a:pt x="348" y="336"/>
                    <a:pt x="348" y="336"/>
                  </a:cubicBezTo>
                  <a:cubicBezTo>
                    <a:pt x="349" y="336"/>
                    <a:pt x="349" y="336"/>
                    <a:pt x="350" y="336"/>
                  </a:cubicBezTo>
                  <a:cubicBezTo>
                    <a:pt x="350" y="336"/>
                    <a:pt x="351" y="335"/>
                    <a:pt x="351" y="335"/>
                  </a:cubicBezTo>
                  <a:cubicBezTo>
                    <a:pt x="351" y="334"/>
                    <a:pt x="351" y="334"/>
                    <a:pt x="351" y="334"/>
                  </a:cubicBezTo>
                  <a:cubicBezTo>
                    <a:pt x="351" y="334"/>
                    <a:pt x="351" y="334"/>
                    <a:pt x="351" y="333"/>
                  </a:cubicBezTo>
                  <a:cubicBezTo>
                    <a:pt x="351" y="333"/>
                    <a:pt x="351" y="333"/>
                    <a:pt x="351" y="333"/>
                  </a:cubicBezTo>
                  <a:cubicBezTo>
                    <a:pt x="351" y="333"/>
                    <a:pt x="351" y="332"/>
                    <a:pt x="351" y="332"/>
                  </a:cubicBezTo>
                  <a:cubicBezTo>
                    <a:pt x="351" y="332"/>
                    <a:pt x="351" y="332"/>
                    <a:pt x="352" y="331"/>
                  </a:cubicBezTo>
                  <a:cubicBezTo>
                    <a:pt x="352" y="331"/>
                    <a:pt x="352" y="331"/>
                    <a:pt x="352" y="331"/>
                  </a:cubicBezTo>
                  <a:cubicBezTo>
                    <a:pt x="352" y="331"/>
                    <a:pt x="351" y="330"/>
                    <a:pt x="351" y="330"/>
                  </a:cubicBezTo>
                  <a:cubicBezTo>
                    <a:pt x="351" y="330"/>
                    <a:pt x="351" y="330"/>
                    <a:pt x="350" y="330"/>
                  </a:cubicBezTo>
                  <a:cubicBezTo>
                    <a:pt x="350" y="330"/>
                    <a:pt x="350" y="330"/>
                    <a:pt x="349" y="330"/>
                  </a:cubicBezTo>
                  <a:cubicBezTo>
                    <a:pt x="349" y="330"/>
                    <a:pt x="348" y="331"/>
                    <a:pt x="347" y="331"/>
                  </a:cubicBezTo>
                  <a:cubicBezTo>
                    <a:pt x="347" y="331"/>
                    <a:pt x="346" y="331"/>
                    <a:pt x="346" y="331"/>
                  </a:cubicBezTo>
                  <a:cubicBezTo>
                    <a:pt x="345" y="331"/>
                    <a:pt x="345" y="331"/>
                    <a:pt x="344" y="331"/>
                  </a:cubicBezTo>
                  <a:cubicBezTo>
                    <a:pt x="344" y="332"/>
                    <a:pt x="344" y="332"/>
                    <a:pt x="344" y="331"/>
                  </a:cubicBezTo>
                  <a:cubicBezTo>
                    <a:pt x="344" y="331"/>
                    <a:pt x="344" y="331"/>
                    <a:pt x="344" y="331"/>
                  </a:cubicBezTo>
                  <a:cubicBezTo>
                    <a:pt x="344" y="331"/>
                    <a:pt x="344" y="331"/>
                    <a:pt x="344" y="331"/>
                  </a:cubicBezTo>
                  <a:cubicBezTo>
                    <a:pt x="344" y="330"/>
                    <a:pt x="344" y="330"/>
                    <a:pt x="344" y="330"/>
                  </a:cubicBezTo>
                  <a:cubicBezTo>
                    <a:pt x="345" y="330"/>
                    <a:pt x="345" y="330"/>
                    <a:pt x="345" y="330"/>
                  </a:cubicBezTo>
                  <a:cubicBezTo>
                    <a:pt x="346" y="330"/>
                    <a:pt x="346" y="330"/>
                    <a:pt x="347" y="330"/>
                  </a:cubicBezTo>
                  <a:cubicBezTo>
                    <a:pt x="347" y="330"/>
                    <a:pt x="348" y="330"/>
                    <a:pt x="348" y="330"/>
                  </a:cubicBezTo>
                  <a:cubicBezTo>
                    <a:pt x="348" y="329"/>
                    <a:pt x="349" y="329"/>
                    <a:pt x="349" y="329"/>
                  </a:cubicBezTo>
                  <a:cubicBezTo>
                    <a:pt x="349" y="329"/>
                    <a:pt x="349" y="329"/>
                    <a:pt x="349" y="328"/>
                  </a:cubicBezTo>
                  <a:cubicBezTo>
                    <a:pt x="350" y="328"/>
                    <a:pt x="350" y="328"/>
                    <a:pt x="350" y="328"/>
                  </a:cubicBezTo>
                  <a:cubicBezTo>
                    <a:pt x="350" y="328"/>
                    <a:pt x="350" y="328"/>
                    <a:pt x="350" y="328"/>
                  </a:cubicBezTo>
                  <a:cubicBezTo>
                    <a:pt x="350" y="327"/>
                    <a:pt x="350" y="327"/>
                    <a:pt x="351" y="327"/>
                  </a:cubicBezTo>
                  <a:cubicBezTo>
                    <a:pt x="351" y="327"/>
                    <a:pt x="351" y="327"/>
                    <a:pt x="351" y="327"/>
                  </a:cubicBezTo>
                  <a:cubicBezTo>
                    <a:pt x="351" y="328"/>
                    <a:pt x="352" y="328"/>
                    <a:pt x="352" y="328"/>
                  </a:cubicBezTo>
                  <a:cubicBezTo>
                    <a:pt x="352" y="328"/>
                    <a:pt x="352" y="328"/>
                    <a:pt x="353" y="328"/>
                  </a:cubicBezTo>
                  <a:cubicBezTo>
                    <a:pt x="353" y="328"/>
                    <a:pt x="353" y="328"/>
                    <a:pt x="353" y="328"/>
                  </a:cubicBezTo>
                  <a:cubicBezTo>
                    <a:pt x="353" y="328"/>
                    <a:pt x="354" y="327"/>
                    <a:pt x="354" y="327"/>
                  </a:cubicBezTo>
                  <a:cubicBezTo>
                    <a:pt x="354" y="327"/>
                    <a:pt x="354" y="327"/>
                    <a:pt x="354" y="327"/>
                  </a:cubicBezTo>
                  <a:close/>
                  <a:moveTo>
                    <a:pt x="357" y="318"/>
                  </a:moveTo>
                  <a:cubicBezTo>
                    <a:pt x="357" y="317"/>
                    <a:pt x="357" y="315"/>
                    <a:pt x="356" y="314"/>
                  </a:cubicBezTo>
                  <a:cubicBezTo>
                    <a:pt x="356" y="314"/>
                    <a:pt x="356" y="313"/>
                    <a:pt x="356" y="313"/>
                  </a:cubicBezTo>
                  <a:cubicBezTo>
                    <a:pt x="356" y="313"/>
                    <a:pt x="356" y="313"/>
                    <a:pt x="355" y="313"/>
                  </a:cubicBezTo>
                  <a:cubicBezTo>
                    <a:pt x="355" y="313"/>
                    <a:pt x="355" y="313"/>
                    <a:pt x="355" y="313"/>
                  </a:cubicBezTo>
                  <a:cubicBezTo>
                    <a:pt x="355" y="313"/>
                    <a:pt x="355" y="314"/>
                    <a:pt x="355" y="314"/>
                  </a:cubicBezTo>
                  <a:cubicBezTo>
                    <a:pt x="355" y="314"/>
                    <a:pt x="355" y="315"/>
                    <a:pt x="355" y="316"/>
                  </a:cubicBezTo>
                  <a:cubicBezTo>
                    <a:pt x="355" y="316"/>
                    <a:pt x="355" y="316"/>
                    <a:pt x="355" y="316"/>
                  </a:cubicBezTo>
                  <a:cubicBezTo>
                    <a:pt x="355" y="317"/>
                    <a:pt x="355" y="317"/>
                    <a:pt x="355" y="318"/>
                  </a:cubicBezTo>
                  <a:cubicBezTo>
                    <a:pt x="355" y="318"/>
                    <a:pt x="355" y="319"/>
                    <a:pt x="355" y="320"/>
                  </a:cubicBezTo>
                  <a:cubicBezTo>
                    <a:pt x="355" y="320"/>
                    <a:pt x="355" y="320"/>
                    <a:pt x="355" y="320"/>
                  </a:cubicBezTo>
                  <a:cubicBezTo>
                    <a:pt x="355" y="321"/>
                    <a:pt x="354" y="321"/>
                    <a:pt x="355" y="322"/>
                  </a:cubicBezTo>
                  <a:cubicBezTo>
                    <a:pt x="355" y="322"/>
                    <a:pt x="355" y="323"/>
                    <a:pt x="355" y="323"/>
                  </a:cubicBezTo>
                  <a:cubicBezTo>
                    <a:pt x="355" y="324"/>
                    <a:pt x="355" y="325"/>
                    <a:pt x="355" y="325"/>
                  </a:cubicBezTo>
                  <a:cubicBezTo>
                    <a:pt x="355" y="325"/>
                    <a:pt x="355" y="326"/>
                    <a:pt x="355" y="326"/>
                  </a:cubicBezTo>
                  <a:cubicBezTo>
                    <a:pt x="355" y="327"/>
                    <a:pt x="355" y="328"/>
                    <a:pt x="355" y="328"/>
                  </a:cubicBezTo>
                  <a:cubicBezTo>
                    <a:pt x="355" y="329"/>
                    <a:pt x="355" y="329"/>
                    <a:pt x="355" y="329"/>
                  </a:cubicBezTo>
                  <a:cubicBezTo>
                    <a:pt x="355" y="329"/>
                    <a:pt x="355" y="329"/>
                    <a:pt x="355" y="330"/>
                  </a:cubicBezTo>
                  <a:cubicBezTo>
                    <a:pt x="355" y="330"/>
                    <a:pt x="355" y="330"/>
                    <a:pt x="355" y="331"/>
                  </a:cubicBezTo>
                  <a:cubicBezTo>
                    <a:pt x="355" y="331"/>
                    <a:pt x="355" y="332"/>
                    <a:pt x="355" y="332"/>
                  </a:cubicBezTo>
                  <a:cubicBezTo>
                    <a:pt x="355" y="332"/>
                    <a:pt x="355" y="332"/>
                    <a:pt x="355" y="332"/>
                  </a:cubicBezTo>
                  <a:cubicBezTo>
                    <a:pt x="355" y="333"/>
                    <a:pt x="355" y="333"/>
                    <a:pt x="355" y="333"/>
                  </a:cubicBezTo>
                  <a:cubicBezTo>
                    <a:pt x="355" y="334"/>
                    <a:pt x="355" y="334"/>
                    <a:pt x="355" y="335"/>
                  </a:cubicBezTo>
                  <a:cubicBezTo>
                    <a:pt x="355" y="335"/>
                    <a:pt x="355" y="335"/>
                    <a:pt x="355" y="335"/>
                  </a:cubicBezTo>
                  <a:cubicBezTo>
                    <a:pt x="355" y="335"/>
                    <a:pt x="356" y="335"/>
                    <a:pt x="356" y="335"/>
                  </a:cubicBezTo>
                  <a:cubicBezTo>
                    <a:pt x="356" y="334"/>
                    <a:pt x="356" y="334"/>
                    <a:pt x="356" y="334"/>
                  </a:cubicBezTo>
                  <a:cubicBezTo>
                    <a:pt x="356" y="333"/>
                    <a:pt x="356" y="332"/>
                    <a:pt x="356" y="332"/>
                  </a:cubicBezTo>
                  <a:cubicBezTo>
                    <a:pt x="356" y="332"/>
                    <a:pt x="356" y="332"/>
                    <a:pt x="356" y="332"/>
                  </a:cubicBezTo>
                  <a:cubicBezTo>
                    <a:pt x="356" y="331"/>
                    <a:pt x="356" y="330"/>
                    <a:pt x="356" y="330"/>
                  </a:cubicBezTo>
                  <a:cubicBezTo>
                    <a:pt x="356" y="330"/>
                    <a:pt x="356" y="329"/>
                    <a:pt x="356" y="329"/>
                  </a:cubicBezTo>
                  <a:cubicBezTo>
                    <a:pt x="356" y="329"/>
                    <a:pt x="356" y="329"/>
                    <a:pt x="356" y="328"/>
                  </a:cubicBezTo>
                  <a:cubicBezTo>
                    <a:pt x="356" y="328"/>
                    <a:pt x="356" y="328"/>
                    <a:pt x="356" y="327"/>
                  </a:cubicBezTo>
                  <a:cubicBezTo>
                    <a:pt x="356" y="327"/>
                    <a:pt x="356" y="326"/>
                    <a:pt x="356" y="326"/>
                  </a:cubicBezTo>
                  <a:cubicBezTo>
                    <a:pt x="356" y="326"/>
                    <a:pt x="356" y="326"/>
                    <a:pt x="356" y="326"/>
                  </a:cubicBezTo>
                  <a:cubicBezTo>
                    <a:pt x="356" y="325"/>
                    <a:pt x="356" y="325"/>
                    <a:pt x="356" y="325"/>
                  </a:cubicBezTo>
                  <a:cubicBezTo>
                    <a:pt x="356" y="324"/>
                    <a:pt x="356" y="324"/>
                    <a:pt x="357" y="324"/>
                  </a:cubicBezTo>
                  <a:cubicBezTo>
                    <a:pt x="357" y="323"/>
                    <a:pt x="357" y="323"/>
                    <a:pt x="356" y="323"/>
                  </a:cubicBezTo>
                  <a:cubicBezTo>
                    <a:pt x="356" y="322"/>
                    <a:pt x="356" y="322"/>
                    <a:pt x="356" y="321"/>
                  </a:cubicBezTo>
                  <a:cubicBezTo>
                    <a:pt x="356" y="321"/>
                    <a:pt x="356" y="320"/>
                    <a:pt x="357" y="320"/>
                  </a:cubicBezTo>
                  <a:cubicBezTo>
                    <a:pt x="357" y="320"/>
                    <a:pt x="357" y="320"/>
                    <a:pt x="357" y="320"/>
                  </a:cubicBezTo>
                  <a:cubicBezTo>
                    <a:pt x="357" y="319"/>
                    <a:pt x="357" y="319"/>
                    <a:pt x="357" y="319"/>
                  </a:cubicBezTo>
                  <a:cubicBezTo>
                    <a:pt x="357" y="319"/>
                    <a:pt x="357" y="318"/>
                    <a:pt x="357" y="318"/>
                  </a:cubicBezTo>
                  <a:close/>
                  <a:moveTo>
                    <a:pt x="380" y="332"/>
                  </a:moveTo>
                  <a:cubicBezTo>
                    <a:pt x="380" y="332"/>
                    <a:pt x="380" y="332"/>
                    <a:pt x="380" y="332"/>
                  </a:cubicBezTo>
                  <a:cubicBezTo>
                    <a:pt x="379" y="332"/>
                    <a:pt x="379" y="331"/>
                    <a:pt x="379" y="331"/>
                  </a:cubicBezTo>
                  <a:cubicBezTo>
                    <a:pt x="379" y="330"/>
                    <a:pt x="378" y="330"/>
                    <a:pt x="378" y="330"/>
                  </a:cubicBezTo>
                  <a:cubicBezTo>
                    <a:pt x="378" y="330"/>
                    <a:pt x="377" y="331"/>
                    <a:pt x="378" y="331"/>
                  </a:cubicBezTo>
                  <a:cubicBezTo>
                    <a:pt x="378" y="331"/>
                    <a:pt x="378" y="332"/>
                    <a:pt x="378" y="332"/>
                  </a:cubicBezTo>
                  <a:cubicBezTo>
                    <a:pt x="378" y="333"/>
                    <a:pt x="379" y="333"/>
                    <a:pt x="379" y="333"/>
                  </a:cubicBezTo>
                  <a:cubicBezTo>
                    <a:pt x="379" y="333"/>
                    <a:pt x="379" y="333"/>
                    <a:pt x="379" y="333"/>
                  </a:cubicBezTo>
                  <a:cubicBezTo>
                    <a:pt x="379" y="333"/>
                    <a:pt x="379" y="333"/>
                    <a:pt x="380" y="333"/>
                  </a:cubicBezTo>
                  <a:cubicBezTo>
                    <a:pt x="380" y="333"/>
                    <a:pt x="380" y="333"/>
                    <a:pt x="380" y="332"/>
                  </a:cubicBezTo>
                  <a:close/>
                  <a:moveTo>
                    <a:pt x="388" y="321"/>
                  </a:moveTo>
                  <a:cubicBezTo>
                    <a:pt x="388" y="321"/>
                    <a:pt x="388" y="321"/>
                    <a:pt x="387" y="321"/>
                  </a:cubicBezTo>
                  <a:cubicBezTo>
                    <a:pt x="387" y="321"/>
                    <a:pt x="387" y="321"/>
                    <a:pt x="386" y="321"/>
                  </a:cubicBezTo>
                  <a:cubicBezTo>
                    <a:pt x="386" y="321"/>
                    <a:pt x="386" y="321"/>
                    <a:pt x="386" y="321"/>
                  </a:cubicBezTo>
                  <a:cubicBezTo>
                    <a:pt x="386" y="320"/>
                    <a:pt x="386" y="320"/>
                    <a:pt x="386" y="320"/>
                  </a:cubicBezTo>
                  <a:cubicBezTo>
                    <a:pt x="385" y="320"/>
                    <a:pt x="385" y="320"/>
                    <a:pt x="385" y="320"/>
                  </a:cubicBezTo>
                  <a:cubicBezTo>
                    <a:pt x="385" y="320"/>
                    <a:pt x="385" y="320"/>
                    <a:pt x="385" y="320"/>
                  </a:cubicBezTo>
                  <a:cubicBezTo>
                    <a:pt x="384" y="320"/>
                    <a:pt x="384" y="320"/>
                    <a:pt x="384" y="321"/>
                  </a:cubicBezTo>
                  <a:cubicBezTo>
                    <a:pt x="384" y="321"/>
                    <a:pt x="383" y="322"/>
                    <a:pt x="383" y="322"/>
                  </a:cubicBezTo>
                  <a:cubicBezTo>
                    <a:pt x="383" y="322"/>
                    <a:pt x="383" y="322"/>
                    <a:pt x="383" y="322"/>
                  </a:cubicBezTo>
                  <a:cubicBezTo>
                    <a:pt x="382" y="322"/>
                    <a:pt x="382" y="322"/>
                    <a:pt x="382" y="321"/>
                  </a:cubicBezTo>
                  <a:cubicBezTo>
                    <a:pt x="382" y="321"/>
                    <a:pt x="382" y="321"/>
                    <a:pt x="382" y="321"/>
                  </a:cubicBezTo>
                  <a:cubicBezTo>
                    <a:pt x="381" y="321"/>
                    <a:pt x="381" y="321"/>
                    <a:pt x="381" y="322"/>
                  </a:cubicBezTo>
                  <a:cubicBezTo>
                    <a:pt x="381" y="322"/>
                    <a:pt x="381" y="323"/>
                    <a:pt x="381" y="323"/>
                  </a:cubicBezTo>
                  <a:cubicBezTo>
                    <a:pt x="381" y="324"/>
                    <a:pt x="381" y="324"/>
                    <a:pt x="381" y="324"/>
                  </a:cubicBezTo>
                  <a:cubicBezTo>
                    <a:pt x="381" y="324"/>
                    <a:pt x="381" y="324"/>
                    <a:pt x="381" y="324"/>
                  </a:cubicBezTo>
                  <a:cubicBezTo>
                    <a:pt x="380" y="325"/>
                    <a:pt x="380" y="325"/>
                    <a:pt x="380" y="325"/>
                  </a:cubicBezTo>
                  <a:cubicBezTo>
                    <a:pt x="380" y="325"/>
                    <a:pt x="380" y="324"/>
                    <a:pt x="380" y="324"/>
                  </a:cubicBezTo>
                  <a:cubicBezTo>
                    <a:pt x="380" y="324"/>
                    <a:pt x="379" y="324"/>
                    <a:pt x="379" y="323"/>
                  </a:cubicBezTo>
                  <a:cubicBezTo>
                    <a:pt x="379" y="323"/>
                    <a:pt x="379" y="323"/>
                    <a:pt x="379" y="323"/>
                  </a:cubicBezTo>
                  <a:cubicBezTo>
                    <a:pt x="379" y="323"/>
                    <a:pt x="379" y="323"/>
                    <a:pt x="379" y="323"/>
                  </a:cubicBezTo>
                  <a:cubicBezTo>
                    <a:pt x="379" y="323"/>
                    <a:pt x="380" y="322"/>
                    <a:pt x="380" y="322"/>
                  </a:cubicBezTo>
                  <a:cubicBezTo>
                    <a:pt x="380" y="321"/>
                    <a:pt x="380" y="321"/>
                    <a:pt x="380" y="320"/>
                  </a:cubicBezTo>
                  <a:cubicBezTo>
                    <a:pt x="380" y="320"/>
                    <a:pt x="380" y="320"/>
                    <a:pt x="379" y="320"/>
                  </a:cubicBezTo>
                  <a:cubicBezTo>
                    <a:pt x="379" y="319"/>
                    <a:pt x="379" y="319"/>
                    <a:pt x="379" y="319"/>
                  </a:cubicBezTo>
                  <a:cubicBezTo>
                    <a:pt x="379" y="319"/>
                    <a:pt x="378" y="319"/>
                    <a:pt x="378" y="319"/>
                  </a:cubicBezTo>
                  <a:cubicBezTo>
                    <a:pt x="378" y="320"/>
                    <a:pt x="378" y="319"/>
                    <a:pt x="377" y="319"/>
                  </a:cubicBezTo>
                  <a:cubicBezTo>
                    <a:pt x="377" y="319"/>
                    <a:pt x="377" y="319"/>
                    <a:pt x="377" y="319"/>
                  </a:cubicBezTo>
                  <a:cubicBezTo>
                    <a:pt x="378" y="319"/>
                    <a:pt x="378" y="319"/>
                    <a:pt x="378" y="319"/>
                  </a:cubicBezTo>
                  <a:cubicBezTo>
                    <a:pt x="379" y="319"/>
                    <a:pt x="379" y="318"/>
                    <a:pt x="379" y="318"/>
                  </a:cubicBezTo>
                  <a:cubicBezTo>
                    <a:pt x="379" y="318"/>
                    <a:pt x="380" y="318"/>
                    <a:pt x="380" y="318"/>
                  </a:cubicBezTo>
                  <a:cubicBezTo>
                    <a:pt x="380" y="318"/>
                    <a:pt x="380" y="318"/>
                    <a:pt x="381" y="318"/>
                  </a:cubicBezTo>
                  <a:cubicBezTo>
                    <a:pt x="381" y="317"/>
                    <a:pt x="381" y="317"/>
                    <a:pt x="381" y="316"/>
                  </a:cubicBezTo>
                  <a:cubicBezTo>
                    <a:pt x="381" y="316"/>
                    <a:pt x="381" y="315"/>
                    <a:pt x="380" y="315"/>
                  </a:cubicBezTo>
                  <a:cubicBezTo>
                    <a:pt x="380" y="315"/>
                    <a:pt x="380" y="315"/>
                    <a:pt x="380" y="315"/>
                  </a:cubicBezTo>
                  <a:cubicBezTo>
                    <a:pt x="380" y="315"/>
                    <a:pt x="379" y="315"/>
                    <a:pt x="380" y="315"/>
                  </a:cubicBezTo>
                  <a:cubicBezTo>
                    <a:pt x="380" y="315"/>
                    <a:pt x="380" y="315"/>
                    <a:pt x="380" y="315"/>
                  </a:cubicBezTo>
                  <a:cubicBezTo>
                    <a:pt x="380" y="315"/>
                    <a:pt x="380" y="315"/>
                    <a:pt x="380" y="315"/>
                  </a:cubicBezTo>
                  <a:cubicBezTo>
                    <a:pt x="380" y="315"/>
                    <a:pt x="380" y="316"/>
                    <a:pt x="379" y="316"/>
                  </a:cubicBezTo>
                  <a:cubicBezTo>
                    <a:pt x="379" y="316"/>
                    <a:pt x="379" y="316"/>
                    <a:pt x="378" y="316"/>
                  </a:cubicBezTo>
                  <a:cubicBezTo>
                    <a:pt x="377" y="317"/>
                    <a:pt x="377" y="317"/>
                    <a:pt x="376" y="317"/>
                  </a:cubicBezTo>
                  <a:cubicBezTo>
                    <a:pt x="376" y="317"/>
                    <a:pt x="375" y="317"/>
                    <a:pt x="375" y="318"/>
                  </a:cubicBezTo>
                  <a:cubicBezTo>
                    <a:pt x="375" y="318"/>
                    <a:pt x="375" y="318"/>
                    <a:pt x="375" y="318"/>
                  </a:cubicBezTo>
                  <a:cubicBezTo>
                    <a:pt x="375" y="318"/>
                    <a:pt x="374" y="318"/>
                    <a:pt x="374" y="318"/>
                  </a:cubicBezTo>
                  <a:cubicBezTo>
                    <a:pt x="374" y="318"/>
                    <a:pt x="374" y="318"/>
                    <a:pt x="374" y="318"/>
                  </a:cubicBezTo>
                  <a:cubicBezTo>
                    <a:pt x="374" y="318"/>
                    <a:pt x="373" y="318"/>
                    <a:pt x="373" y="318"/>
                  </a:cubicBezTo>
                  <a:cubicBezTo>
                    <a:pt x="373" y="318"/>
                    <a:pt x="373" y="318"/>
                    <a:pt x="373" y="318"/>
                  </a:cubicBezTo>
                  <a:cubicBezTo>
                    <a:pt x="373" y="318"/>
                    <a:pt x="372" y="318"/>
                    <a:pt x="372" y="317"/>
                  </a:cubicBezTo>
                  <a:cubicBezTo>
                    <a:pt x="371" y="317"/>
                    <a:pt x="371" y="317"/>
                    <a:pt x="370" y="317"/>
                  </a:cubicBezTo>
                  <a:cubicBezTo>
                    <a:pt x="370" y="317"/>
                    <a:pt x="370" y="317"/>
                    <a:pt x="370" y="317"/>
                  </a:cubicBezTo>
                  <a:cubicBezTo>
                    <a:pt x="370" y="317"/>
                    <a:pt x="370" y="317"/>
                    <a:pt x="370" y="317"/>
                  </a:cubicBezTo>
                  <a:cubicBezTo>
                    <a:pt x="370" y="318"/>
                    <a:pt x="370" y="318"/>
                    <a:pt x="370" y="318"/>
                  </a:cubicBezTo>
                  <a:cubicBezTo>
                    <a:pt x="370" y="318"/>
                    <a:pt x="370" y="318"/>
                    <a:pt x="370" y="318"/>
                  </a:cubicBezTo>
                  <a:cubicBezTo>
                    <a:pt x="370" y="319"/>
                    <a:pt x="370" y="319"/>
                    <a:pt x="371" y="319"/>
                  </a:cubicBezTo>
                  <a:cubicBezTo>
                    <a:pt x="371" y="319"/>
                    <a:pt x="371" y="319"/>
                    <a:pt x="371" y="319"/>
                  </a:cubicBezTo>
                  <a:cubicBezTo>
                    <a:pt x="371" y="320"/>
                    <a:pt x="371" y="320"/>
                    <a:pt x="372" y="320"/>
                  </a:cubicBezTo>
                  <a:cubicBezTo>
                    <a:pt x="372" y="320"/>
                    <a:pt x="372" y="320"/>
                    <a:pt x="373" y="320"/>
                  </a:cubicBezTo>
                  <a:cubicBezTo>
                    <a:pt x="373" y="320"/>
                    <a:pt x="373" y="321"/>
                    <a:pt x="373" y="321"/>
                  </a:cubicBezTo>
                  <a:cubicBezTo>
                    <a:pt x="373" y="321"/>
                    <a:pt x="373" y="321"/>
                    <a:pt x="373" y="321"/>
                  </a:cubicBezTo>
                  <a:cubicBezTo>
                    <a:pt x="372" y="322"/>
                    <a:pt x="372" y="322"/>
                    <a:pt x="372" y="322"/>
                  </a:cubicBezTo>
                  <a:cubicBezTo>
                    <a:pt x="372" y="322"/>
                    <a:pt x="372" y="323"/>
                    <a:pt x="372" y="323"/>
                  </a:cubicBezTo>
                  <a:cubicBezTo>
                    <a:pt x="372" y="323"/>
                    <a:pt x="372" y="323"/>
                    <a:pt x="372" y="323"/>
                  </a:cubicBezTo>
                  <a:cubicBezTo>
                    <a:pt x="372" y="323"/>
                    <a:pt x="372" y="323"/>
                    <a:pt x="372" y="323"/>
                  </a:cubicBezTo>
                  <a:cubicBezTo>
                    <a:pt x="372" y="323"/>
                    <a:pt x="372" y="323"/>
                    <a:pt x="372" y="323"/>
                  </a:cubicBezTo>
                  <a:cubicBezTo>
                    <a:pt x="373" y="324"/>
                    <a:pt x="373" y="324"/>
                    <a:pt x="373" y="323"/>
                  </a:cubicBezTo>
                  <a:cubicBezTo>
                    <a:pt x="374" y="323"/>
                    <a:pt x="374" y="323"/>
                    <a:pt x="374" y="323"/>
                  </a:cubicBezTo>
                  <a:cubicBezTo>
                    <a:pt x="374" y="323"/>
                    <a:pt x="375" y="323"/>
                    <a:pt x="375" y="324"/>
                  </a:cubicBezTo>
                  <a:cubicBezTo>
                    <a:pt x="375" y="324"/>
                    <a:pt x="375" y="324"/>
                    <a:pt x="375" y="324"/>
                  </a:cubicBezTo>
                  <a:cubicBezTo>
                    <a:pt x="375" y="324"/>
                    <a:pt x="375" y="324"/>
                    <a:pt x="375" y="324"/>
                  </a:cubicBezTo>
                  <a:cubicBezTo>
                    <a:pt x="375" y="324"/>
                    <a:pt x="374" y="324"/>
                    <a:pt x="374" y="325"/>
                  </a:cubicBezTo>
                  <a:cubicBezTo>
                    <a:pt x="374" y="325"/>
                    <a:pt x="374" y="325"/>
                    <a:pt x="374" y="325"/>
                  </a:cubicBezTo>
                  <a:cubicBezTo>
                    <a:pt x="374" y="325"/>
                    <a:pt x="373" y="326"/>
                    <a:pt x="373" y="326"/>
                  </a:cubicBezTo>
                  <a:cubicBezTo>
                    <a:pt x="372" y="326"/>
                    <a:pt x="372" y="326"/>
                    <a:pt x="372" y="326"/>
                  </a:cubicBezTo>
                  <a:cubicBezTo>
                    <a:pt x="371" y="327"/>
                    <a:pt x="370" y="327"/>
                    <a:pt x="370" y="327"/>
                  </a:cubicBezTo>
                  <a:cubicBezTo>
                    <a:pt x="369" y="327"/>
                    <a:pt x="368" y="327"/>
                    <a:pt x="368" y="327"/>
                  </a:cubicBezTo>
                  <a:cubicBezTo>
                    <a:pt x="368" y="327"/>
                    <a:pt x="368" y="327"/>
                    <a:pt x="368" y="327"/>
                  </a:cubicBezTo>
                  <a:cubicBezTo>
                    <a:pt x="368" y="327"/>
                    <a:pt x="368" y="328"/>
                    <a:pt x="368" y="328"/>
                  </a:cubicBezTo>
                  <a:cubicBezTo>
                    <a:pt x="368" y="328"/>
                    <a:pt x="368" y="328"/>
                    <a:pt x="368" y="328"/>
                  </a:cubicBezTo>
                  <a:cubicBezTo>
                    <a:pt x="368" y="328"/>
                    <a:pt x="369" y="328"/>
                    <a:pt x="369" y="328"/>
                  </a:cubicBezTo>
                  <a:cubicBezTo>
                    <a:pt x="369" y="328"/>
                    <a:pt x="370" y="328"/>
                    <a:pt x="370" y="328"/>
                  </a:cubicBezTo>
                  <a:cubicBezTo>
                    <a:pt x="370" y="328"/>
                    <a:pt x="371" y="328"/>
                    <a:pt x="371" y="328"/>
                  </a:cubicBezTo>
                  <a:cubicBezTo>
                    <a:pt x="372" y="328"/>
                    <a:pt x="372" y="328"/>
                    <a:pt x="373" y="328"/>
                  </a:cubicBezTo>
                  <a:cubicBezTo>
                    <a:pt x="373" y="328"/>
                    <a:pt x="373" y="328"/>
                    <a:pt x="374" y="328"/>
                  </a:cubicBezTo>
                  <a:cubicBezTo>
                    <a:pt x="374" y="328"/>
                    <a:pt x="374" y="328"/>
                    <a:pt x="374" y="329"/>
                  </a:cubicBezTo>
                  <a:cubicBezTo>
                    <a:pt x="374" y="329"/>
                    <a:pt x="373" y="329"/>
                    <a:pt x="373" y="329"/>
                  </a:cubicBezTo>
                  <a:cubicBezTo>
                    <a:pt x="372" y="330"/>
                    <a:pt x="371" y="330"/>
                    <a:pt x="370" y="331"/>
                  </a:cubicBezTo>
                  <a:cubicBezTo>
                    <a:pt x="369" y="331"/>
                    <a:pt x="368" y="331"/>
                    <a:pt x="367" y="331"/>
                  </a:cubicBezTo>
                  <a:cubicBezTo>
                    <a:pt x="367" y="331"/>
                    <a:pt x="367" y="331"/>
                    <a:pt x="367" y="332"/>
                  </a:cubicBezTo>
                  <a:cubicBezTo>
                    <a:pt x="367" y="332"/>
                    <a:pt x="367" y="332"/>
                    <a:pt x="367" y="332"/>
                  </a:cubicBezTo>
                  <a:cubicBezTo>
                    <a:pt x="367" y="333"/>
                    <a:pt x="367" y="333"/>
                    <a:pt x="368" y="333"/>
                  </a:cubicBezTo>
                  <a:cubicBezTo>
                    <a:pt x="368" y="333"/>
                    <a:pt x="368" y="333"/>
                    <a:pt x="368" y="333"/>
                  </a:cubicBezTo>
                  <a:cubicBezTo>
                    <a:pt x="369" y="333"/>
                    <a:pt x="369" y="333"/>
                    <a:pt x="369" y="332"/>
                  </a:cubicBezTo>
                  <a:cubicBezTo>
                    <a:pt x="370" y="332"/>
                    <a:pt x="370" y="332"/>
                    <a:pt x="370" y="332"/>
                  </a:cubicBezTo>
                  <a:cubicBezTo>
                    <a:pt x="371" y="332"/>
                    <a:pt x="371" y="333"/>
                    <a:pt x="371" y="333"/>
                  </a:cubicBezTo>
                  <a:cubicBezTo>
                    <a:pt x="371" y="333"/>
                    <a:pt x="371" y="333"/>
                    <a:pt x="371" y="333"/>
                  </a:cubicBezTo>
                  <a:cubicBezTo>
                    <a:pt x="371" y="334"/>
                    <a:pt x="371" y="334"/>
                    <a:pt x="371" y="334"/>
                  </a:cubicBezTo>
                  <a:cubicBezTo>
                    <a:pt x="371" y="335"/>
                    <a:pt x="371" y="335"/>
                    <a:pt x="371" y="335"/>
                  </a:cubicBezTo>
                  <a:cubicBezTo>
                    <a:pt x="371" y="335"/>
                    <a:pt x="372" y="335"/>
                    <a:pt x="372" y="334"/>
                  </a:cubicBezTo>
                  <a:cubicBezTo>
                    <a:pt x="372" y="334"/>
                    <a:pt x="372" y="334"/>
                    <a:pt x="372" y="334"/>
                  </a:cubicBezTo>
                  <a:cubicBezTo>
                    <a:pt x="372" y="334"/>
                    <a:pt x="372" y="334"/>
                    <a:pt x="372" y="333"/>
                  </a:cubicBezTo>
                  <a:cubicBezTo>
                    <a:pt x="372" y="333"/>
                    <a:pt x="372" y="333"/>
                    <a:pt x="372" y="333"/>
                  </a:cubicBezTo>
                  <a:cubicBezTo>
                    <a:pt x="372" y="333"/>
                    <a:pt x="372" y="332"/>
                    <a:pt x="372" y="332"/>
                  </a:cubicBezTo>
                  <a:cubicBezTo>
                    <a:pt x="372" y="332"/>
                    <a:pt x="372" y="332"/>
                    <a:pt x="372" y="332"/>
                  </a:cubicBezTo>
                  <a:cubicBezTo>
                    <a:pt x="373" y="331"/>
                    <a:pt x="373" y="331"/>
                    <a:pt x="374" y="331"/>
                  </a:cubicBezTo>
                  <a:cubicBezTo>
                    <a:pt x="374" y="331"/>
                    <a:pt x="374" y="332"/>
                    <a:pt x="374" y="332"/>
                  </a:cubicBezTo>
                  <a:cubicBezTo>
                    <a:pt x="374" y="332"/>
                    <a:pt x="374" y="332"/>
                    <a:pt x="374" y="332"/>
                  </a:cubicBezTo>
                  <a:cubicBezTo>
                    <a:pt x="374" y="333"/>
                    <a:pt x="374" y="333"/>
                    <a:pt x="374" y="333"/>
                  </a:cubicBezTo>
                  <a:cubicBezTo>
                    <a:pt x="374" y="334"/>
                    <a:pt x="374" y="334"/>
                    <a:pt x="374" y="334"/>
                  </a:cubicBezTo>
                  <a:cubicBezTo>
                    <a:pt x="373" y="334"/>
                    <a:pt x="373" y="335"/>
                    <a:pt x="374" y="335"/>
                  </a:cubicBezTo>
                  <a:cubicBezTo>
                    <a:pt x="374" y="335"/>
                    <a:pt x="374" y="335"/>
                    <a:pt x="374" y="336"/>
                  </a:cubicBezTo>
                  <a:cubicBezTo>
                    <a:pt x="374" y="336"/>
                    <a:pt x="374" y="336"/>
                    <a:pt x="374" y="336"/>
                  </a:cubicBezTo>
                  <a:cubicBezTo>
                    <a:pt x="375" y="336"/>
                    <a:pt x="375" y="335"/>
                    <a:pt x="375" y="335"/>
                  </a:cubicBezTo>
                  <a:cubicBezTo>
                    <a:pt x="375" y="335"/>
                    <a:pt x="375" y="334"/>
                    <a:pt x="376" y="334"/>
                  </a:cubicBezTo>
                  <a:cubicBezTo>
                    <a:pt x="376" y="333"/>
                    <a:pt x="376" y="333"/>
                    <a:pt x="376" y="332"/>
                  </a:cubicBezTo>
                  <a:cubicBezTo>
                    <a:pt x="376" y="332"/>
                    <a:pt x="376" y="332"/>
                    <a:pt x="376" y="332"/>
                  </a:cubicBezTo>
                  <a:cubicBezTo>
                    <a:pt x="376" y="332"/>
                    <a:pt x="376" y="331"/>
                    <a:pt x="376" y="331"/>
                  </a:cubicBezTo>
                  <a:cubicBezTo>
                    <a:pt x="376" y="331"/>
                    <a:pt x="376" y="330"/>
                    <a:pt x="376" y="330"/>
                  </a:cubicBezTo>
                  <a:cubicBezTo>
                    <a:pt x="377" y="330"/>
                    <a:pt x="377" y="330"/>
                    <a:pt x="377" y="330"/>
                  </a:cubicBezTo>
                  <a:cubicBezTo>
                    <a:pt x="377" y="330"/>
                    <a:pt x="377" y="330"/>
                    <a:pt x="378" y="329"/>
                  </a:cubicBezTo>
                  <a:cubicBezTo>
                    <a:pt x="378" y="329"/>
                    <a:pt x="379" y="329"/>
                    <a:pt x="379" y="329"/>
                  </a:cubicBezTo>
                  <a:cubicBezTo>
                    <a:pt x="380" y="329"/>
                    <a:pt x="380" y="329"/>
                    <a:pt x="380" y="329"/>
                  </a:cubicBezTo>
                  <a:cubicBezTo>
                    <a:pt x="380" y="328"/>
                    <a:pt x="380" y="328"/>
                    <a:pt x="380" y="328"/>
                  </a:cubicBezTo>
                  <a:cubicBezTo>
                    <a:pt x="380" y="328"/>
                    <a:pt x="379" y="328"/>
                    <a:pt x="379" y="327"/>
                  </a:cubicBezTo>
                  <a:cubicBezTo>
                    <a:pt x="379" y="327"/>
                    <a:pt x="379" y="327"/>
                    <a:pt x="378" y="327"/>
                  </a:cubicBezTo>
                  <a:cubicBezTo>
                    <a:pt x="378" y="327"/>
                    <a:pt x="378" y="327"/>
                    <a:pt x="377" y="327"/>
                  </a:cubicBezTo>
                  <a:cubicBezTo>
                    <a:pt x="377" y="328"/>
                    <a:pt x="377" y="328"/>
                    <a:pt x="377" y="328"/>
                  </a:cubicBezTo>
                  <a:cubicBezTo>
                    <a:pt x="377" y="328"/>
                    <a:pt x="377" y="328"/>
                    <a:pt x="377" y="328"/>
                  </a:cubicBezTo>
                  <a:cubicBezTo>
                    <a:pt x="376" y="327"/>
                    <a:pt x="376" y="327"/>
                    <a:pt x="376" y="326"/>
                  </a:cubicBezTo>
                  <a:cubicBezTo>
                    <a:pt x="376" y="326"/>
                    <a:pt x="376" y="326"/>
                    <a:pt x="376" y="326"/>
                  </a:cubicBezTo>
                  <a:cubicBezTo>
                    <a:pt x="376" y="326"/>
                    <a:pt x="377" y="326"/>
                    <a:pt x="377" y="326"/>
                  </a:cubicBezTo>
                  <a:cubicBezTo>
                    <a:pt x="377" y="326"/>
                    <a:pt x="377" y="326"/>
                    <a:pt x="377" y="326"/>
                  </a:cubicBezTo>
                  <a:cubicBezTo>
                    <a:pt x="378" y="326"/>
                    <a:pt x="378" y="326"/>
                    <a:pt x="379" y="326"/>
                  </a:cubicBezTo>
                  <a:cubicBezTo>
                    <a:pt x="379" y="325"/>
                    <a:pt x="379" y="325"/>
                    <a:pt x="380" y="325"/>
                  </a:cubicBezTo>
                  <a:cubicBezTo>
                    <a:pt x="380" y="325"/>
                    <a:pt x="380" y="325"/>
                    <a:pt x="380" y="326"/>
                  </a:cubicBezTo>
                  <a:cubicBezTo>
                    <a:pt x="380" y="326"/>
                    <a:pt x="380" y="326"/>
                    <a:pt x="380" y="327"/>
                  </a:cubicBezTo>
                  <a:cubicBezTo>
                    <a:pt x="380" y="327"/>
                    <a:pt x="381" y="328"/>
                    <a:pt x="380" y="328"/>
                  </a:cubicBezTo>
                  <a:cubicBezTo>
                    <a:pt x="380" y="329"/>
                    <a:pt x="380" y="329"/>
                    <a:pt x="380" y="330"/>
                  </a:cubicBezTo>
                  <a:cubicBezTo>
                    <a:pt x="380" y="330"/>
                    <a:pt x="380" y="330"/>
                    <a:pt x="381" y="330"/>
                  </a:cubicBezTo>
                  <a:cubicBezTo>
                    <a:pt x="381" y="330"/>
                    <a:pt x="381" y="330"/>
                    <a:pt x="381" y="330"/>
                  </a:cubicBezTo>
                  <a:cubicBezTo>
                    <a:pt x="382" y="330"/>
                    <a:pt x="382" y="330"/>
                    <a:pt x="382" y="330"/>
                  </a:cubicBezTo>
                  <a:cubicBezTo>
                    <a:pt x="382" y="329"/>
                    <a:pt x="382" y="329"/>
                    <a:pt x="382" y="328"/>
                  </a:cubicBezTo>
                  <a:cubicBezTo>
                    <a:pt x="382" y="328"/>
                    <a:pt x="382" y="327"/>
                    <a:pt x="382" y="327"/>
                  </a:cubicBezTo>
                  <a:cubicBezTo>
                    <a:pt x="382" y="326"/>
                    <a:pt x="383" y="326"/>
                    <a:pt x="383" y="325"/>
                  </a:cubicBezTo>
                  <a:cubicBezTo>
                    <a:pt x="383" y="325"/>
                    <a:pt x="383" y="325"/>
                    <a:pt x="384" y="325"/>
                  </a:cubicBezTo>
                  <a:cubicBezTo>
                    <a:pt x="384" y="325"/>
                    <a:pt x="384" y="325"/>
                    <a:pt x="384" y="325"/>
                  </a:cubicBezTo>
                  <a:cubicBezTo>
                    <a:pt x="384" y="325"/>
                    <a:pt x="384" y="325"/>
                    <a:pt x="384" y="326"/>
                  </a:cubicBezTo>
                  <a:cubicBezTo>
                    <a:pt x="384" y="326"/>
                    <a:pt x="384" y="326"/>
                    <a:pt x="384" y="326"/>
                  </a:cubicBezTo>
                  <a:cubicBezTo>
                    <a:pt x="384" y="327"/>
                    <a:pt x="384" y="327"/>
                    <a:pt x="384" y="327"/>
                  </a:cubicBezTo>
                  <a:cubicBezTo>
                    <a:pt x="384" y="328"/>
                    <a:pt x="384" y="328"/>
                    <a:pt x="384" y="328"/>
                  </a:cubicBezTo>
                  <a:cubicBezTo>
                    <a:pt x="384" y="329"/>
                    <a:pt x="384" y="329"/>
                    <a:pt x="384" y="330"/>
                  </a:cubicBezTo>
                  <a:cubicBezTo>
                    <a:pt x="384" y="330"/>
                    <a:pt x="384" y="330"/>
                    <a:pt x="384" y="330"/>
                  </a:cubicBezTo>
                  <a:cubicBezTo>
                    <a:pt x="385" y="330"/>
                    <a:pt x="385" y="331"/>
                    <a:pt x="385" y="331"/>
                  </a:cubicBezTo>
                  <a:cubicBezTo>
                    <a:pt x="384" y="332"/>
                    <a:pt x="384" y="332"/>
                    <a:pt x="384" y="333"/>
                  </a:cubicBezTo>
                  <a:cubicBezTo>
                    <a:pt x="385" y="333"/>
                    <a:pt x="385" y="333"/>
                    <a:pt x="384" y="333"/>
                  </a:cubicBezTo>
                  <a:cubicBezTo>
                    <a:pt x="384" y="334"/>
                    <a:pt x="384" y="335"/>
                    <a:pt x="384" y="335"/>
                  </a:cubicBezTo>
                  <a:cubicBezTo>
                    <a:pt x="384" y="335"/>
                    <a:pt x="384" y="335"/>
                    <a:pt x="384" y="335"/>
                  </a:cubicBezTo>
                  <a:cubicBezTo>
                    <a:pt x="384" y="336"/>
                    <a:pt x="384" y="336"/>
                    <a:pt x="384" y="336"/>
                  </a:cubicBezTo>
                  <a:cubicBezTo>
                    <a:pt x="384" y="337"/>
                    <a:pt x="384" y="337"/>
                    <a:pt x="384" y="338"/>
                  </a:cubicBezTo>
                  <a:cubicBezTo>
                    <a:pt x="384" y="338"/>
                    <a:pt x="384" y="339"/>
                    <a:pt x="384" y="339"/>
                  </a:cubicBezTo>
                  <a:cubicBezTo>
                    <a:pt x="384" y="339"/>
                    <a:pt x="384" y="340"/>
                    <a:pt x="385" y="340"/>
                  </a:cubicBezTo>
                  <a:cubicBezTo>
                    <a:pt x="385" y="340"/>
                    <a:pt x="385" y="339"/>
                    <a:pt x="385" y="339"/>
                  </a:cubicBezTo>
                  <a:cubicBezTo>
                    <a:pt x="385" y="339"/>
                    <a:pt x="385" y="339"/>
                    <a:pt x="385" y="339"/>
                  </a:cubicBezTo>
                  <a:cubicBezTo>
                    <a:pt x="385" y="339"/>
                    <a:pt x="386" y="338"/>
                    <a:pt x="386" y="338"/>
                  </a:cubicBezTo>
                  <a:cubicBezTo>
                    <a:pt x="386" y="338"/>
                    <a:pt x="386" y="338"/>
                    <a:pt x="386" y="338"/>
                  </a:cubicBezTo>
                  <a:cubicBezTo>
                    <a:pt x="386" y="337"/>
                    <a:pt x="386" y="337"/>
                    <a:pt x="386" y="337"/>
                  </a:cubicBezTo>
                  <a:cubicBezTo>
                    <a:pt x="386" y="336"/>
                    <a:pt x="386" y="336"/>
                    <a:pt x="386" y="336"/>
                  </a:cubicBezTo>
                  <a:cubicBezTo>
                    <a:pt x="386" y="335"/>
                    <a:pt x="386" y="335"/>
                    <a:pt x="386" y="335"/>
                  </a:cubicBezTo>
                  <a:cubicBezTo>
                    <a:pt x="386" y="335"/>
                    <a:pt x="386" y="335"/>
                    <a:pt x="386" y="335"/>
                  </a:cubicBezTo>
                  <a:cubicBezTo>
                    <a:pt x="386" y="334"/>
                    <a:pt x="386" y="334"/>
                    <a:pt x="386" y="334"/>
                  </a:cubicBezTo>
                  <a:cubicBezTo>
                    <a:pt x="386" y="334"/>
                    <a:pt x="386" y="334"/>
                    <a:pt x="386" y="334"/>
                  </a:cubicBezTo>
                  <a:cubicBezTo>
                    <a:pt x="386" y="333"/>
                    <a:pt x="386" y="333"/>
                    <a:pt x="386" y="333"/>
                  </a:cubicBezTo>
                  <a:cubicBezTo>
                    <a:pt x="386" y="332"/>
                    <a:pt x="386" y="331"/>
                    <a:pt x="386" y="330"/>
                  </a:cubicBezTo>
                  <a:cubicBezTo>
                    <a:pt x="386" y="329"/>
                    <a:pt x="386" y="328"/>
                    <a:pt x="386" y="327"/>
                  </a:cubicBezTo>
                  <a:cubicBezTo>
                    <a:pt x="386" y="327"/>
                    <a:pt x="386" y="327"/>
                    <a:pt x="386" y="326"/>
                  </a:cubicBezTo>
                  <a:cubicBezTo>
                    <a:pt x="386" y="326"/>
                    <a:pt x="386" y="325"/>
                    <a:pt x="386" y="324"/>
                  </a:cubicBezTo>
                  <a:cubicBezTo>
                    <a:pt x="386" y="323"/>
                    <a:pt x="387" y="323"/>
                    <a:pt x="387" y="323"/>
                  </a:cubicBezTo>
                  <a:cubicBezTo>
                    <a:pt x="387" y="323"/>
                    <a:pt x="388" y="323"/>
                    <a:pt x="388" y="323"/>
                  </a:cubicBezTo>
                  <a:cubicBezTo>
                    <a:pt x="388" y="322"/>
                    <a:pt x="388" y="322"/>
                    <a:pt x="388" y="321"/>
                  </a:cubicBezTo>
                  <a:close/>
                  <a:moveTo>
                    <a:pt x="377" y="323"/>
                  </a:moveTo>
                  <a:cubicBezTo>
                    <a:pt x="377" y="323"/>
                    <a:pt x="377" y="324"/>
                    <a:pt x="377" y="324"/>
                  </a:cubicBezTo>
                  <a:cubicBezTo>
                    <a:pt x="377" y="324"/>
                    <a:pt x="377" y="324"/>
                    <a:pt x="378" y="324"/>
                  </a:cubicBezTo>
                  <a:cubicBezTo>
                    <a:pt x="378" y="324"/>
                    <a:pt x="378" y="324"/>
                    <a:pt x="378" y="324"/>
                  </a:cubicBezTo>
                  <a:cubicBezTo>
                    <a:pt x="378" y="323"/>
                    <a:pt x="378" y="323"/>
                    <a:pt x="378" y="323"/>
                  </a:cubicBezTo>
                  <a:cubicBezTo>
                    <a:pt x="378" y="323"/>
                    <a:pt x="378" y="323"/>
                    <a:pt x="378" y="323"/>
                  </a:cubicBezTo>
                  <a:cubicBezTo>
                    <a:pt x="378" y="323"/>
                    <a:pt x="377" y="323"/>
                    <a:pt x="377" y="323"/>
                  </a:cubicBezTo>
                  <a:close/>
                  <a:moveTo>
                    <a:pt x="300" y="327"/>
                  </a:moveTo>
                  <a:cubicBezTo>
                    <a:pt x="300" y="327"/>
                    <a:pt x="300" y="327"/>
                    <a:pt x="300" y="327"/>
                  </a:cubicBezTo>
                  <a:cubicBezTo>
                    <a:pt x="300" y="327"/>
                    <a:pt x="300" y="328"/>
                    <a:pt x="300" y="328"/>
                  </a:cubicBezTo>
                  <a:cubicBezTo>
                    <a:pt x="299" y="328"/>
                    <a:pt x="299" y="329"/>
                    <a:pt x="299" y="330"/>
                  </a:cubicBezTo>
                  <a:cubicBezTo>
                    <a:pt x="299" y="330"/>
                    <a:pt x="298" y="330"/>
                    <a:pt x="298" y="330"/>
                  </a:cubicBezTo>
                  <a:cubicBezTo>
                    <a:pt x="298" y="330"/>
                    <a:pt x="298" y="330"/>
                    <a:pt x="299" y="330"/>
                  </a:cubicBezTo>
                  <a:cubicBezTo>
                    <a:pt x="299" y="330"/>
                    <a:pt x="299" y="330"/>
                    <a:pt x="299" y="331"/>
                  </a:cubicBezTo>
                  <a:cubicBezTo>
                    <a:pt x="299" y="331"/>
                    <a:pt x="300" y="331"/>
                    <a:pt x="300" y="331"/>
                  </a:cubicBezTo>
                  <a:cubicBezTo>
                    <a:pt x="300" y="331"/>
                    <a:pt x="301" y="331"/>
                    <a:pt x="301" y="330"/>
                  </a:cubicBezTo>
                  <a:cubicBezTo>
                    <a:pt x="301" y="330"/>
                    <a:pt x="301" y="330"/>
                    <a:pt x="301" y="329"/>
                  </a:cubicBezTo>
                  <a:cubicBezTo>
                    <a:pt x="301" y="329"/>
                    <a:pt x="301" y="328"/>
                    <a:pt x="301" y="328"/>
                  </a:cubicBezTo>
                  <a:cubicBezTo>
                    <a:pt x="301" y="328"/>
                    <a:pt x="301" y="327"/>
                    <a:pt x="301" y="327"/>
                  </a:cubicBezTo>
                  <a:cubicBezTo>
                    <a:pt x="301" y="327"/>
                    <a:pt x="301" y="326"/>
                    <a:pt x="301" y="327"/>
                  </a:cubicBezTo>
                  <a:cubicBezTo>
                    <a:pt x="301" y="327"/>
                    <a:pt x="300" y="327"/>
                    <a:pt x="300" y="327"/>
                  </a:cubicBezTo>
                  <a:close/>
                  <a:moveTo>
                    <a:pt x="226" y="319"/>
                  </a:moveTo>
                  <a:cubicBezTo>
                    <a:pt x="225" y="319"/>
                    <a:pt x="224" y="319"/>
                    <a:pt x="223" y="319"/>
                  </a:cubicBezTo>
                  <a:cubicBezTo>
                    <a:pt x="223" y="319"/>
                    <a:pt x="223" y="319"/>
                    <a:pt x="223" y="320"/>
                  </a:cubicBezTo>
                  <a:cubicBezTo>
                    <a:pt x="223" y="320"/>
                    <a:pt x="223" y="320"/>
                    <a:pt x="223" y="321"/>
                  </a:cubicBezTo>
                  <a:cubicBezTo>
                    <a:pt x="223" y="321"/>
                    <a:pt x="223" y="321"/>
                    <a:pt x="223" y="321"/>
                  </a:cubicBezTo>
                  <a:cubicBezTo>
                    <a:pt x="223" y="321"/>
                    <a:pt x="223" y="321"/>
                    <a:pt x="223" y="321"/>
                  </a:cubicBezTo>
                  <a:cubicBezTo>
                    <a:pt x="223" y="321"/>
                    <a:pt x="223" y="321"/>
                    <a:pt x="223" y="321"/>
                  </a:cubicBezTo>
                  <a:cubicBezTo>
                    <a:pt x="224" y="321"/>
                    <a:pt x="224" y="320"/>
                    <a:pt x="225" y="321"/>
                  </a:cubicBezTo>
                  <a:cubicBezTo>
                    <a:pt x="225" y="321"/>
                    <a:pt x="225" y="321"/>
                    <a:pt x="225" y="321"/>
                  </a:cubicBezTo>
                  <a:cubicBezTo>
                    <a:pt x="225" y="322"/>
                    <a:pt x="225" y="322"/>
                    <a:pt x="225" y="322"/>
                  </a:cubicBezTo>
                  <a:cubicBezTo>
                    <a:pt x="224" y="322"/>
                    <a:pt x="224" y="322"/>
                    <a:pt x="224" y="322"/>
                  </a:cubicBezTo>
                  <a:cubicBezTo>
                    <a:pt x="224" y="322"/>
                    <a:pt x="223" y="322"/>
                    <a:pt x="223" y="323"/>
                  </a:cubicBezTo>
                  <a:cubicBezTo>
                    <a:pt x="223" y="323"/>
                    <a:pt x="223" y="323"/>
                    <a:pt x="222" y="323"/>
                  </a:cubicBezTo>
                  <a:cubicBezTo>
                    <a:pt x="222" y="323"/>
                    <a:pt x="222" y="323"/>
                    <a:pt x="222" y="323"/>
                  </a:cubicBezTo>
                  <a:cubicBezTo>
                    <a:pt x="223" y="323"/>
                    <a:pt x="223" y="323"/>
                    <a:pt x="223" y="323"/>
                  </a:cubicBezTo>
                  <a:cubicBezTo>
                    <a:pt x="223" y="323"/>
                    <a:pt x="223" y="323"/>
                    <a:pt x="223" y="323"/>
                  </a:cubicBezTo>
                  <a:cubicBezTo>
                    <a:pt x="224" y="323"/>
                    <a:pt x="224" y="323"/>
                    <a:pt x="225" y="323"/>
                  </a:cubicBezTo>
                  <a:cubicBezTo>
                    <a:pt x="225" y="323"/>
                    <a:pt x="225" y="323"/>
                    <a:pt x="225" y="323"/>
                  </a:cubicBezTo>
                  <a:cubicBezTo>
                    <a:pt x="225" y="324"/>
                    <a:pt x="225" y="324"/>
                    <a:pt x="225" y="324"/>
                  </a:cubicBezTo>
                  <a:cubicBezTo>
                    <a:pt x="225" y="325"/>
                    <a:pt x="225" y="325"/>
                    <a:pt x="225" y="325"/>
                  </a:cubicBezTo>
                  <a:cubicBezTo>
                    <a:pt x="224" y="325"/>
                    <a:pt x="223" y="325"/>
                    <a:pt x="223" y="325"/>
                  </a:cubicBezTo>
                  <a:cubicBezTo>
                    <a:pt x="222" y="326"/>
                    <a:pt x="222" y="326"/>
                    <a:pt x="222" y="326"/>
                  </a:cubicBezTo>
                  <a:cubicBezTo>
                    <a:pt x="222" y="326"/>
                    <a:pt x="222" y="326"/>
                    <a:pt x="222" y="326"/>
                  </a:cubicBezTo>
                  <a:cubicBezTo>
                    <a:pt x="223" y="327"/>
                    <a:pt x="224" y="326"/>
                    <a:pt x="224" y="326"/>
                  </a:cubicBezTo>
                  <a:cubicBezTo>
                    <a:pt x="225" y="326"/>
                    <a:pt x="225" y="326"/>
                    <a:pt x="225" y="326"/>
                  </a:cubicBezTo>
                  <a:cubicBezTo>
                    <a:pt x="226" y="326"/>
                    <a:pt x="226" y="326"/>
                    <a:pt x="226" y="325"/>
                  </a:cubicBezTo>
                  <a:cubicBezTo>
                    <a:pt x="227" y="325"/>
                    <a:pt x="227" y="324"/>
                    <a:pt x="227" y="324"/>
                  </a:cubicBezTo>
                  <a:cubicBezTo>
                    <a:pt x="227" y="323"/>
                    <a:pt x="227" y="321"/>
                    <a:pt x="227" y="320"/>
                  </a:cubicBezTo>
                  <a:cubicBezTo>
                    <a:pt x="227" y="320"/>
                    <a:pt x="226" y="319"/>
                    <a:pt x="226" y="319"/>
                  </a:cubicBezTo>
                  <a:cubicBezTo>
                    <a:pt x="226" y="319"/>
                    <a:pt x="226" y="319"/>
                    <a:pt x="226" y="319"/>
                  </a:cubicBezTo>
                  <a:close/>
                  <a:moveTo>
                    <a:pt x="0" y="1"/>
                  </a:moveTo>
                  <a:cubicBezTo>
                    <a:pt x="111" y="1"/>
                    <a:pt x="201" y="0"/>
                    <a:pt x="248" y="47"/>
                  </a:cubicBezTo>
                  <a:cubicBezTo>
                    <a:pt x="295" y="0"/>
                    <a:pt x="385" y="1"/>
                    <a:pt x="496" y="1"/>
                  </a:cubicBezTo>
                  <a:cubicBezTo>
                    <a:pt x="496" y="15"/>
                    <a:pt x="496" y="15"/>
                    <a:pt x="496" y="15"/>
                  </a:cubicBezTo>
                  <a:cubicBezTo>
                    <a:pt x="496" y="45"/>
                    <a:pt x="496" y="45"/>
                    <a:pt x="496" y="45"/>
                  </a:cubicBezTo>
                  <a:cubicBezTo>
                    <a:pt x="496" y="64"/>
                    <a:pt x="496" y="64"/>
                    <a:pt x="496" y="64"/>
                  </a:cubicBezTo>
                  <a:cubicBezTo>
                    <a:pt x="496" y="89"/>
                    <a:pt x="496" y="89"/>
                    <a:pt x="496" y="89"/>
                  </a:cubicBezTo>
                  <a:cubicBezTo>
                    <a:pt x="496" y="113"/>
                    <a:pt x="496" y="113"/>
                    <a:pt x="496" y="113"/>
                  </a:cubicBezTo>
                  <a:cubicBezTo>
                    <a:pt x="496" y="133"/>
                    <a:pt x="496" y="133"/>
                    <a:pt x="496" y="133"/>
                  </a:cubicBezTo>
                  <a:cubicBezTo>
                    <a:pt x="496" y="162"/>
                    <a:pt x="496" y="162"/>
                    <a:pt x="496" y="162"/>
                  </a:cubicBezTo>
                  <a:cubicBezTo>
                    <a:pt x="496" y="391"/>
                    <a:pt x="496" y="391"/>
                    <a:pt x="496" y="391"/>
                  </a:cubicBezTo>
                  <a:cubicBezTo>
                    <a:pt x="496" y="407"/>
                    <a:pt x="495" y="424"/>
                    <a:pt x="490" y="446"/>
                  </a:cubicBezTo>
                  <a:cubicBezTo>
                    <a:pt x="487" y="461"/>
                    <a:pt x="481" y="478"/>
                    <a:pt x="472" y="496"/>
                  </a:cubicBezTo>
                  <a:cubicBezTo>
                    <a:pt x="472" y="496"/>
                    <a:pt x="471" y="497"/>
                    <a:pt x="471" y="497"/>
                  </a:cubicBezTo>
                  <a:cubicBezTo>
                    <a:pt x="470" y="500"/>
                    <a:pt x="468" y="504"/>
                    <a:pt x="466" y="507"/>
                  </a:cubicBezTo>
                  <a:cubicBezTo>
                    <a:pt x="466" y="507"/>
                    <a:pt x="466" y="508"/>
                    <a:pt x="466" y="508"/>
                  </a:cubicBezTo>
                  <a:cubicBezTo>
                    <a:pt x="464" y="512"/>
                    <a:pt x="462" y="515"/>
                    <a:pt x="460" y="519"/>
                  </a:cubicBezTo>
                  <a:cubicBezTo>
                    <a:pt x="459" y="519"/>
                    <a:pt x="459" y="520"/>
                    <a:pt x="459" y="520"/>
                  </a:cubicBezTo>
                  <a:cubicBezTo>
                    <a:pt x="457" y="523"/>
                    <a:pt x="455" y="526"/>
                    <a:pt x="453" y="529"/>
                  </a:cubicBezTo>
                  <a:cubicBezTo>
                    <a:pt x="453" y="530"/>
                    <a:pt x="452" y="531"/>
                    <a:pt x="452" y="531"/>
                  </a:cubicBezTo>
                  <a:cubicBezTo>
                    <a:pt x="450" y="534"/>
                    <a:pt x="448" y="537"/>
                    <a:pt x="446" y="540"/>
                  </a:cubicBezTo>
                  <a:cubicBezTo>
                    <a:pt x="445" y="541"/>
                    <a:pt x="445" y="541"/>
                    <a:pt x="445" y="541"/>
                  </a:cubicBezTo>
                  <a:cubicBezTo>
                    <a:pt x="443" y="545"/>
                    <a:pt x="441" y="548"/>
                    <a:pt x="438" y="551"/>
                  </a:cubicBezTo>
                  <a:cubicBezTo>
                    <a:pt x="438" y="552"/>
                    <a:pt x="437" y="552"/>
                    <a:pt x="436" y="553"/>
                  </a:cubicBezTo>
                  <a:cubicBezTo>
                    <a:pt x="435" y="555"/>
                    <a:pt x="433" y="558"/>
                    <a:pt x="431" y="560"/>
                  </a:cubicBezTo>
                  <a:cubicBezTo>
                    <a:pt x="430" y="561"/>
                    <a:pt x="429" y="562"/>
                    <a:pt x="429" y="563"/>
                  </a:cubicBezTo>
                  <a:cubicBezTo>
                    <a:pt x="426" y="566"/>
                    <a:pt x="424" y="568"/>
                    <a:pt x="421" y="571"/>
                  </a:cubicBezTo>
                  <a:cubicBezTo>
                    <a:pt x="370" y="626"/>
                    <a:pt x="297" y="652"/>
                    <a:pt x="248" y="667"/>
                  </a:cubicBezTo>
                  <a:cubicBezTo>
                    <a:pt x="199" y="652"/>
                    <a:pt x="126" y="626"/>
                    <a:pt x="74" y="571"/>
                  </a:cubicBezTo>
                  <a:cubicBezTo>
                    <a:pt x="72" y="568"/>
                    <a:pt x="69" y="566"/>
                    <a:pt x="67" y="563"/>
                  </a:cubicBezTo>
                  <a:cubicBezTo>
                    <a:pt x="66" y="562"/>
                    <a:pt x="65" y="561"/>
                    <a:pt x="64" y="560"/>
                  </a:cubicBezTo>
                  <a:cubicBezTo>
                    <a:pt x="63" y="558"/>
                    <a:pt x="61" y="556"/>
                    <a:pt x="59" y="553"/>
                  </a:cubicBezTo>
                  <a:cubicBezTo>
                    <a:pt x="58" y="552"/>
                    <a:pt x="58" y="552"/>
                    <a:pt x="57" y="551"/>
                  </a:cubicBezTo>
                  <a:cubicBezTo>
                    <a:pt x="55" y="548"/>
                    <a:pt x="52" y="545"/>
                    <a:pt x="50" y="541"/>
                  </a:cubicBezTo>
                  <a:cubicBezTo>
                    <a:pt x="50" y="541"/>
                    <a:pt x="50" y="541"/>
                    <a:pt x="49" y="540"/>
                  </a:cubicBezTo>
                  <a:cubicBezTo>
                    <a:pt x="47" y="537"/>
                    <a:pt x="45" y="534"/>
                    <a:pt x="43" y="531"/>
                  </a:cubicBezTo>
                  <a:cubicBezTo>
                    <a:pt x="43" y="531"/>
                    <a:pt x="42" y="530"/>
                    <a:pt x="42" y="529"/>
                  </a:cubicBezTo>
                  <a:cubicBezTo>
                    <a:pt x="40" y="526"/>
                    <a:pt x="38" y="523"/>
                    <a:pt x="37" y="520"/>
                  </a:cubicBezTo>
                  <a:cubicBezTo>
                    <a:pt x="36" y="520"/>
                    <a:pt x="36" y="519"/>
                    <a:pt x="36" y="519"/>
                  </a:cubicBezTo>
                  <a:cubicBezTo>
                    <a:pt x="34" y="515"/>
                    <a:pt x="32" y="512"/>
                    <a:pt x="30" y="508"/>
                  </a:cubicBezTo>
                  <a:cubicBezTo>
                    <a:pt x="29" y="508"/>
                    <a:pt x="29" y="507"/>
                    <a:pt x="29" y="507"/>
                  </a:cubicBezTo>
                  <a:cubicBezTo>
                    <a:pt x="27" y="504"/>
                    <a:pt x="26" y="500"/>
                    <a:pt x="24" y="498"/>
                  </a:cubicBezTo>
                  <a:cubicBezTo>
                    <a:pt x="24" y="497"/>
                    <a:pt x="24" y="496"/>
                    <a:pt x="23" y="495"/>
                  </a:cubicBezTo>
                  <a:cubicBezTo>
                    <a:pt x="22" y="492"/>
                    <a:pt x="20" y="489"/>
                    <a:pt x="19" y="485"/>
                  </a:cubicBezTo>
                  <a:cubicBezTo>
                    <a:pt x="19" y="485"/>
                    <a:pt x="18" y="485"/>
                    <a:pt x="18" y="485"/>
                  </a:cubicBezTo>
                  <a:cubicBezTo>
                    <a:pt x="12" y="471"/>
                    <a:pt x="8" y="458"/>
                    <a:pt x="5" y="446"/>
                  </a:cubicBezTo>
                  <a:cubicBezTo>
                    <a:pt x="1" y="424"/>
                    <a:pt x="0" y="407"/>
                    <a:pt x="0" y="391"/>
                  </a:cubicBezTo>
                  <a:cubicBezTo>
                    <a:pt x="0" y="384"/>
                    <a:pt x="0" y="266"/>
                    <a:pt x="0" y="162"/>
                  </a:cubicBezTo>
                  <a:cubicBezTo>
                    <a:pt x="0" y="152"/>
                    <a:pt x="0" y="143"/>
                    <a:pt x="0" y="133"/>
                  </a:cubicBezTo>
                  <a:cubicBezTo>
                    <a:pt x="0" y="126"/>
                    <a:pt x="0" y="120"/>
                    <a:pt x="0" y="113"/>
                  </a:cubicBezTo>
                  <a:cubicBezTo>
                    <a:pt x="0" y="105"/>
                    <a:pt x="0" y="97"/>
                    <a:pt x="0" y="89"/>
                  </a:cubicBezTo>
                  <a:cubicBezTo>
                    <a:pt x="0" y="80"/>
                    <a:pt x="0" y="72"/>
                    <a:pt x="0" y="64"/>
                  </a:cubicBezTo>
                  <a:cubicBezTo>
                    <a:pt x="0" y="57"/>
                    <a:pt x="0" y="51"/>
                    <a:pt x="0" y="45"/>
                  </a:cubicBezTo>
                  <a:cubicBezTo>
                    <a:pt x="0" y="33"/>
                    <a:pt x="0" y="22"/>
                    <a:pt x="0" y="15"/>
                  </a:cubicBezTo>
                  <a:cubicBezTo>
                    <a:pt x="0" y="6"/>
                    <a:pt x="0" y="1"/>
                    <a:pt x="0" y="1"/>
                  </a:cubicBezTo>
                  <a:close/>
                  <a:moveTo>
                    <a:pt x="167" y="524"/>
                  </a:moveTo>
                  <a:cubicBezTo>
                    <a:pt x="158" y="524"/>
                    <a:pt x="158" y="524"/>
                    <a:pt x="158" y="524"/>
                  </a:cubicBezTo>
                  <a:cubicBezTo>
                    <a:pt x="144" y="531"/>
                    <a:pt x="144" y="531"/>
                    <a:pt x="144" y="531"/>
                  </a:cubicBezTo>
                  <a:cubicBezTo>
                    <a:pt x="146" y="538"/>
                    <a:pt x="146" y="538"/>
                    <a:pt x="146" y="538"/>
                  </a:cubicBezTo>
                  <a:cubicBezTo>
                    <a:pt x="156" y="533"/>
                    <a:pt x="156" y="533"/>
                    <a:pt x="156" y="533"/>
                  </a:cubicBezTo>
                  <a:cubicBezTo>
                    <a:pt x="156" y="533"/>
                    <a:pt x="156" y="533"/>
                    <a:pt x="156" y="533"/>
                  </a:cubicBezTo>
                  <a:cubicBezTo>
                    <a:pt x="156" y="575"/>
                    <a:pt x="156" y="575"/>
                    <a:pt x="156" y="575"/>
                  </a:cubicBezTo>
                  <a:cubicBezTo>
                    <a:pt x="167" y="575"/>
                    <a:pt x="167" y="575"/>
                    <a:pt x="167" y="575"/>
                  </a:cubicBezTo>
                  <a:lnTo>
                    <a:pt x="167" y="524"/>
                  </a:lnTo>
                  <a:close/>
                  <a:moveTo>
                    <a:pt x="235" y="545"/>
                  </a:moveTo>
                  <a:cubicBezTo>
                    <a:pt x="235" y="533"/>
                    <a:pt x="229" y="524"/>
                    <a:pt x="217" y="524"/>
                  </a:cubicBezTo>
                  <a:cubicBezTo>
                    <a:pt x="205" y="524"/>
                    <a:pt x="198" y="532"/>
                    <a:pt x="198" y="541"/>
                  </a:cubicBezTo>
                  <a:cubicBezTo>
                    <a:pt x="198" y="551"/>
                    <a:pt x="205" y="557"/>
                    <a:pt x="213" y="557"/>
                  </a:cubicBezTo>
                  <a:cubicBezTo>
                    <a:pt x="218" y="557"/>
                    <a:pt x="221" y="555"/>
                    <a:pt x="224" y="553"/>
                  </a:cubicBezTo>
                  <a:cubicBezTo>
                    <a:pt x="224" y="553"/>
                    <a:pt x="224" y="553"/>
                    <a:pt x="224" y="553"/>
                  </a:cubicBezTo>
                  <a:cubicBezTo>
                    <a:pt x="222" y="560"/>
                    <a:pt x="217" y="567"/>
                    <a:pt x="208" y="567"/>
                  </a:cubicBezTo>
                  <a:cubicBezTo>
                    <a:pt x="205" y="568"/>
                    <a:pt x="204" y="568"/>
                    <a:pt x="203" y="568"/>
                  </a:cubicBezTo>
                  <a:cubicBezTo>
                    <a:pt x="203" y="575"/>
                    <a:pt x="203" y="575"/>
                    <a:pt x="203" y="575"/>
                  </a:cubicBezTo>
                  <a:cubicBezTo>
                    <a:pt x="225" y="576"/>
                    <a:pt x="235" y="562"/>
                    <a:pt x="235" y="545"/>
                  </a:cubicBezTo>
                  <a:close/>
                  <a:moveTo>
                    <a:pt x="294" y="558"/>
                  </a:moveTo>
                  <a:cubicBezTo>
                    <a:pt x="294" y="547"/>
                    <a:pt x="285" y="542"/>
                    <a:pt x="275" y="542"/>
                  </a:cubicBezTo>
                  <a:cubicBezTo>
                    <a:pt x="274" y="542"/>
                    <a:pt x="273" y="542"/>
                    <a:pt x="272" y="542"/>
                  </a:cubicBezTo>
                  <a:cubicBezTo>
                    <a:pt x="274" y="532"/>
                    <a:pt x="274" y="532"/>
                    <a:pt x="274" y="532"/>
                  </a:cubicBezTo>
                  <a:cubicBezTo>
                    <a:pt x="292" y="532"/>
                    <a:pt x="292" y="532"/>
                    <a:pt x="292" y="532"/>
                  </a:cubicBezTo>
                  <a:cubicBezTo>
                    <a:pt x="292" y="524"/>
                    <a:pt x="292" y="524"/>
                    <a:pt x="292" y="524"/>
                  </a:cubicBezTo>
                  <a:cubicBezTo>
                    <a:pt x="266" y="524"/>
                    <a:pt x="266" y="524"/>
                    <a:pt x="266" y="524"/>
                  </a:cubicBezTo>
                  <a:cubicBezTo>
                    <a:pt x="262" y="549"/>
                    <a:pt x="262" y="549"/>
                    <a:pt x="262" y="549"/>
                  </a:cubicBezTo>
                  <a:cubicBezTo>
                    <a:pt x="264" y="549"/>
                    <a:pt x="266" y="549"/>
                    <a:pt x="269" y="549"/>
                  </a:cubicBezTo>
                  <a:cubicBezTo>
                    <a:pt x="278" y="549"/>
                    <a:pt x="283" y="553"/>
                    <a:pt x="283" y="559"/>
                  </a:cubicBezTo>
                  <a:cubicBezTo>
                    <a:pt x="283" y="564"/>
                    <a:pt x="278" y="568"/>
                    <a:pt x="272" y="568"/>
                  </a:cubicBezTo>
                  <a:cubicBezTo>
                    <a:pt x="268" y="568"/>
                    <a:pt x="264" y="566"/>
                    <a:pt x="262" y="565"/>
                  </a:cubicBezTo>
                  <a:cubicBezTo>
                    <a:pt x="260" y="573"/>
                    <a:pt x="260" y="573"/>
                    <a:pt x="260" y="573"/>
                  </a:cubicBezTo>
                  <a:cubicBezTo>
                    <a:pt x="262" y="574"/>
                    <a:pt x="267" y="576"/>
                    <a:pt x="273" y="576"/>
                  </a:cubicBezTo>
                  <a:cubicBezTo>
                    <a:pt x="286" y="576"/>
                    <a:pt x="294" y="568"/>
                    <a:pt x="294" y="558"/>
                  </a:cubicBezTo>
                  <a:close/>
                  <a:moveTo>
                    <a:pt x="351" y="560"/>
                  </a:moveTo>
                  <a:cubicBezTo>
                    <a:pt x="351" y="553"/>
                    <a:pt x="346" y="549"/>
                    <a:pt x="340" y="548"/>
                  </a:cubicBezTo>
                  <a:cubicBezTo>
                    <a:pt x="340" y="547"/>
                    <a:pt x="340" y="547"/>
                    <a:pt x="340" y="547"/>
                  </a:cubicBezTo>
                  <a:cubicBezTo>
                    <a:pt x="346" y="545"/>
                    <a:pt x="349" y="541"/>
                    <a:pt x="349" y="536"/>
                  </a:cubicBezTo>
                  <a:cubicBezTo>
                    <a:pt x="349" y="529"/>
                    <a:pt x="344" y="524"/>
                    <a:pt x="333" y="524"/>
                  </a:cubicBezTo>
                  <a:cubicBezTo>
                    <a:pt x="327" y="524"/>
                    <a:pt x="322" y="525"/>
                    <a:pt x="319" y="527"/>
                  </a:cubicBezTo>
                  <a:cubicBezTo>
                    <a:pt x="321" y="534"/>
                    <a:pt x="321" y="534"/>
                    <a:pt x="321" y="534"/>
                  </a:cubicBezTo>
                  <a:cubicBezTo>
                    <a:pt x="323" y="533"/>
                    <a:pt x="327" y="531"/>
                    <a:pt x="331" y="531"/>
                  </a:cubicBezTo>
                  <a:cubicBezTo>
                    <a:pt x="336" y="531"/>
                    <a:pt x="338" y="534"/>
                    <a:pt x="338" y="537"/>
                  </a:cubicBezTo>
                  <a:cubicBezTo>
                    <a:pt x="338" y="542"/>
                    <a:pt x="333" y="545"/>
                    <a:pt x="328" y="545"/>
                  </a:cubicBezTo>
                  <a:cubicBezTo>
                    <a:pt x="325" y="545"/>
                    <a:pt x="325" y="545"/>
                    <a:pt x="325" y="545"/>
                  </a:cubicBezTo>
                  <a:cubicBezTo>
                    <a:pt x="325" y="551"/>
                    <a:pt x="325" y="551"/>
                    <a:pt x="325" y="551"/>
                  </a:cubicBezTo>
                  <a:cubicBezTo>
                    <a:pt x="329" y="551"/>
                    <a:pt x="329" y="551"/>
                    <a:pt x="329" y="551"/>
                  </a:cubicBezTo>
                  <a:cubicBezTo>
                    <a:pt x="335" y="551"/>
                    <a:pt x="340" y="554"/>
                    <a:pt x="340" y="560"/>
                  </a:cubicBezTo>
                  <a:cubicBezTo>
                    <a:pt x="340" y="564"/>
                    <a:pt x="337" y="568"/>
                    <a:pt x="330" y="568"/>
                  </a:cubicBezTo>
                  <a:cubicBezTo>
                    <a:pt x="326" y="568"/>
                    <a:pt x="321" y="566"/>
                    <a:pt x="319" y="565"/>
                  </a:cubicBezTo>
                  <a:cubicBezTo>
                    <a:pt x="317" y="572"/>
                    <a:pt x="317" y="572"/>
                    <a:pt x="317" y="572"/>
                  </a:cubicBezTo>
                  <a:cubicBezTo>
                    <a:pt x="320" y="574"/>
                    <a:pt x="325" y="576"/>
                    <a:pt x="331" y="576"/>
                  </a:cubicBezTo>
                  <a:cubicBezTo>
                    <a:pt x="344" y="576"/>
                    <a:pt x="351" y="569"/>
                    <a:pt x="351" y="560"/>
                  </a:cubicBezTo>
                  <a:close/>
                  <a:moveTo>
                    <a:pt x="18" y="45"/>
                  </a:moveTo>
                  <a:cubicBezTo>
                    <a:pt x="121" y="45"/>
                    <a:pt x="203" y="47"/>
                    <a:pt x="248" y="92"/>
                  </a:cubicBezTo>
                  <a:cubicBezTo>
                    <a:pt x="292" y="47"/>
                    <a:pt x="375" y="45"/>
                    <a:pt x="477" y="45"/>
                  </a:cubicBezTo>
                  <a:cubicBezTo>
                    <a:pt x="477" y="34"/>
                    <a:pt x="477" y="24"/>
                    <a:pt x="477" y="15"/>
                  </a:cubicBezTo>
                  <a:cubicBezTo>
                    <a:pt x="375" y="15"/>
                    <a:pt x="292" y="17"/>
                    <a:pt x="248" y="62"/>
                  </a:cubicBezTo>
                  <a:cubicBezTo>
                    <a:pt x="203" y="17"/>
                    <a:pt x="121" y="15"/>
                    <a:pt x="18" y="15"/>
                  </a:cubicBezTo>
                  <a:cubicBezTo>
                    <a:pt x="18" y="24"/>
                    <a:pt x="18" y="34"/>
                    <a:pt x="18" y="45"/>
                  </a:cubicBezTo>
                  <a:close/>
                  <a:moveTo>
                    <a:pt x="18" y="89"/>
                  </a:moveTo>
                  <a:cubicBezTo>
                    <a:pt x="121" y="89"/>
                    <a:pt x="203" y="91"/>
                    <a:pt x="248" y="136"/>
                  </a:cubicBezTo>
                  <a:cubicBezTo>
                    <a:pt x="292" y="91"/>
                    <a:pt x="375" y="89"/>
                    <a:pt x="477" y="89"/>
                  </a:cubicBezTo>
                  <a:cubicBezTo>
                    <a:pt x="477" y="80"/>
                    <a:pt x="477" y="72"/>
                    <a:pt x="477" y="64"/>
                  </a:cubicBezTo>
                  <a:cubicBezTo>
                    <a:pt x="375" y="64"/>
                    <a:pt x="292" y="66"/>
                    <a:pt x="248" y="111"/>
                  </a:cubicBezTo>
                  <a:cubicBezTo>
                    <a:pt x="203" y="66"/>
                    <a:pt x="121" y="64"/>
                    <a:pt x="18" y="64"/>
                  </a:cubicBezTo>
                  <a:cubicBezTo>
                    <a:pt x="18" y="72"/>
                    <a:pt x="18" y="80"/>
                    <a:pt x="18" y="89"/>
                  </a:cubicBezTo>
                  <a:close/>
                  <a:moveTo>
                    <a:pt x="18" y="133"/>
                  </a:moveTo>
                  <a:cubicBezTo>
                    <a:pt x="121" y="133"/>
                    <a:pt x="203" y="135"/>
                    <a:pt x="248" y="180"/>
                  </a:cubicBezTo>
                  <a:cubicBezTo>
                    <a:pt x="292" y="135"/>
                    <a:pt x="375" y="133"/>
                    <a:pt x="477" y="133"/>
                  </a:cubicBezTo>
                  <a:cubicBezTo>
                    <a:pt x="477" y="126"/>
                    <a:pt x="477" y="120"/>
                    <a:pt x="477" y="113"/>
                  </a:cubicBezTo>
                  <a:cubicBezTo>
                    <a:pt x="375" y="113"/>
                    <a:pt x="292" y="115"/>
                    <a:pt x="248" y="160"/>
                  </a:cubicBezTo>
                  <a:cubicBezTo>
                    <a:pt x="203" y="115"/>
                    <a:pt x="121" y="113"/>
                    <a:pt x="18" y="113"/>
                  </a:cubicBezTo>
                  <a:cubicBezTo>
                    <a:pt x="18" y="120"/>
                    <a:pt x="18" y="126"/>
                    <a:pt x="18" y="133"/>
                  </a:cubicBezTo>
                  <a:close/>
                  <a:moveTo>
                    <a:pt x="19" y="395"/>
                  </a:moveTo>
                  <a:cubicBezTo>
                    <a:pt x="20" y="408"/>
                    <a:pt x="20" y="427"/>
                    <a:pt x="28" y="455"/>
                  </a:cubicBezTo>
                  <a:cubicBezTo>
                    <a:pt x="31" y="465"/>
                    <a:pt x="35" y="475"/>
                    <a:pt x="40" y="485"/>
                  </a:cubicBezTo>
                  <a:cubicBezTo>
                    <a:pt x="455" y="485"/>
                    <a:pt x="455" y="485"/>
                    <a:pt x="455" y="485"/>
                  </a:cubicBezTo>
                  <a:cubicBezTo>
                    <a:pt x="460" y="475"/>
                    <a:pt x="464" y="465"/>
                    <a:pt x="467" y="455"/>
                  </a:cubicBezTo>
                  <a:cubicBezTo>
                    <a:pt x="475" y="427"/>
                    <a:pt x="475" y="408"/>
                    <a:pt x="477" y="395"/>
                  </a:cubicBezTo>
                  <a:cubicBezTo>
                    <a:pt x="477" y="391"/>
                    <a:pt x="477" y="273"/>
                    <a:pt x="477" y="162"/>
                  </a:cubicBezTo>
                  <a:cubicBezTo>
                    <a:pt x="375" y="162"/>
                    <a:pt x="292" y="163"/>
                    <a:pt x="248" y="209"/>
                  </a:cubicBezTo>
                  <a:cubicBezTo>
                    <a:pt x="203" y="163"/>
                    <a:pt x="121" y="162"/>
                    <a:pt x="18" y="162"/>
                  </a:cubicBezTo>
                  <a:cubicBezTo>
                    <a:pt x="18" y="273"/>
                    <a:pt x="18" y="391"/>
                    <a:pt x="19" y="39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9" name="Freeform 58"/>
            <p:cNvSpPr>
              <a:spLocks noEditPoints="1"/>
            </p:cNvSpPr>
            <p:nvPr/>
          </p:nvSpPr>
          <p:spPr bwMode="auto">
            <a:xfrm>
              <a:off x="-1106488" y="-771525"/>
              <a:ext cx="171450" cy="127000"/>
            </a:xfrm>
            <a:custGeom>
              <a:avLst/>
              <a:gdLst>
                <a:gd name="T0" fmla="*/ 3 w 224"/>
                <a:gd name="T1" fmla="*/ 112 h 165"/>
                <a:gd name="T2" fmla="*/ 17 w 224"/>
                <a:gd name="T3" fmla="*/ 96 h 165"/>
                <a:gd name="T4" fmla="*/ 22 w 224"/>
                <a:gd name="T5" fmla="*/ 124 h 165"/>
                <a:gd name="T6" fmla="*/ 56 w 224"/>
                <a:gd name="T7" fmla="*/ 103 h 165"/>
                <a:gd name="T8" fmla="*/ 21 w 224"/>
                <a:gd name="T9" fmla="*/ 59 h 165"/>
                <a:gd name="T10" fmla="*/ 39 w 224"/>
                <a:gd name="T11" fmla="*/ 64 h 165"/>
                <a:gd name="T12" fmla="*/ 79 w 224"/>
                <a:gd name="T13" fmla="*/ 91 h 165"/>
                <a:gd name="T14" fmla="*/ 104 w 224"/>
                <a:gd name="T15" fmla="*/ 87 h 165"/>
                <a:gd name="T16" fmla="*/ 108 w 224"/>
                <a:gd name="T17" fmla="*/ 69 h 165"/>
                <a:gd name="T18" fmla="*/ 127 w 224"/>
                <a:gd name="T19" fmla="*/ 97 h 165"/>
                <a:gd name="T20" fmla="*/ 109 w 224"/>
                <a:gd name="T21" fmla="*/ 102 h 165"/>
                <a:gd name="T22" fmla="*/ 90 w 224"/>
                <a:gd name="T23" fmla="*/ 102 h 165"/>
                <a:gd name="T24" fmla="*/ 115 w 224"/>
                <a:gd name="T25" fmla="*/ 130 h 165"/>
                <a:gd name="T26" fmla="*/ 110 w 224"/>
                <a:gd name="T27" fmla="*/ 164 h 165"/>
                <a:gd name="T28" fmla="*/ 86 w 224"/>
                <a:gd name="T29" fmla="*/ 136 h 165"/>
                <a:gd name="T30" fmla="*/ 47 w 224"/>
                <a:gd name="T31" fmla="*/ 139 h 165"/>
                <a:gd name="T32" fmla="*/ 126 w 224"/>
                <a:gd name="T33" fmla="*/ 40 h 165"/>
                <a:gd name="T34" fmla="*/ 151 w 224"/>
                <a:gd name="T35" fmla="*/ 26 h 165"/>
                <a:gd name="T36" fmla="*/ 150 w 224"/>
                <a:gd name="T37" fmla="*/ 44 h 165"/>
                <a:gd name="T38" fmla="*/ 133 w 224"/>
                <a:gd name="T39" fmla="*/ 45 h 165"/>
                <a:gd name="T40" fmla="*/ 190 w 224"/>
                <a:gd name="T41" fmla="*/ 74 h 165"/>
                <a:gd name="T42" fmla="*/ 204 w 224"/>
                <a:gd name="T43" fmla="*/ 83 h 165"/>
                <a:gd name="T44" fmla="*/ 220 w 224"/>
                <a:gd name="T45" fmla="*/ 79 h 165"/>
                <a:gd name="T46" fmla="*/ 220 w 224"/>
                <a:gd name="T47" fmla="*/ 60 h 165"/>
                <a:gd name="T48" fmla="*/ 209 w 224"/>
                <a:gd name="T49" fmla="*/ 53 h 165"/>
                <a:gd name="T50" fmla="*/ 195 w 224"/>
                <a:gd name="T51" fmla="*/ 58 h 165"/>
                <a:gd name="T52" fmla="*/ 183 w 224"/>
                <a:gd name="T53" fmla="*/ 36 h 165"/>
                <a:gd name="T54" fmla="*/ 179 w 224"/>
                <a:gd name="T55" fmla="*/ 25 h 165"/>
                <a:gd name="T56" fmla="*/ 149 w 224"/>
                <a:gd name="T57" fmla="*/ 22 h 165"/>
                <a:gd name="T58" fmla="*/ 157 w 224"/>
                <a:gd name="T59" fmla="*/ 4 h 165"/>
                <a:gd name="T60" fmla="*/ 119 w 224"/>
                <a:gd name="T61" fmla="*/ 13 h 165"/>
                <a:gd name="T62" fmla="*/ 119 w 224"/>
                <a:gd name="T63" fmla="*/ 39 h 165"/>
                <a:gd name="T64" fmla="*/ 122 w 224"/>
                <a:gd name="T65" fmla="*/ 61 h 165"/>
                <a:gd name="T66" fmla="*/ 175 w 224"/>
                <a:gd name="T67" fmla="*/ 114 h 165"/>
                <a:gd name="T68" fmla="*/ 129 w 224"/>
                <a:gd name="T69" fmla="*/ 102 h 165"/>
                <a:gd name="T70" fmla="*/ 128 w 224"/>
                <a:gd name="T71" fmla="*/ 103 h 165"/>
                <a:gd name="T72" fmla="*/ 157 w 224"/>
                <a:gd name="T73" fmla="*/ 130 h 165"/>
                <a:gd name="T74" fmla="*/ 184 w 224"/>
                <a:gd name="T75" fmla="*/ 108 h 165"/>
                <a:gd name="T76" fmla="*/ 115 w 224"/>
                <a:gd name="T77" fmla="*/ 46 h 165"/>
                <a:gd name="T78" fmla="*/ 98 w 224"/>
                <a:gd name="T79" fmla="*/ 44 h 165"/>
                <a:gd name="T80" fmla="*/ 60 w 224"/>
                <a:gd name="T81" fmla="*/ 40 h 165"/>
                <a:gd name="T82" fmla="*/ 82 w 224"/>
                <a:gd name="T83" fmla="*/ 25 h 165"/>
                <a:gd name="T84" fmla="*/ 66 w 224"/>
                <a:gd name="T85" fmla="*/ 15 h 165"/>
                <a:gd name="T86" fmla="*/ 45 w 224"/>
                <a:gd name="T87" fmla="*/ 42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224" h="165">
                  <a:moveTo>
                    <a:pt x="7" y="136"/>
                  </a:moveTo>
                  <a:cubicBezTo>
                    <a:pt x="2" y="133"/>
                    <a:pt x="0" y="128"/>
                    <a:pt x="0" y="123"/>
                  </a:cubicBezTo>
                  <a:cubicBezTo>
                    <a:pt x="0" y="122"/>
                    <a:pt x="1" y="117"/>
                    <a:pt x="3" y="112"/>
                  </a:cubicBezTo>
                  <a:cubicBezTo>
                    <a:pt x="4" y="110"/>
                    <a:pt x="7" y="112"/>
                    <a:pt x="8" y="108"/>
                  </a:cubicBezTo>
                  <a:cubicBezTo>
                    <a:pt x="9" y="103"/>
                    <a:pt x="13" y="97"/>
                    <a:pt x="14" y="96"/>
                  </a:cubicBezTo>
                  <a:cubicBezTo>
                    <a:pt x="15" y="96"/>
                    <a:pt x="16" y="96"/>
                    <a:pt x="17" y="96"/>
                  </a:cubicBezTo>
                  <a:cubicBezTo>
                    <a:pt x="18" y="96"/>
                    <a:pt x="16" y="100"/>
                    <a:pt x="16" y="102"/>
                  </a:cubicBezTo>
                  <a:cubicBezTo>
                    <a:pt x="16" y="103"/>
                    <a:pt x="13" y="111"/>
                    <a:pt x="15" y="117"/>
                  </a:cubicBezTo>
                  <a:cubicBezTo>
                    <a:pt x="17" y="123"/>
                    <a:pt x="20" y="123"/>
                    <a:pt x="22" y="124"/>
                  </a:cubicBezTo>
                  <a:cubicBezTo>
                    <a:pt x="24" y="125"/>
                    <a:pt x="33" y="126"/>
                    <a:pt x="41" y="124"/>
                  </a:cubicBezTo>
                  <a:cubicBezTo>
                    <a:pt x="50" y="123"/>
                    <a:pt x="69" y="116"/>
                    <a:pt x="64" y="111"/>
                  </a:cubicBezTo>
                  <a:cubicBezTo>
                    <a:pt x="61" y="109"/>
                    <a:pt x="59" y="106"/>
                    <a:pt x="56" y="103"/>
                  </a:cubicBezTo>
                  <a:cubicBezTo>
                    <a:pt x="46" y="95"/>
                    <a:pt x="34" y="89"/>
                    <a:pt x="24" y="81"/>
                  </a:cubicBezTo>
                  <a:cubicBezTo>
                    <a:pt x="23" y="80"/>
                    <a:pt x="22" y="79"/>
                    <a:pt x="21" y="77"/>
                  </a:cubicBezTo>
                  <a:cubicBezTo>
                    <a:pt x="17" y="72"/>
                    <a:pt x="17" y="64"/>
                    <a:pt x="21" y="59"/>
                  </a:cubicBezTo>
                  <a:cubicBezTo>
                    <a:pt x="22" y="58"/>
                    <a:pt x="22" y="57"/>
                    <a:pt x="23" y="56"/>
                  </a:cubicBezTo>
                  <a:cubicBezTo>
                    <a:pt x="24" y="54"/>
                    <a:pt x="26" y="53"/>
                    <a:pt x="28" y="56"/>
                  </a:cubicBezTo>
                  <a:cubicBezTo>
                    <a:pt x="30" y="59"/>
                    <a:pt x="35" y="61"/>
                    <a:pt x="39" y="64"/>
                  </a:cubicBezTo>
                  <a:cubicBezTo>
                    <a:pt x="44" y="68"/>
                    <a:pt x="50" y="71"/>
                    <a:pt x="56" y="75"/>
                  </a:cubicBezTo>
                  <a:cubicBezTo>
                    <a:pt x="62" y="80"/>
                    <a:pt x="69" y="85"/>
                    <a:pt x="75" y="90"/>
                  </a:cubicBezTo>
                  <a:cubicBezTo>
                    <a:pt x="77" y="92"/>
                    <a:pt x="77" y="92"/>
                    <a:pt x="79" y="91"/>
                  </a:cubicBezTo>
                  <a:cubicBezTo>
                    <a:pt x="82" y="89"/>
                    <a:pt x="84" y="88"/>
                    <a:pt x="87" y="88"/>
                  </a:cubicBezTo>
                  <a:cubicBezTo>
                    <a:pt x="90" y="87"/>
                    <a:pt x="92" y="88"/>
                    <a:pt x="95" y="88"/>
                  </a:cubicBezTo>
                  <a:cubicBezTo>
                    <a:pt x="98" y="88"/>
                    <a:pt x="101" y="87"/>
                    <a:pt x="104" y="87"/>
                  </a:cubicBezTo>
                  <a:cubicBezTo>
                    <a:pt x="106" y="86"/>
                    <a:pt x="106" y="85"/>
                    <a:pt x="106" y="84"/>
                  </a:cubicBezTo>
                  <a:cubicBezTo>
                    <a:pt x="104" y="81"/>
                    <a:pt x="104" y="77"/>
                    <a:pt x="105" y="74"/>
                  </a:cubicBezTo>
                  <a:cubicBezTo>
                    <a:pt x="105" y="73"/>
                    <a:pt x="106" y="71"/>
                    <a:pt x="108" y="69"/>
                  </a:cubicBezTo>
                  <a:cubicBezTo>
                    <a:pt x="109" y="68"/>
                    <a:pt x="111" y="69"/>
                    <a:pt x="113" y="70"/>
                  </a:cubicBezTo>
                  <a:cubicBezTo>
                    <a:pt x="117" y="73"/>
                    <a:pt x="121" y="76"/>
                    <a:pt x="124" y="79"/>
                  </a:cubicBezTo>
                  <a:cubicBezTo>
                    <a:pt x="129" y="84"/>
                    <a:pt x="130" y="91"/>
                    <a:pt x="127" y="97"/>
                  </a:cubicBezTo>
                  <a:cubicBezTo>
                    <a:pt x="127" y="97"/>
                    <a:pt x="127" y="98"/>
                    <a:pt x="127" y="99"/>
                  </a:cubicBezTo>
                  <a:cubicBezTo>
                    <a:pt x="126" y="102"/>
                    <a:pt x="125" y="103"/>
                    <a:pt x="121" y="103"/>
                  </a:cubicBezTo>
                  <a:cubicBezTo>
                    <a:pt x="117" y="103"/>
                    <a:pt x="113" y="102"/>
                    <a:pt x="109" y="102"/>
                  </a:cubicBezTo>
                  <a:cubicBezTo>
                    <a:pt x="107" y="102"/>
                    <a:pt x="104" y="102"/>
                    <a:pt x="101" y="101"/>
                  </a:cubicBezTo>
                  <a:cubicBezTo>
                    <a:pt x="98" y="101"/>
                    <a:pt x="95" y="101"/>
                    <a:pt x="93" y="101"/>
                  </a:cubicBezTo>
                  <a:cubicBezTo>
                    <a:pt x="92" y="101"/>
                    <a:pt x="91" y="101"/>
                    <a:pt x="90" y="102"/>
                  </a:cubicBezTo>
                  <a:cubicBezTo>
                    <a:pt x="89" y="103"/>
                    <a:pt x="90" y="104"/>
                    <a:pt x="91" y="104"/>
                  </a:cubicBezTo>
                  <a:cubicBezTo>
                    <a:pt x="92" y="106"/>
                    <a:pt x="95" y="109"/>
                    <a:pt x="97" y="111"/>
                  </a:cubicBezTo>
                  <a:cubicBezTo>
                    <a:pt x="104" y="118"/>
                    <a:pt x="110" y="125"/>
                    <a:pt x="115" y="130"/>
                  </a:cubicBezTo>
                  <a:cubicBezTo>
                    <a:pt x="120" y="137"/>
                    <a:pt x="122" y="140"/>
                    <a:pt x="122" y="143"/>
                  </a:cubicBezTo>
                  <a:cubicBezTo>
                    <a:pt x="124" y="149"/>
                    <a:pt x="123" y="152"/>
                    <a:pt x="121" y="155"/>
                  </a:cubicBezTo>
                  <a:cubicBezTo>
                    <a:pt x="120" y="159"/>
                    <a:pt x="117" y="164"/>
                    <a:pt x="110" y="164"/>
                  </a:cubicBezTo>
                  <a:cubicBezTo>
                    <a:pt x="104" y="165"/>
                    <a:pt x="101" y="164"/>
                    <a:pt x="99" y="162"/>
                  </a:cubicBezTo>
                  <a:cubicBezTo>
                    <a:pt x="97" y="159"/>
                    <a:pt x="96" y="154"/>
                    <a:pt x="96" y="152"/>
                  </a:cubicBezTo>
                  <a:cubicBezTo>
                    <a:pt x="94" y="145"/>
                    <a:pt x="90" y="141"/>
                    <a:pt x="86" y="136"/>
                  </a:cubicBezTo>
                  <a:cubicBezTo>
                    <a:pt x="84" y="133"/>
                    <a:pt x="82" y="131"/>
                    <a:pt x="79" y="127"/>
                  </a:cubicBezTo>
                  <a:cubicBezTo>
                    <a:pt x="78" y="127"/>
                    <a:pt x="77" y="126"/>
                    <a:pt x="76" y="126"/>
                  </a:cubicBezTo>
                  <a:cubicBezTo>
                    <a:pt x="70" y="129"/>
                    <a:pt x="58" y="137"/>
                    <a:pt x="47" y="139"/>
                  </a:cubicBezTo>
                  <a:cubicBezTo>
                    <a:pt x="29" y="144"/>
                    <a:pt x="13" y="141"/>
                    <a:pt x="7" y="136"/>
                  </a:cubicBezTo>
                  <a:close/>
                  <a:moveTo>
                    <a:pt x="119" y="39"/>
                  </a:moveTo>
                  <a:cubicBezTo>
                    <a:pt x="121" y="41"/>
                    <a:pt x="123" y="41"/>
                    <a:pt x="126" y="40"/>
                  </a:cubicBezTo>
                  <a:cubicBezTo>
                    <a:pt x="128" y="39"/>
                    <a:pt x="130" y="38"/>
                    <a:pt x="133" y="37"/>
                  </a:cubicBezTo>
                  <a:cubicBezTo>
                    <a:pt x="135" y="35"/>
                    <a:pt x="137" y="34"/>
                    <a:pt x="139" y="32"/>
                  </a:cubicBezTo>
                  <a:cubicBezTo>
                    <a:pt x="142" y="28"/>
                    <a:pt x="146" y="26"/>
                    <a:pt x="151" y="26"/>
                  </a:cubicBezTo>
                  <a:cubicBezTo>
                    <a:pt x="151" y="26"/>
                    <a:pt x="152" y="26"/>
                    <a:pt x="153" y="27"/>
                  </a:cubicBezTo>
                  <a:cubicBezTo>
                    <a:pt x="153" y="27"/>
                    <a:pt x="153" y="28"/>
                    <a:pt x="152" y="29"/>
                  </a:cubicBezTo>
                  <a:cubicBezTo>
                    <a:pt x="150" y="34"/>
                    <a:pt x="149" y="39"/>
                    <a:pt x="150" y="44"/>
                  </a:cubicBezTo>
                  <a:cubicBezTo>
                    <a:pt x="151" y="49"/>
                    <a:pt x="146" y="47"/>
                    <a:pt x="146" y="47"/>
                  </a:cubicBezTo>
                  <a:cubicBezTo>
                    <a:pt x="146" y="47"/>
                    <a:pt x="140" y="46"/>
                    <a:pt x="139" y="46"/>
                  </a:cubicBezTo>
                  <a:cubicBezTo>
                    <a:pt x="138" y="45"/>
                    <a:pt x="134" y="45"/>
                    <a:pt x="133" y="45"/>
                  </a:cubicBezTo>
                  <a:cubicBezTo>
                    <a:pt x="133" y="46"/>
                    <a:pt x="128" y="48"/>
                    <a:pt x="128" y="49"/>
                  </a:cubicBezTo>
                  <a:cubicBezTo>
                    <a:pt x="128" y="50"/>
                    <a:pt x="133" y="53"/>
                    <a:pt x="133" y="53"/>
                  </a:cubicBezTo>
                  <a:cubicBezTo>
                    <a:pt x="133" y="53"/>
                    <a:pt x="182" y="72"/>
                    <a:pt x="190" y="74"/>
                  </a:cubicBezTo>
                  <a:cubicBezTo>
                    <a:pt x="191" y="75"/>
                    <a:pt x="195" y="78"/>
                    <a:pt x="196" y="78"/>
                  </a:cubicBezTo>
                  <a:cubicBezTo>
                    <a:pt x="197" y="79"/>
                    <a:pt x="198" y="79"/>
                    <a:pt x="198" y="80"/>
                  </a:cubicBezTo>
                  <a:cubicBezTo>
                    <a:pt x="200" y="81"/>
                    <a:pt x="202" y="82"/>
                    <a:pt x="204" y="83"/>
                  </a:cubicBezTo>
                  <a:cubicBezTo>
                    <a:pt x="205" y="84"/>
                    <a:pt x="209" y="84"/>
                    <a:pt x="209" y="84"/>
                  </a:cubicBezTo>
                  <a:cubicBezTo>
                    <a:pt x="213" y="84"/>
                    <a:pt x="215" y="82"/>
                    <a:pt x="216" y="81"/>
                  </a:cubicBezTo>
                  <a:cubicBezTo>
                    <a:pt x="217" y="81"/>
                    <a:pt x="219" y="79"/>
                    <a:pt x="220" y="79"/>
                  </a:cubicBezTo>
                  <a:cubicBezTo>
                    <a:pt x="221" y="77"/>
                    <a:pt x="222" y="75"/>
                    <a:pt x="222" y="75"/>
                  </a:cubicBezTo>
                  <a:cubicBezTo>
                    <a:pt x="223" y="73"/>
                    <a:pt x="224" y="69"/>
                    <a:pt x="223" y="67"/>
                  </a:cubicBezTo>
                  <a:cubicBezTo>
                    <a:pt x="223" y="66"/>
                    <a:pt x="222" y="62"/>
                    <a:pt x="220" y="60"/>
                  </a:cubicBezTo>
                  <a:cubicBezTo>
                    <a:pt x="218" y="57"/>
                    <a:pt x="216" y="56"/>
                    <a:pt x="214" y="55"/>
                  </a:cubicBezTo>
                  <a:cubicBezTo>
                    <a:pt x="212" y="53"/>
                    <a:pt x="211" y="53"/>
                    <a:pt x="211" y="53"/>
                  </a:cubicBezTo>
                  <a:cubicBezTo>
                    <a:pt x="210" y="53"/>
                    <a:pt x="209" y="52"/>
                    <a:pt x="209" y="53"/>
                  </a:cubicBezTo>
                  <a:cubicBezTo>
                    <a:pt x="209" y="53"/>
                    <a:pt x="210" y="56"/>
                    <a:pt x="209" y="56"/>
                  </a:cubicBezTo>
                  <a:cubicBezTo>
                    <a:pt x="208" y="57"/>
                    <a:pt x="208" y="58"/>
                    <a:pt x="205" y="58"/>
                  </a:cubicBezTo>
                  <a:cubicBezTo>
                    <a:pt x="203" y="58"/>
                    <a:pt x="200" y="59"/>
                    <a:pt x="195" y="58"/>
                  </a:cubicBezTo>
                  <a:cubicBezTo>
                    <a:pt x="190" y="57"/>
                    <a:pt x="166" y="53"/>
                    <a:pt x="162" y="52"/>
                  </a:cubicBezTo>
                  <a:cubicBezTo>
                    <a:pt x="163" y="51"/>
                    <a:pt x="167" y="49"/>
                    <a:pt x="170" y="48"/>
                  </a:cubicBezTo>
                  <a:cubicBezTo>
                    <a:pt x="175" y="45"/>
                    <a:pt x="181" y="42"/>
                    <a:pt x="183" y="36"/>
                  </a:cubicBezTo>
                  <a:cubicBezTo>
                    <a:pt x="184" y="34"/>
                    <a:pt x="185" y="31"/>
                    <a:pt x="184" y="28"/>
                  </a:cubicBezTo>
                  <a:cubicBezTo>
                    <a:pt x="184" y="27"/>
                    <a:pt x="182" y="26"/>
                    <a:pt x="180" y="25"/>
                  </a:cubicBezTo>
                  <a:cubicBezTo>
                    <a:pt x="180" y="25"/>
                    <a:pt x="180" y="25"/>
                    <a:pt x="179" y="25"/>
                  </a:cubicBezTo>
                  <a:cubicBezTo>
                    <a:pt x="175" y="22"/>
                    <a:pt x="171" y="21"/>
                    <a:pt x="166" y="23"/>
                  </a:cubicBezTo>
                  <a:cubicBezTo>
                    <a:pt x="161" y="24"/>
                    <a:pt x="156" y="25"/>
                    <a:pt x="151" y="23"/>
                  </a:cubicBezTo>
                  <a:cubicBezTo>
                    <a:pt x="150" y="23"/>
                    <a:pt x="150" y="23"/>
                    <a:pt x="149" y="22"/>
                  </a:cubicBezTo>
                  <a:cubicBezTo>
                    <a:pt x="150" y="21"/>
                    <a:pt x="150" y="21"/>
                    <a:pt x="151" y="20"/>
                  </a:cubicBezTo>
                  <a:cubicBezTo>
                    <a:pt x="153" y="17"/>
                    <a:pt x="156" y="15"/>
                    <a:pt x="158" y="12"/>
                  </a:cubicBezTo>
                  <a:cubicBezTo>
                    <a:pt x="160" y="9"/>
                    <a:pt x="160" y="6"/>
                    <a:pt x="157" y="4"/>
                  </a:cubicBezTo>
                  <a:cubicBezTo>
                    <a:pt x="154" y="2"/>
                    <a:pt x="150" y="0"/>
                    <a:pt x="145" y="1"/>
                  </a:cubicBezTo>
                  <a:cubicBezTo>
                    <a:pt x="138" y="2"/>
                    <a:pt x="132" y="5"/>
                    <a:pt x="126" y="8"/>
                  </a:cubicBezTo>
                  <a:cubicBezTo>
                    <a:pt x="124" y="10"/>
                    <a:pt x="121" y="11"/>
                    <a:pt x="119" y="13"/>
                  </a:cubicBezTo>
                  <a:cubicBezTo>
                    <a:pt x="116" y="16"/>
                    <a:pt x="113" y="19"/>
                    <a:pt x="114" y="24"/>
                  </a:cubicBezTo>
                  <a:cubicBezTo>
                    <a:pt x="114" y="26"/>
                    <a:pt x="115" y="27"/>
                    <a:pt x="115" y="29"/>
                  </a:cubicBezTo>
                  <a:cubicBezTo>
                    <a:pt x="115" y="33"/>
                    <a:pt x="116" y="36"/>
                    <a:pt x="119" y="39"/>
                  </a:cubicBezTo>
                  <a:close/>
                  <a:moveTo>
                    <a:pt x="98" y="44"/>
                  </a:moveTo>
                  <a:cubicBezTo>
                    <a:pt x="101" y="49"/>
                    <a:pt x="106" y="53"/>
                    <a:pt x="111" y="56"/>
                  </a:cubicBezTo>
                  <a:cubicBezTo>
                    <a:pt x="115" y="58"/>
                    <a:pt x="118" y="60"/>
                    <a:pt x="122" y="61"/>
                  </a:cubicBezTo>
                  <a:cubicBezTo>
                    <a:pt x="132" y="65"/>
                    <a:pt x="146" y="74"/>
                    <a:pt x="150" y="77"/>
                  </a:cubicBezTo>
                  <a:cubicBezTo>
                    <a:pt x="161" y="85"/>
                    <a:pt x="172" y="97"/>
                    <a:pt x="176" y="104"/>
                  </a:cubicBezTo>
                  <a:cubicBezTo>
                    <a:pt x="178" y="107"/>
                    <a:pt x="178" y="111"/>
                    <a:pt x="175" y="114"/>
                  </a:cubicBezTo>
                  <a:cubicBezTo>
                    <a:pt x="173" y="116"/>
                    <a:pt x="164" y="116"/>
                    <a:pt x="162" y="115"/>
                  </a:cubicBezTo>
                  <a:cubicBezTo>
                    <a:pt x="159" y="115"/>
                    <a:pt x="152" y="113"/>
                    <a:pt x="146" y="110"/>
                  </a:cubicBezTo>
                  <a:cubicBezTo>
                    <a:pt x="139" y="107"/>
                    <a:pt x="129" y="102"/>
                    <a:pt x="129" y="102"/>
                  </a:cubicBezTo>
                  <a:cubicBezTo>
                    <a:pt x="129" y="102"/>
                    <a:pt x="128" y="102"/>
                    <a:pt x="128" y="102"/>
                  </a:cubicBezTo>
                  <a:cubicBezTo>
                    <a:pt x="128" y="102"/>
                    <a:pt x="128" y="102"/>
                    <a:pt x="128" y="102"/>
                  </a:cubicBezTo>
                  <a:cubicBezTo>
                    <a:pt x="128" y="102"/>
                    <a:pt x="128" y="102"/>
                    <a:pt x="128" y="103"/>
                  </a:cubicBezTo>
                  <a:cubicBezTo>
                    <a:pt x="128" y="103"/>
                    <a:pt x="128" y="104"/>
                    <a:pt x="129" y="105"/>
                  </a:cubicBezTo>
                  <a:cubicBezTo>
                    <a:pt x="129" y="106"/>
                    <a:pt x="134" y="113"/>
                    <a:pt x="134" y="113"/>
                  </a:cubicBezTo>
                  <a:cubicBezTo>
                    <a:pt x="137" y="118"/>
                    <a:pt x="145" y="126"/>
                    <a:pt x="157" y="130"/>
                  </a:cubicBezTo>
                  <a:cubicBezTo>
                    <a:pt x="163" y="132"/>
                    <a:pt x="169" y="133"/>
                    <a:pt x="175" y="130"/>
                  </a:cubicBezTo>
                  <a:cubicBezTo>
                    <a:pt x="177" y="129"/>
                    <a:pt x="180" y="127"/>
                    <a:pt x="183" y="123"/>
                  </a:cubicBezTo>
                  <a:cubicBezTo>
                    <a:pt x="186" y="118"/>
                    <a:pt x="185" y="112"/>
                    <a:pt x="184" y="108"/>
                  </a:cubicBezTo>
                  <a:cubicBezTo>
                    <a:pt x="182" y="100"/>
                    <a:pt x="176" y="90"/>
                    <a:pt x="168" y="83"/>
                  </a:cubicBezTo>
                  <a:cubicBezTo>
                    <a:pt x="162" y="76"/>
                    <a:pt x="160" y="73"/>
                    <a:pt x="147" y="64"/>
                  </a:cubicBezTo>
                  <a:cubicBezTo>
                    <a:pt x="135" y="55"/>
                    <a:pt x="120" y="48"/>
                    <a:pt x="115" y="46"/>
                  </a:cubicBezTo>
                  <a:cubicBezTo>
                    <a:pt x="110" y="43"/>
                    <a:pt x="93" y="35"/>
                    <a:pt x="92" y="35"/>
                  </a:cubicBezTo>
                  <a:cubicBezTo>
                    <a:pt x="91" y="35"/>
                    <a:pt x="91" y="35"/>
                    <a:pt x="91" y="36"/>
                  </a:cubicBezTo>
                  <a:cubicBezTo>
                    <a:pt x="92" y="37"/>
                    <a:pt x="98" y="43"/>
                    <a:pt x="98" y="44"/>
                  </a:cubicBezTo>
                  <a:close/>
                  <a:moveTo>
                    <a:pt x="45" y="42"/>
                  </a:moveTo>
                  <a:cubicBezTo>
                    <a:pt x="46" y="46"/>
                    <a:pt x="49" y="47"/>
                    <a:pt x="51" y="45"/>
                  </a:cubicBezTo>
                  <a:cubicBezTo>
                    <a:pt x="54" y="43"/>
                    <a:pt x="57" y="42"/>
                    <a:pt x="60" y="40"/>
                  </a:cubicBezTo>
                  <a:cubicBezTo>
                    <a:pt x="66" y="37"/>
                    <a:pt x="73" y="34"/>
                    <a:pt x="80" y="31"/>
                  </a:cubicBezTo>
                  <a:cubicBezTo>
                    <a:pt x="82" y="30"/>
                    <a:pt x="83" y="29"/>
                    <a:pt x="82" y="26"/>
                  </a:cubicBezTo>
                  <a:cubicBezTo>
                    <a:pt x="82" y="26"/>
                    <a:pt x="82" y="25"/>
                    <a:pt x="82" y="25"/>
                  </a:cubicBezTo>
                  <a:cubicBezTo>
                    <a:pt x="81" y="23"/>
                    <a:pt x="80" y="20"/>
                    <a:pt x="79" y="17"/>
                  </a:cubicBezTo>
                  <a:cubicBezTo>
                    <a:pt x="78" y="17"/>
                    <a:pt x="77" y="16"/>
                    <a:pt x="75" y="15"/>
                  </a:cubicBezTo>
                  <a:cubicBezTo>
                    <a:pt x="72" y="15"/>
                    <a:pt x="69" y="15"/>
                    <a:pt x="66" y="15"/>
                  </a:cubicBezTo>
                  <a:cubicBezTo>
                    <a:pt x="60" y="17"/>
                    <a:pt x="53" y="20"/>
                    <a:pt x="47" y="23"/>
                  </a:cubicBezTo>
                  <a:cubicBezTo>
                    <a:pt x="41" y="25"/>
                    <a:pt x="39" y="30"/>
                    <a:pt x="42" y="37"/>
                  </a:cubicBezTo>
                  <a:cubicBezTo>
                    <a:pt x="42" y="39"/>
                    <a:pt x="44" y="40"/>
                    <a:pt x="45" y="4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0" name="Freeform 59"/>
            <p:cNvSpPr/>
            <p:nvPr/>
          </p:nvSpPr>
          <p:spPr bwMode="auto">
            <a:xfrm>
              <a:off x="-2065338" y="-779463"/>
              <a:ext cx="160338" cy="142875"/>
            </a:xfrm>
            <a:custGeom>
              <a:avLst/>
              <a:gdLst>
                <a:gd name="T0" fmla="*/ 27 w 210"/>
                <a:gd name="T1" fmla="*/ 9 h 187"/>
                <a:gd name="T2" fmla="*/ 42 w 210"/>
                <a:gd name="T3" fmla="*/ 17 h 187"/>
                <a:gd name="T4" fmla="*/ 47 w 210"/>
                <a:gd name="T5" fmla="*/ 7 h 187"/>
                <a:gd name="T6" fmla="*/ 59 w 210"/>
                <a:gd name="T7" fmla="*/ 7 h 187"/>
                <a:gd name="T8" fmla="*/ 64 w 210"/>
                <a:gd name="T9" fmla="*/ 25 h 187"/>
                <a:gd name="T10" fmla="*/ 59 w 210"/>
                <a:gd name="T11" fmla="*/ 42 h 187"/>
                <a:gd name="T12" fmla="*/ 72 w 210"/>
                <a:gd name="T13" fmla="*/ 67 h 187"/>
                <a:gd name="T14" fmla="*/ 79 w 210"/>
                <a:gd name="T15" fmla="*/ 51 h 187"/>
                <a:gd name="T16" fmla="*/ 127 w 210"/>
                <a:gd name="T17" fmla="*/ 1 h 187"/>
                <a:gd name="T18" fmla="*/ 154 w 210"/>
                <a:gd name="T19" fmla="*/ 16 h 187"/>
                <a:gd name="T20" fmla="*/ 178 w 210"/>
                <a:gd name="T21" fmla="*/ 40 h 187"/>
                <a:gd name="T22" fmla="*/ 202 w 210"/>
                <a:gd name="T23" fmla="*/ 77 h 187"/>
                <a:gd name="T24" fmla="*/ 200 w 210"/>
                <a:gd name="T25" fmla="*/ 105 h 187"/>
                <a:gd name="T26" fmla="*/ 185 w 210"/>
                <a:gd name="T27" fmla="*/ 108 h 187"/>
                <a:gd name="T28" fmla="*/ 181 w 210"/>
                <a:gd name="T29" fmla="*/ 105 h 187"/>
                <a:gd name="T30" fmla="*/ 174 w 210"/>
                <a:gd name="T31" fmla="*/ 107 h 187"/>
                <a:gd name="T32" fmla="*/ 180 w 210"/>
                <a:gd name="T33" fmla="*/ 116 h 187"/>
                <a:gd name="T34" fmla="*/ 207 w 210"/>
                <a:gd name="T35" fmla="*/ 137 h 187"/>
                <a:gd name="T36" fmla="*/ 210 w 210"/>
                <a:gd name="T37" fmla="*/ 144 h 187"/>
                <a:gd name="T38" fmla="*/ 201 w 210"/>
                <a:gd name="T39" fmla="*/ 141 h 187"/>
                <a:gd name="T40" fmla="*/ 160 w 210"/>
                <a:gd name="T41" fmla="*/ 114 h 187"/>
                <a:gd name="T42" fmla="*/ 153 w 210"/>
                <a:gd name="T43" fmla="*/ 129 h 187"/>
                <a:gd name="T44" fmla="*/ 146 w 210"/>
                <a:gd name="T45" fmla="*/ 137 h 187"/>
                <a:gd name="T46" fmla="*/ 139 w 210"/>
                <a:gd name="T47" fmla="*/ 134 h 187"/>
                <a:gd name="T48" fmla="*/ 132 w 210"/>
                <a:gd name="T49" fmla="*/ 115 h 187"/>
                <a:gd name="T50" fmla="*/ 123 w 210"/>
                <a:gd name="T51" fmla="*/ 122 h 187"/>
                <a:gd name="T52" fmla="*/ 110 w 210"/>
                <a:gd name="T53" fmla="*/ 100 h 187"/>
                <a:gd name="T54" fmla="*/ 98 w 210"/>
                <a:gd name="T55" fmla="*/ 97 h 187"/>
                <a:gd name="T56" fmla="*/ 91 w 210"/>
                <a:gd name="T57" fmla="*/ 87 h 187"/>
                <a:gd name="T58" fmla="*/ 91 w 210"/>
                <a:gd name="T59" fmla="*/ 86 h 187"/>
                <a:gd name="T60" fmla="*/ 97 w 210"/>
                <a:gd name="T61" fmla="*/ 81 h 187"/>
                <a:gd name="T62" fmla="*/ 103 w 210"/>
                <a:gd name="T63" fmla="*/ 81 h 187"/>
                <a:gd name="T64" fmla="*/ 96 w 210"/>
                <a:gd name="T65" fmla="*/ 64 h 187"/>
                <a:gd name="T66" fmla="*/ 95 w 210"/>
                <a:gd name="T67" fmla="*/ 54 h 187"/>
                <a:gd name="T68" fmla="*/ 118 w 210"/>
                <a:gd name="T69" fmla="*/ 66 h 187"/>
                <a:gd name="T70" fmla="*/ 132 w 210"/>
                <a:gd name="T71" fmla="*/ 68 h 187"/>
                <a:gd name="T72" fmla="*/ 139 w 210"/>
                <a:gd name="T73" fmla="*/ 97 h 187"/>
                <a:gd name="T74" fmla="*/ 141 w 210"/>
                <a:gd name="T75" fmla="*/ 97 h 187"/>
                <a:gd name="T76" fmla="*/ 146 w 210"/>
                <a:gd name="T77" fmla="*/ 86 h 187"/>
                <a:gd name="T78" fmla="*/ 158 w 210"/>
                <a:gd name="T79" fmla="*/ 91 h 187"/>
                <a:gd name="T80" fmla="*/ 167 w 210"/>
                <a:gd name="T81" fmla="*/ 105 h 187"/>
                <a:gd name="T82" fmla="*/ 187 w 210"/>
                <a:gd name="T83" fmla="*/ 92 h 187"/>
                <a:gd name="T84" fmla="*/ 179 w 210"/>
                <a:gd name="T85" fmla="*/ 66 h 187"/>
                <a:gd name="T86" fmla="*/ 152 w 210"/>
                <a:gd name="T87" fmla="*/ 33 h 187"/>
                <a:gd name="T88" fmla="*/ 110 w 210"/>
                <a:gd name="T89" fmla="*/ 21 h 187"/>
                <a:gd name="T90" fmla="*/ 89 w 210"/>
                <a:gd name="T91" fmla="*/ 74 h 187"/>
                <a:gd name="T92" fmla="*/ 91 w 210"/>
                <a:gd name="T93" fmla="*/ 86 h 187"/>
                <a:gd name="T94" fmla="*/ 91 w 210"/>
                <a:gd name="T95" fmla="*/ 87 h 187"/>
                <a:gd name="T96" fmla="*/ 95 w 210"/>
                <a:gd name="T97" fmla="*/ 113 h 187"/>
                <a:gd name="T98" fmla="*/ 92 w 210"/>
                <a:gd name="T99" fmla="*/ 127 h 187"/>
                <a:gd name="T100" fmla="*/ 106 w 210"/>
                <a:gd name="T101" fmla="*/ 144 h 187"/>
                <a:gd name="T102" fmla="*/ 141 w 210"/>
                <a:gd name="T103" fmla="*/ 161 h 187"/>
                <a:gd name="T104" fmla="*/ 157 w 210"/>
                <a:gd name="T105" fmla="*/ 177 h 187"/>
                <a:gd name="T106" fmla="*/ 150 w 210"/>
                <a:gd name="T107" fmla="*/ 185 h 187"/>
                <a:gd name="T108" fmla="*/ 134 w 210"/>
                <a:gd name="T109" fmla="*/ 186 h 187"/>
                <a:gd name="T110" fmla="*/ 87 w 210"/>
                <a:gd name="T111" fmla="*/ 159 h 187"/>
                <a:gd name="T112" fmla="*/ 70 w 210"/>
                <a:gd name="T113" fmla="*/ 128 h 187"/>
                <a:gd name="T114" fmla="*/ 72 w 210"/>
                <a:gd name="T115" fmla="*/ 121 h 187"/>
                <a:gd name="T116" fmla="*/ 56 w 210"/>
                <a:gd name="T117" fmla="*/ 84 h 187"/>
                <a:gd name="T118" fmla="*/ 33 w 210"/>
                <a:gd name="T119" fmla="*/ 82 h 187"/>
                <a:gd name="T120" fmla="*/ 34 w 210"/>
                <a:gd name="T121" fmla="*/ 60 h 187"/>
                <a:gd name="T122" fmla="*/ 30 w 210"/>
                <a:gd name="T123" fmla="*/ 50 h 187"/>
                <a:gd name="T124" fmla="*/ 8 w 210"/>
                <a:gd name="T125" fmla="*/ 32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10" h="187">
                  <a:moveTo>
                    <a:pt x="3" y="19"/>
                  </a:moveTo>
                  <a:cubicBezTo>
                    <a:pt x="9" y="11"/>
                    <a:pt x="17" y="9"/>
                    <a:pt x="27" y="9"/>
                  </a:cubicBezTo>
                  <a:cubicBezTo>
                    <a:pt x="31" y="9"/>
                    <a:pt x="34" y="11"/>
                    <a:pt x="37" y="13"/>
                  </a:cubicBezTo>
                  <a:cubicBezTo>
                    <a:pt x="39" y="15"/>
                    <a:pt x="40" y="19"/>
                    <a:pt x="42" y="17"/>
                  </a:cubicBezTo>
                  <a:cubicBezTo>
                    <a:pt x="43" y="16"/>
                    <a:pt x="44" y="14"/>
                    <a:pt x="44" y="13"/>
                  </a:cubicBezTo>
                  <a:cubicBezTo>
                    <a:pt x="45" y="10"/>
                    <a:pt x="45" y="9"/>
                    <a:pt x="47" y="7"/>
                  </a:cubicBezTo>
                  <a:cubicBezTo>
                    <a:pt x="49" y="6"/>
                    <a:pt x="51" y="6"/>
                    <a:pt x="53" y="6"/>
                  </a:cubicBezTo>
                  <a:cubicBezTo>
                    <a:pt x="55" y="5"/>
                    <a:pt x="57" y="6"/>
                    <a:pt x="59" y="7"/>
                  </a:cubicBezTo>
                  <a:cubicBezTo>
                    <a:pt x="62" y="9"/>
                    <a:pt x="63" y="11"/>
                    <a:pt x="65" y="13"/>
                  </a:cubicBezTo>
                  <a:cubicBezTo>
                    <a:pt x="67" y="18"/>
                    <a:pt x="65" y="21"/>
                    <a:pt x="64" y="25"/>
                  </a:cubicBezTo>
                  <a:cubicBezTo>
                    <a:pt x="64" y="28"/>
                    <a:pt x="62" y="30"/>
                    <a:pt x="61" y="33"/>
                  </a:cubicBezTo>
                  <a:cubicBezTo>
                    <a:pt x="60" y="36"/>
                    <a:pt x="59" y="39"/>
                    <a:pt x="59" y="42"/>
                  </a:cubicBezTo>
                  <a:cubicBezTo>
                    <a:pt x="61" y="49"/>
                    <a:pt x="63" y="56"/>
                    <a:pt x="68" y="62"/>
                  </a:cubicBezTo>
                  <a:cubicBezTo>
                    <a:pt x="70" y="63"/>
                    <a:pt x="71" y="65"/>
                    <a:pt x="72" y="67"/>
                  </a:cubicBezTo>
                  <a:cubicBezTo>
                    <a:pt x="74" y="69"/>
                    <a:pt x="75" y="68"/>
                    <a:pt x="76" y="66"/>
                  </a:cubicBezTo>
                  <a:cubicBezTo>
                    <a:pt x="77" y="61"/>
                    <a:pt x="78" y="56"/>
                    <a:pt x="79" y="51"/>
                  </a:cubicBezTo>
                  <a:cubicBezTo>
                    <a:pt x="83" y="34"/>
                    <a:pt x="90" y="19"/>
                    <a:pt x="103" y="8"/>
                  </a:cubicBezTo>
                  <a:cubicBezTo>
                    <a:pt x="110" y="2"/>
                    <a:pt x="118" y="0"/>
                    <a:pt x="127" y="1"/>
                  </a:cubicBezTo>
                  <a:cubicBezTo>
                    <a:pt x="135" y="2"/>
                    <a:pt x="141" y="6"/>
                    <a:pt x="147" y="11"/>
                  </a:cubicBezTo>
                  <a:cubicBezTo>
                    <a:pt x="149" y="13"/>
                    <a:pt x="152" y="14"/>
                    <a:pt x="154" y="16"/>
                  </a:cubicBezTo>
                  <a:cubicBezTo>
                    <a:pt x="158" y="20"/>
                    <a:pt x="163" y="24"/>
                    <a:pt x="167" y="28"/>
                  </a:cubicBezTo>
                  <a:cubicBezTo>
                    <a:pt x="171" y="32"/>
                    <a:pt x="175" y="36"/>
                    <a:pt x="178" y="40"/>
                  </a:cubicBezTo>
                  <a:cubicBezTo>
                    <a:pt x="183" y="47"/>
                    <a:pt x="190" y="54"/>
                    <a:pt x="194" y="62"/>
                  </a:cubicBezTo>
                  <a:cubicBezTo>
                    <a:pt x="197" y="67"/>
                    <a:pt x="200" y="72"/>
                    <a:pt x="202" y="77"/>
                  </a:cubicBezTo>
                  <a:cubicBezTo>
                    <a:pt x="204" y="81"/>
                    <a:pt x="205" y="86"/>
                    <a:pt x="205" y="91"/>
                  </a:cubicBezTo>
                  <a:cubicBezTo>
                    <a:pt x="206" y="96"/>
                    <a:pt x="205" y="102"/>
                    <a:pt x="200" y="105"/>
                  </a:cubicBezTo>
                  <a:cubicBezTo>
                    <a:pt x="196" y="108"/>
                    <a:pt x="192" y="110"/>
                    <a:pt x="187" y="111"/>
                  </a:cubicBezTo>
                  <a:cubicBezTo>
                    <a:pt x="185" y="111"/>
                    <a:pt x="184" y="110"/>
                    <a:pt x="185" y="108"/>
                  </a:cubicBezTo>
                  <a:cubicBezTo>
                    <a:pt x="185" y="108"/>
                    <a:pt x="181" y="107"/>
                    <a:pt x="181" y="107"/>
                  </a:cubicBezTo>
                  <a:cubicBezTo>
                    <a:pt x="181" y="106"/>
                    <a:pt x="182" y="106"/>
                    <a:pt x="181" y="105"/>
                  </a:cubicBezTo>
                  <a:cubicBezTo>
                    <a:pt x="180" y="104"/>
                    <a:pt x="180" y="104"/>
                    <a:pt x="179" y="105"/>
                  </a:cubicBezTo>
                  <a:cubicBezTo>
                    <a:pt x="177" y="106"/>
                    <a:pt x="176" y="106"/>
                    <a:pt x="174" y="107"/>
                  </a:cubicBezTo>
                  <a:cubicBezTo>
                    <a:pt x="172" y="108"/>
                    <a:pt x="172" y="109"/>
                    <a:pt x="173" y="110"/>
                  </a:cubicBezTo>
                  <a:cubicBezTo>
                    <a:pt x="175" y="112"/>
                    <a:pt x="178" y="114"/>
                    <a:pt x="180" y="116"/>
                  </a:cubicBezTo>
                  <a:cubicBezTo>
                    <a:pt x="182" y="118"/>
                    <a:pt x="183" y="119"/>
                    <a:pt x="184" y="120"/>
                  </a:cubicBezTo>
                  <a:cubicBezTo>
                    <a:pt x="187" y="123"/>
                    <a:pt x="203" y="134"/>
                    <a:pt x="207" y="137"/>
                  </a:cubicBezTo>
                  <a:cubicBezTo>
                    <a:pt x="208" y="138"/>
                    <a:pt x="209" y="140"/>
                    <a:pt x="210" y="141"/>
                  </a:cubicBezTo>
                  <a:cubicBezTo>
                    <a:pt x="210" y="142"/>
                    <a:pt x="210" y="143"/>
                    <a:pt x="210" y="144"/>
                  </a:cubicBezTo>
                  <a:cubicBezTo>
                    <a:pt x="209" y="144"/>
                    <a:pt x="208" y="144"/>
                    <a:pt x="208" y="144"/>
                  </a:cubicBezTo>
                  <a:cubicBezTo>
                    <a:pt x="205" y="143"/>
                    <a:pt x="203" y="142"/>
                    <a:pt x="201" y="141"/>
                  </a:cubicBezTo>
                  <a:cubicBezTo>
                    <a:pt x="192" y="135"/>
                    <a:pt x="183" y="130"/>
                    <a:pt x="174" y="124"/>
                  </a:cubicBezTo>
                  <a:cubicBezTo>
                    <a:pt x="169" y="121"/>
                    <a:pt x="165" y="118"/>
                    <a:pt x="160" y="114"/>
                  </a:cubicBezTo>
                  <a:cubicBezTo>
                    <a:pt x="158" y="112"/>
                    <a:pt x="157" y="113"/>
                    <a:pt x="156" y="116"/>
                  </a:cubicBezTo>
                  <a:cubicBezTo>
                    <a:pt x="155" y="121"/>
                    <a:pt x="154" y="123"/>
                    <a:pt x="153" y="129"/>
                  </a:cubicBezTo>
                  <a:cubicBezTo>
                    <a:pt x="152" y="131"/>
                    <a:pt x="151" y="133"/>
                    <a:pt x="150" y="135"/>
                  </a:cubicBezTo>
                  <a:cubicBezTo>
                    <a:pt x="149" y="136"/>
                    <a:pt x="147" y="137"/>
                    <a:pt x="146" y="137"/>
                  </a:cubicBezTo>
                  <a:cubicBezTo>
                    <a:pt x="145" y="137"/>
                    <a:pt x="143" y="137"/>
                    <a:pt x="142" y="137"/>
                  </a:cubicBezTo>
                  <a:cubicBezTo>
                    <a:pt x="141" y="136"/>
                    <a:pt x="140" y="135"/>
                    <a:pt x="139" y="134"/>
                  </a:cubicBezTo>
                  <a:cubicBezTo>
                    <a:pt x="137" y="129"/>
                    <a:pt x="135" y="124"/>
                    <a:pt x="133" y="118"/>
                  </a:cubicBezTo>
                  <a:cubicBezTo>
                    <a:pt x="133" y="117"/>
                    <a:pt x="132" y="116"/>
                    <a:pt x="132" y="115"/>
                  </a:cubicBezTo>
                  <a:cubicBezTo>
                    <a:pt x="131" y="116"/>
                    <a:pt x="131" y="116"/>
                    <a:pt x="130" y="117"/>
                  </a:cubicBezTo>
                  <a:cubicBezTo>
                    <a:pt x="129" y="120"/>
                    <a:pt x="126" y="121"/>
                    <a:pt x="123" y="122"/>
                  </a:cubicBezTo>
                  <a:cubicBezTo>
                    <a:pt x="120" y="122"/>
                    <a:pt x="118" y="121"/>
                    <a:pt x="117" y="118"/>
                  </a:cubicBezTo>
                  <a:cubicBezTo>
                    <a:pt x="115" y="112"/>
                    <a:pt x="112" y="106"/>
                    <a:pt x="110" y="100"/>
                  </a:cubicBezTo>
                  <a:cubicBezTo>
                    <a:pt x="109" y="98"/>
                    <a:pt x="108" y="97"/>
                    <a:pt x="106" y="97"/>
                  </a:cubicBezTo>
                  <a:cubicBezTo>
                    <a:pt x="103" y="98"/>
                    <a:pt x="101" y="98"/>
                    <a:pt x="98" y="97"/>
                  </a:cubicBezTo>
                  <a:cubicBezTo>
                    <a:pt x="97" y="97"/>
                    <a:pt x="95" y="95"/>
                    <a:pt x="94" y="94"/>
                  </a:cubicBezTo>
                  <a:cubicBezTo>
                    <a:pt x="93" y="92"/>
                    <a:pt x="92" y="89"/>
                    <a:pt x="91" y="87"/>
                  </a:cubicBezTo>
                  <a:cubicBezTo>
                    <a:pt x="91" y="87"/>
                    <a:pt x="91" y="87"/>
                    <a:pt x="91" y="87"/>
                  </a:cubicBezTo>
                  <a:cubicBezTo>
                    <a:pt x="91" y="87"/>
                    <a:pt x="91" y="87"/>
                    <a:pt x="91" y="86"/>
                  </a:cubicBezTo>
                  <a:cubicBezTo>
                    <a:pt x="91" y="85"/>
                    <a:pt x="91" y="84"/>
                    <a:pt x="92" y="83"/>
                  </a:cubicBezTo>
                  <a:cubicBezTo>
                    <a:pt x="92" y="81"/>
                    <a:pt x="94" y="80"/>
                    <a:pt x="97" y="81"/>
                  </a:cubicBezTo>
                  <a:cubicBezTo>
                    <a:pt x="97" y="81"/>
                    <a:pt x="97" y="81"/>
                    <a:pt x="97" y="81"/>
                  </a:cubicBezTo>
                  <a:cubicBezTo>
                    <a:pt x="99" y="81"/>
                    <a:pt x="101" y="81"/>
                    <a:pt x="103" y="81"/>
                  </a:cubicBezTo>
                  <a:cubicBezTo>
                    <a:pt x="104" y="81"/>
                    <a:pt x="103" y="78"/>
                    <a:pt x="103" y="77"/>
                  </a:cubicBezTo>
                  <a:cubicBezTo>
                    <a:pt x="102" y="72"/>
                    <a:pt x="99" y="67"/>
                    <a:pt x="96" y="64"/>
                  </a:cubicBezTo>
                  <a:cubicBezTo>
                    <a:pt x="95" y="62"/>
                    <a:pt x="95" y="59"/>
                    <a:pt x="94" y="57"/>
                  </a:cubicBezTo>
                  <a:cubicBezTo>
                    <a:pt x="94" y="56"/>
                    <a:pt x="94" y="55"/>
                    <a:pt x="95" y="54"/>
                  </a:cubicBezTo>
                  <a:cubicBezTo>
                    <a:pt x="98" y="51"/>
                    <a:pt x="107" y="51"/>
                    <a:pt x="111" y="54"/>
                  </a:cubicBezTo>
                  <a:cubicBezTo>
                    <a:pt x="114" y="57"/>
                    <a:pt x="116" y="61"/>
                    <a:pt x="118" y="66"/>
                  </a:cubicBezTo>
                  <a:cubicBezTo>
                    <a:pt x="119" y="67"/>
                    <a:pt x="119" y="68"/>
                    <a:pt x="121" y="67"/>
                  </a:cubicBezTo>
                  <a:cubicBezTo>
                    <a:pt x="125" y="64"/>
                    <a:pt x="128" y="66"/>
                    <a:pt x="132" y="68"/>
                  </a:cubicBezTo>
                  <a:cubicBezTo>
                    <a:pt x="134" y="70"/>
                    <a:pt x="135" y="73"/>
                    <a:pt x="135" y="76"/>
                  </a:cubicBezTo>
                  <a:cubicBezTo>
                    <a:pt x="135" y="83"/>
                    <a:pt x="137" y="90"/>
                    <a:pt x="139" y="97"/>
                  </a:cubicBezTo>
                  <a:cubicBezTo>
                    <a:pt x="139" y="98"/>
                    <a:pt x="140" y="98"/>
                    <a:pt x="140" y="99"/>
                  </a:cubicBezTo>
                  <a:cubicBezTo>
                    <a:pt x="140" y="98"/>
                    <a:pt x="141" y="97"/>
                    <a:pt x="141" y="97"/>
                  </a:cubicBezTo>
                  <a:cubicBezTo>
                    <a:pt x="141" y="95"/>
                    <a:pt x="140" y="94"/>
                    <a:pt x="140" y="92"/>
                  </a:cubicBezTo>
                  <a:cubicBezTo>
                    <a:pt x="139" y="90"/>
                    <a:pt x="143" y="85"/>
                    <a:pt x="146" y="86"/>
                  </a:cubicBezTo>
                  <a:cubicBezTo>
                    <a:pt x="148" y="86"/>
                    <a:pt x="151" y="87"/>
                    <a:pt x="153" y="87"/>
                  </a:cubicBezTo>
                  <a:cubicBezTo>
                    <a:pt x="155" y="88"/>
                    <a:pt x="157" y="89"/>
                    <a:pt x="158" y="91"/>
                  </a:cubicBezTo>
                  <a:cubicBezTo>
                    <a:pt x="159" y="93"/>
                    <a:pt x="160" y="95"/>
                    <a:pt x="161" y="97"/>
                  </a:cubicBezTo>
                  <a:cubicBezTo>
                    <a:pt x="163" y="100"/>
                    <a:pt x="164" y="103"/>
                    <a:pt x="167" y="105"/>
                  </a:cubicBezTo>
                  <a:cubicBezTo>
                    <a:pt x="168" y="106"/>
                    <a:pt x="169" y="107"/>
                    <a:pt x="171" y="106"/>
                  </a:cubicBezTo>
                  <a:cubicBezTo>
                    <a:pt x="177" y="102"/>
                    <a:pt x="182" y="98"/>
                    <a:pt x="187" y="92"/>
                  </a:cubicBezTo>
                  <a:cubicBezTo>
                    <a:pt x="188" y="89"/>
                    <a:pt x="188" y="88"/>
                    <a:pt x="188" y="85"/>
                  </a:cubicBezTo>
                  <a:cubicBezTo>
                    <a:pt x="186" y="79"/>
                    <a:pt x="182" y="72"/>
                    <a:pt x="179" y="66"/>
                  </a:cubicBezTo>
                  <a:cubicBezTo>
                    <a:pt x="173" y="57"/>
                    <a:pt x="166" y="49"/>
                    <a:pt x="159" y="41"/>
                  </a:cubicBezTo>
                  <a:cubicBezTo>
                    <a:pt x="156" y="38"/>
                    <a:pt x="154" y="35"/>
                    <a:pt x="152" y="33"/>
                  </a:cubicBezTo>
                  <a:cubicBezTo>
                    <a:pt x="147" y="29"/>
                    <a:pt x="143" y="25"/>
                    <a:pt x="138" y="21"/>
                  </a:cubicBezTo>
                  <a:cubicBezTo>
                    <a:pt x="128" y="15"/>
                    <a:pt x="119" y="14"/>
                    <a:pt x="110" y="21"/>
                  </a:cubicBezTo>
                  <a:cubicBezTo>
                    <a:pt x="99" y="31"/>
                    <a:pt x="95" y="43"/>
                    <a:pt x="92" y="56"/>
                  </a:cubicBezTo>
                  <a:cubicBezTo>
                    <a:pt x="90" y="62"/>
                    <a:pt x="90" y="68"/>
                    <a:pt x="89" y="74"/>
                  </a:cubicBezTo>
                  <a:cubicBezTo>
                    <a:pt x="89" y="76"/>
                    <a:pt x="89" y="78"/>
                    <a:pt x="89" y="80"/>
                  </a:cubicBezTo>
                  <a:cubicBezTo>
                    <a:pt x="90" y="82"/>
                    <a:pt x="90" y="84"/>
                    <a:pt x="91" y="86"/>
                  </a:cubicBezTo>
                  <a:cubicBezTo>
                    <a:pt x="91" y="87"/>
                    <a:pt x="91" y="87"/>
                    <a:pt x="91" y="87"/>
                  </a:cubicBezTo>
                  <a:cubicBezTo>
                    <a:pt x="91" y="87"/>
                    <a:pt x="91" y="87"/>
                    <a:pt x="91" y="87"/>
                  </a:cubicBezTo>
                  <a:cubicBezTo>
                    <a:pt x="91" y="90"/>
                    <a:pt x="91" y="94"/>
                    <a:pt x="92" y="97"/>
                  </a:cubicBezTo>
                  <a:cubicBezTo>
                    <a:pt x="93" y="103"/>
                    <a:pt x="94" y="108"/>
                    <a:pt x="95" y="113"/>
                  </a:cubicBezTo>
                  <a:cubicBezTo>
                    <a:pt x="95" y="117"/>
                    <a:pt x="95" y="120"/>
                    <a:pt x="94" y="124"/>
                  </a:cubicBezTo>
                  <a:cubicBezTo>
                    <a:pt x="94" y="125"/>
                    <a:pt x="93" y="126"/>
                    <a:pt x="92" y="127"/>
                  </a:cubicBezTo>
                  <a:cubicBezTo>
                    <a:pt x="89" y="130"/>
                    <a:pt x="88" y="133"/>
                    <a:pt x="92" y="136"/>
                  </a:cubicBezTo>
                  <a:cubicBezTo>
                    <a:pt x="97" y="139"/>
                    <a:pt x="102" y="142"/>
                    <a:pt x="106" y="144"/>
                  </a:cubicBezTo>
                  <a:cubicBezTo>
                    <a:pt x="114" y="149"/>
                    <a:pt x="122" y="153"/>
                    <a:pt x="130" y="157"/>
                  </a:cubicBezTo>
                  <a:cubicBezTo>
                    <a:pt x="133" y="159"/>
                    <a:pt x="137" y="160"/>
                    <a:pt x="141" y="161"/>
                  </a:cubicBezTo>
                  <a:cubicBezTo>
                    <a:pt x="148" y="163"/>
                    <a:pt x="152" y="167"/>
                    <a:pt x="157" y="171"/>
                  </a:cubicBezTo>
                  <a:cubicBezTo>
                    <a:pt x="159" y="173"/>
                    <a:pt x="158" y="175"/>
                    <a:pt x="157" y="177"/>
                  </a:cubicBezTo>
                  <a:cubicBezTo>
                    <a:pt x="155" y="179"/>
                    <a:pt x="153" y="182"/>
                    <a:pt x="151" y="184"/>
                  </a:cubicBezTo>
                  <a:cubicBezTo>
                    <a:pt x="151" y="184"/>
                    <a:pt x="150" y="185"/>
                    <a:pt x="150" y="185"/>
                  </a:cubicBezTo>
                  <a:cubicBezTo>
                    <a:pt x="145" y="186"/>
                    <a:pt x="141" y="186"/>
                    <a:pt x="137" y="187"/>
                  </a:cubicBezTo>
                  <a:cubicBezTo>
                    <a:pt x="136" y="187"/>
                    <a:pt x="135" y="187"/>
                    <a:pt x="134" y="186"/>
                  </a:cubicBezTo>
                  <a:cubicBezTo>
                    <a:pt x="126" y="182"/>
                    <a:pt x="118" y="179"/>
                    <a:pt x="111" y="174"/>
                  </a:cubicBezTo>
                  <a:cubicBezTo>
                    <a:pt x="103" y="170"/>
                    <a:pt x="95" y="164"/>
                    <a:pt x="87" y="159"/>
                  </a:cubicBezTo>
                  <a:cubicBezTo>
                    <a:pt x="83" y="156"/>
                    <a:pt x="78" y="152"/>
                    <a:pt x="75" y="147"/>
                  </a:cubicBezTo>
                  <a:cubicBezTo>
                    <a:pt x="71" y="141"/>
                    <a:pt x="69" y="135"/>
                    <a:pt x="70" y="128"/>
                  </a:cubicBezTo>
                  <a:cubicBezTo>
                    <a:pt x="70" y="126"/>
                    <a:pt x="69" y="124"/>
                    <a:pt x="71" y="123"/>
                  </a:cubicBezTo>
                  <a:cubicBezTo>
                    <a:pt x="72" y="122"/>
                    <a:pt x="72" y="121"/>
                    <a:pt x="72" y="121"/>
                  </a:cubicBezTo>
                  <a:cubicBezTo>
                    <a:pt x="70" y="114"/>
                    <a:pt x="70" y="107"/>
                    <a:pt x="66" y="101"/>
                  </a:cubicBezTo>
                  <a:cubicBezTo>
                    <a:pt x="63" y="96"/>
                    <a:pt x="59" y="90"/>
                    <a:pt x="56" y="84"/>
                  </a:cubicBezTo>
                  <a:cubicBezTo>
                    <a:pt x="55" y="83"/>
                    <a:pt x="54" y="83"/>
                    <a:pt x="52" y="84"/>
                  </a:cubicBezTo>
                  <a:cubicBezTo>
                    <a:pt x="47" y="88"/>
                    <a:pt x="37" y="86"/>
                    <a:pt x="33" y="82"/>
                  </a:cubicBezTo>
                  <a:cubicBezTo>
                    <a:pt x="31" y="79"/>
                    <a:pt x="31" y="75"/>
                    <a:pt x="32" y="72"/>
                  </a:cubicBezTo>
                  <a:cubicBezTo>
                    <a:pt x="34" y="68"/>
                    <a:pt x="34" y="64"/>
                    <a:pt x="34" y="60"/>
                  </a:cubicBezTo>
                  <a:cubicBezTo>
                    <a:pt x="34" y="59"/>
                    <a:pt x="34" y="58"/>
                    <a:pt x="34" y="57"/>
                  </a:cubicBezTo>
                  <a:cubicBezTo>
                    <a:pt x="34" y="54"/>
                    <a:pt x="32" y="52"/>
                    <a:pt x="30" y="50"/>
                  </a:cubicBezTo>
                  <a:cubicBezTo>
                    <a:pt x="26" y="46"/>
                    <a:pt x="22" y="41"/>
                    <a:pt x="18" y="37"/>
                  </a:cubicBezTo>
                  <a:cubicBezTo>
                    <a:pt x="15" y="35"/>
                    <a:pt x="12" y="33"/>
                    <a:pt x="8" y="32"/>
                  </a:cubicBezTo>
                  <a:cubicBezTo>
                    <a:pt x="4" y="31"/>
                    <a:pt x="0" y="24"/>
                    <a:pt x="3" y="1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1" name="Freeform 60"/>
            <p:cNvSpPr>
              <a:spLocks noEditPoints="1"/>
            </p:cNvSpPr>
            <p:nvPr/>
          </p:nvSpPr>
          <p:spPr bwMode="auto">
            <a:xfrm>
              <a:off x="-1889125" y="-954088"/>
              <a:ext cx="114300" cy="150813"/>
            </a:xfrm>
            <a:custGeom>
              <a:avLst/>
              <a:gdLst>
                <a:gd name="T0" fmla="*/ 0 w 151"/>
                <a:gd name="T1" fmla="*/ 139 h 197"/>
                <a:gd name="T2" fmla="*/ 13 w 151"/>
                <a:gd name="T3" fmla="*/ 110 h 197"/>
                <a:gd name="T4" fmla="*/ 55 w 151"/>
                <a:gd name="T5" fmla="*/ 43 h 197"/>
                <a:gd name="T6" fmla="*/ 83 w 151"/>
                <a:gd name="T7" fmla="*/ 8 h 197"/>
                <a:gd name="T8" fmla="*/ 102 w 151"/>
                <a:gd name="T9" fmla="*/ 4 h 197"/>
                <a:gd name="T10" fmla="*/ 108 w 151"/>
                <a:gd name="T11" fmla="*/ 19 h 197"/>
                <a:gd name="T12" fmla="*/ 89 w 151"/>
                <a:gd name="T13" fmla="*/ 38 h 197"/>
                <a:gd name="T14" fmla="*/ 68 w 151"/>
                <a:gd name="T15" fmla="*/ 60 h 197"/>
                <a:gd name="T16" fmla="*/ 56 w 151"/>
                <a:gd name="T17" fmla="*/ 91 h 197"/>
                <a:gd name="T18" fmla="*/ 57 w 151"/>
                <a:gd name="T19" fmla="*/ 113 h 197"/>
                <a:gd name="T20" fmla="*/ 59 w 151"/>
                <a:gd name="T21" fmla="*/ 112 h 197"/>
                <a:gd name="T22" fmla="*/ 64 w 151"/>
                <a:gd name="T23" fmla="*/ 96 h 197"/>
                <a:gd name="T24" fmla="*/ 79 w 151"/>
                <a:gd name="T25" fmla="*/ 70 h 197"/>
                <a:gd name="T26" fmla="*/ 95 w 151"/>
                <a:gd name="T27" fmla="*/ 74 h 197"/>
                <a:gd name="T28" fmla="*/ 97 w 151"/>
                <a:gd name="T29" fmla="*/ 94 h 197"/>
                <a:gd name="T30" fmla="*/ 107 w 151"/>
                <a:gd name="T31" fmla="*/ 110 h 197"/>
                <a:gd name="T32" fmla="*/ 103 w 151"/>
                <a:gd name="T33" fmla="*/ 124 h 197"/>
                <a:gd name="T34" fmla="*/ 113 w 151"/>
                <a:gd name="T35" fmla="*/ 138 h 197"/>
                <a:gd name="T36" fmla="*/ 138 w 151"/>
                <a:gd name="T37" fmla="*/ 121 h 197"/>
                <a:gd name="T38" fmla="*/ 143 w 151"/>
                <a:gd name="T39" fmla="*/ 146 h 197"/>
                <a:gd name="T40" fmla="*/ 136 w 151"/>
                <a:gd name="T41" fmla="*/ 152 h 197"/>
                <a:gd name="T42" fmla="*/ 135 w 151"/>
                <a:gd name="T43" fmla="*/ 152 h 197"/>
                <a:gd name="T44" fmla="*/ 138 w 151"/>
                <a:gd name="T45" fmla="*/ 138 h 197"/>
                <a:gd name="T46" fmla="*/ 122 w 151"/>
                <a:gd name="T47" fmla="*/ 150 h 197"/>
                <a:gd name="T48" fmla="*/ 133 w 151"/>
                <a:gd name="T49" fmla="*/ 169 h 197"/>
                <a:gd name="T50" fmla="*/ 134 w 151"/>
                <a:gd name="T51" fmla="*/ 178 h 197"/>
                <a:gd name="T52" fmla="*/ 130 w 151"/>
                <a:gd name="T53" fmla="*/ 184 h 197"/>
                <a:gd name="T54" fmla="*/ 119 w 151"/>
                <a:gd name="T55" fmla="*/ 184 h 197"/>
                <a:gd name="T56" fmla="*/ 112 w 151"/>
                <a:gd name="T57" fmla="*/ 176 h 197"/>
                <a:gd name="T58" fmla="*/ 107 w 151"/>
                <a:gd name="T59" fmla="*/ 175 h 197"/>
                <a:gd name="T60" fmla="*/ 93 w 151"/>
                <a:gd name="T61" fmla="*/ 197 h 197"/>
                <a:gd name="T62" fmla="*/ 83 w 151"/>
                <a:gd name="T63" fmla="*/ 185 h 197"/>
                <a:gd name="T64" fmla="*/ 86 w 151"/>
                <a:gd name="T65" fmla="*/ 177 h 197"/>
                <a:gd name="T66" fmla="*/ 101 w 151"/>
                <a:gd name="T67" fmla="*/ 155 h 197"/>
                <a:gd name="T68" fmla="*/ 93 w 151"/>
                <a:gd name="T69" fmla="*/ 136 h 197"/>
                <a:gd name="T70" fmla="*/ 89 w 151"/>
                <a:gd name="T71" fmla="*/ 138 h 197"/>
                <a:gd name="T72" fmla="*/ 78 w 151"/>
                <a:gd name="T73" fmla="*/ 120 h 197"/>
                <a:gd name="T74" fmla="*/ 91 w 151"/>
                <a:gd name="T75" fmla="*/ 79 h 197"/>
                <a:gd name="T76" fmla="*/ 88 w 151"/>
                <a:gd name="T77" fmla="*/ 78 h 197"/>
                <a:gd name="T78" fmla="*/ 72 w 151"/>
                <a:gd name="T79" fmla="*/ 115 h 197"/>
                <a:gd name="T80" fmla="*/ 74 w 151"/>
                <a:gd name="T81" fmla="*/ 127 h 197"/>
                <a:gd name="T82" fmla="*/ 75 w 151"/>
                <a:gd name="T83" fmla="*/ 135 h 197"/>
                <a:gd name="T84" fmla="*/ 73 w 151"/>
                <a:gd name="T85" fmla="*/ 150 h 197"/>
                <a:gd name="T86" fmla="*/ 57 w 151"/>
                <a:gd name="T87" fmla="*/ 138 h 197"/>
                <a:gd name="T88" fmla="*/ 57 w 151"/>
                <a:gd name="T89" fmla="*/ 76 h 197"/>
                <a:gd name="T90" fmla="*/ 55 w 151"/>
                <a:gd name="T91" fmla="*/ 72 h 197"/>
                <a:gd name="T92" fmla="*/ 40 w 151"/>
                <a:gd name="T93" fmla="*/ 97 h 197"/>
                <a:gd name="T94" fmla="*/ 16 w 151"/>
                <a:gd name="T95" fmla="*/ 143 h 197"/>
                <a:gd name="T96" fmla="*/ 0 w 151"/>
                <a:gd name="T97" fmla="*/ 142 h 197"/>
                <a:gd name="T98" fmla="*/ 19 w 151"/>
                <a:gd name="T99" fmla="*/ 36 h 197"/>
                <a:gd name="T100" fmla="*/ 26 w 151"/>
                <a:gd name="T101" fmla="*/ 40 h 197"/>
                <a:gd name="T102" fmla="*/ 26 w 151"/>
                <a:gd name="T103" fmla="*/ 55 h 197"/>
                <a:gd name="T104" fmla="*/ 35 w 151"/>
                <a:gd name="T105" fmla="*/ 41 h 197"/>
                <a:gd name="T106" fmla="*/ 51 w 151"/>
                <a:gd name="T107" fmla="*/ 23 h 197"/>
                <a:gd name="T108" fmla="*/ 29 w 151"/>
                <a:gd name="T109" fmla="*/ 7 h 197"/>
                <a:gd name="T110" fmla="*/ 10 w 151"/>
                <a:gd name="T111" fmla="*/ 12 h 197"/>
                <a:gd name="T112" fmla="*/ 14 w 151"/>
                <a:gd name="T113" fmla="*/ 34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51" h="197">
                  <a:moveTo>
                    <a:pt x="0" y="142"/>
                  </a:moveTo>
                  <a:cubicBezTo>
                    <a:pt x="0" y="141"/>
                    <a:pt x="0" y="140"/>
                    <a:pt x="0" y="139"/>
                  </a:cubicBezTo>
                  <a:cubicBezTo>
                    <a:pt x="1" y="133"/>
                    <a:pt x="3" y="128"/>
                    <a:pt x="6" y="123"/>
                  </a:cubicBezTo>
                  <a:cubicBezTo>
                    <a:pt x="9" y="119"/>
                    <a:pt x="11" y="115"/>
                    <a:pt x="13" y="110"/>
                  </a:cubicBezTo>
                  <a:cubicBezTo>
                    <a:pt x="17" y="104"/>
                    <a:pt x="20" y="98"/>
                    <a:pt x="23" y="92"/>
                  </a:cubicBezTo>
                  <a:cubicBezTo>
                    <a:pt x="24" y="90"/>
                    <a:pt x="50" y="49"/>
                    <a:pt x="55" y="43"/>
                  </a:cubicBezTo>
                  <a:cubicBezTo>
                    <a:pt x="59" y="37"/>
                    <a:pt x="63" y="31"/>
                    <a:pt x="68" y="25"/>
                  </a:cubicBezTo>
                  <a:cubicBezTo>
                    <a:pt x="73" y="20"/>
                    <a:pt x="78" y="14"/>
                    <a:pt x="83" y="8"/>
                  </a:cubicBezTo>
                  <a:cubicBezTo>
                    <a:pt x="84" y="7"/>
                    <a:pt x="85" y="6"/>
                    <a:pt x="86" y="4"/>
                  </a:cubicBezTo>
                  <a:cubicBezTo>
                    <a:pt x="90" y="1"/>
                    <a:pt x="97" y="0"/>
                    <a:pt x="102" y="4"/>
                  </a:cubicBezTo>
                  <a:cubicBezTo>
                    <a:pt x="105" y="6"/>
                    <a:pt x="107" y="10"/>
                    <a:pt x="108" y="14"/>
                  </a:cubicBezTo>
                  <a:cubicBezTo>
                    <a:pt x="109" y="16"/>
                    <a:pt x="108" y="17"/>
                    <a:pt x="108" y="19"/>
                  </a:cubicBezTo>
                  <a:cubicBezTo>
                    <a:pt x="106" y="23"/>
                    <a:pt x="103" y="25"/>
                    <a:pt x="100" y="27"/>
                  </a:cubicBezTo>
                  <a:cubicBezTo>
                    <a:pt x="96" y="30"/>
                    <a:pt x="92" y="34"/>
                    <a:pt x="89" y="38"/>
                  </a:cubicBezTo>
                  <a:cubicBezTo>
                    <a:pt x="84" y="42"/>
                    <a:pt x="79" y="47"/>
                    <a:pt x="74" y="52"/>
                  </a:cubicBezTo>
                  <a:cubicBezTo>
                    <a:pt x="71" y="54"/>
                    <a:pt x="70" y="57"/>
                    <a:pt x="68" y="60"/>
                  </a:cubicBezTo>
                  <a:cubicBezTo>
                    <a:pt x="65" y="65"/>
                    <a:pt x="62" y="69"/>
                    <a:pt x="60" y="73"/>
                  </a:cubicBezTo>
                  <a:cubicBezTo>
                    <a:pt x="58" y="79"/>
                    <a:pt x="57" y="85"/>
                    <a:pt x="56" y="91"/>
                  </a:cubicBezTo>
                  <a:cubicBezTo>
                    <a:pt x="55" y="96"/>
                    <a:pt x="55" y="101"/>
                    <a:pt x="56" y="106"/>
                  </a:cubicBezTo>
                  <a:cubicBezTo>
                    <a:pt x="56" y="108"/>
                    <a:pt x="57" y="110"/>
                    <a:pt x="57" y="113"/>
                  </a:cubicBezTo>
                  <a:cubicBezTo>
                    <a:pt x="57" y="113"/>
                    <a:pt x="58" y="114"/>
                    <a:pt x="58" y="114"/>
                  </a:cubicBezTo>
                  <a:cubicBezTo>
                    <a:pt x="59" y="113"/>
                    <a:pt x="59" y="113"/>
                    <a:pt x="59" y="112"/>
                  </a:cubicBezTo>
                  <a:cubicBezTo>
                    <a:pt x="60" y="110"/>
                    <a:pt x="60" y="107"/>
                    <a:pt x="61" y="104"/>
                  </a:cubicBezTo>
                  <a:cubicBezTo>
                    <a:pt x="61" y="101"/>
                    <a:pt x="63" y="98"/>
                    <a:pt x="64" y="96"/>
                  </a:cubicBezTo>
                  <a:cubicBezTo>
                    <a:pt x="66" y="91"/>
                    <a:pt x="68" y="87"/>
                    <a:pt x="70" y="83"/>
                  </a:cubicBezTo>
                  <a:cubicBezTo>
                    <a:pt x="72" y="78"/>
                    <a:pt x="74" y="72"/>
                    <a:pt x="79" y="70"/>
                  </a:cubicBezTo>
                  <a:cubicBezTo>
                    <a:pt x="82" y="69"/>
                    <a:pt x="85" y="68"/>
                    <a:pt x="88" y="67"/>
                  </a:cubicBezTo>
                  <a:cubicBezTo>
                    <a:pt x="91" y="66"/>
                    <a:pt x="95" y="69"/>
                    <a:pt x="95" y="74"/>
                  </a:cubicBezTo>
                  <a:cubicBezTo>
                    <a:pt x="96" y="77"/>
                    <a:pt x="97" y="80"/>
                    <a:pt x="97" y="84"/>
                  </a:cubicBezTo>
                  <a:cubicBezTo>
                    <a:pt x="97" y="87"/>
                    <a:pt x="97" y="90"/>
                    <a:pt x="97" y="94"/>
                  </a:cubicBezTo>
                  <a:cubicBezTo>
                    <a:pt x="97" y="97"/>
                    <a:pt x="100" y="100"/>
                    <a:pt x="102" y="101"/>
                  </a:cubicBezTo>
                  <a:cubicBezTo>
                    <a:pt x="105" y="103"/>
                    <a:pt x="107" y="106"/>
                    <a:pt x="107" y="110"/>
                  </a:cubicBezTo>
                  <a:cubicBezTo>
                    <a:pt x="107" y="114"/>
                    <a:pt x="106" y="118"/>
                    <a:pt x="104" y="121"/>
                  </a:cubicBezTo>
                  <a:cubicBezTo>
                    <a:pt x="103" y="122"/>
                    <a:pt x="103" y="123"/>
                    <a:pt x="103" y="124"/>
                  </a:cubicBezTo>
                  <a:cubicBezTo>
                    <a:pt x="105" y="128"/>
                    <a:pt x="107" y="133"/>
                    <a:pt x="109" y="138"/>
                  </a:cubicBezTo>
                  <a:cubicBezTo>
                    <a:pt x="110" y="140"/>
                    <a:pt x="111" y="140"/>
                    <a:pt x="113" y="138"/>
                  </a:cubicBezTo>
                  <a:cubicBezTo>
                    <a:pt x="116" y="135"/>
                    <a:pt x="119" y="131"/>
                    <a:pt x="123" y="128"/>
                  </a:cubicBezTo>
                  <a:cubicBezTo>
                    <a:pt x="127" y="124"/>
                    <a:pt x="132" y="121"/>
                    <a:pt x="138" y="121"/>
                  </a:cubicBezTo>
                  <a:cubicBezTo>
                    <a:pt x="145" y="120"/>
                    <a:pt x="151" y="124"/>
                    <a:pt x="149" y="132"/>
                  </a:cubicBezTo>
                  <a:cubicBezTo>
                    <a:pt x="149" y="138"/>
                    <a:pt x="145" y="142"/>
                    <a:pt x="143" y="146"/>
                  </a:cubicBezTo>
                  <a:cubicBezTo>
                    <a:pt x="141" y="148"/>
                    <a:pt x="140" y="148"/>
                    <a:pt x="139" y="149"/>
                  </a:cubicBezTo>
                  <a:cubicBezTo>
                    <a:pt x="138" y="149"/>
                    <a:pt x="137" y="151"/>
                    <a:pt x="136" y="152"/>
                  </a:cubicBezTo>
                  <a:cubicBezTo>
                    <a:pt x="136" y="152"/>
                    <a:pt x="136" y="153"/>
                    <a:pt x="135" y="153"/>
                  </a:cubicBezTo>
                  <a:cubicBezTo>
                    <a:pt x="135" y="153"/>
                    <a:pt x="135" y="152"/>
                    <a:pt x="135" y="152"/>
                  </a:cubicBezTo>
                  <a:cubicBezTo>
                    <a:pt x="136" y="151"/>
                    <a:pt x="138" y="146"/>
                    <a:pt x="138" y="144"/>
                  </a:cubicBezTo>
                  <a:cubicBezTo>
                    <a:pt x="139" y="142"/>
                    <a:pt x="139" y="139"/>
                    <a:pt x="138" y="138"/>
                  </a:cubicBezTo>
                  <a:cubicBezTo>
                    <a:pt x="136" y="138"/>
                    <a:pt x="135" y="138"/>
                    <a:pt x="133" y="139"/>
                  </a:cubicBezTo>
                  <a:cubicBezTo>
                    <a:pt x="129" y="141"/>
                    <a:pt x="125" y="146"/>
                    <a:pt x="122" y="150"/>
                  </a:cubicBezTo>
                  <a:cubicBezTo>
                    <a:pt x="120" y="152"/>
                    <a:pt x="120" y="154"/>
                    <a:pt x="122" y="156"/>
                  </a:cubicBezTo>
                  <a:cubicBezTo>
                    <a:pt x="125" y="161"/>
                    <a:pt x="128" y="166"/>
                    <a:pt x="133" y="169"/>
                  </a:cubicBezTo>
                  <a:cubicBezTo>
                    <a:pt x="134" y="170"/>
                    <a:pt x="135" y="172"/>
                    <a:pt x="134" y="174"/>
                  </a:cubicBezTo>
                  <a:cubicBezTo>
                    <a:pt x="134" y="175"/>
                    <a:pt x="134" y="177"/>
                    <a:pt x="134" y="178"/>
                  </a:cubicBezTo>
                  <a:cubicBezTo>
                    <a:pt x="134" y="180"/>
                    <a:pt x="134" y="182"/>
                    <a:pt x="132" y="183"/>
                  </a:cubicBezTo>
                  <a:cubicBezTo>
                    <a:pt x="131" y="183"/>
                    <a:pt x="130" y="183"/>
                    <a:pt x="130" y="184"/>
                  </a:cubicBezTo>
                  <a:cubicBezTo>
                    <a:pt x="130" y="186"/>
                    <a:pt x="128" y="186"/>
                    <a:pt x="127" y="186"/>
                  </a:cubicBezTo>
                  <a:cubicBezTo>
                    <a:pt x="124" y="185"/>
                    <a:pt x="121" y="185"/>
                    <a:pt x="119" y="184"/>
                  </a:cubicBezTo>
                  <a:cubicBezTo>
                    <a:pt x="119" y="184"/>
                    <a:pt x="118" y="184"/>
                    <a:pt x="118" y="184"/>
                  </a:cubicBezTo>
                  <a:cubicBezTo>
                    <a:pt x="116" y="181"/>
                    <a:pt x="114" y="178"/>
                    <a:pt x="112" y="176"/>
                  </a:cubicBezTo>
                  <a:cubicBezTo>
                    <a:pt x="111" y="174"/>
                    <a:pt x="109" y="172"/>
                    <a:pt x="109" y="171"/>
                  </a:cubicBezTo>
                  <a:cubicBezTo>
                    <a:pt x="108" y="172"/>
                    <a:pt x="107" y="174"/>
                    <a:pt x="107" y="175"/>
                  </a:cubicBezTo>
                  <a:cubicBezTo>
                    <a:pt x="105" y="180"/>
                    <a:pt x="104" y="185"/>
                    <a:pt x="102" y="190"/>
                  </a:cubicBezTo>
                  <a:cubicBezTo>
                    <a:pt x="99" y="195"/>
                    <a:pt x="98" y="197"/>
                    <a:pt x="93" y="197"/>
                  </a:cubicBezTo>
                  <a:cubicBezTo>
                    <a:pt x="89" y="196"/>
                    <a:pt x="84" y="192"/>
                    <a:pt x="84" y="189"/>
                  </a:cubicBezTo>
                  <a:cubicBezTo>
                    <a:pt x="84" y="187"/>
                    <a:pt x="83" y="186"/>
                    <a:pt x="83" y="185"/>
                  </a:cubicBezTo>
                  <a:cubicBezTo>
                    <a:pt x="82" y="182"/>
                    <a:pt x="82" y="180"/>
                    <a:pt x="84" y="177"/>
                  </a:cubicBezTo>
                  <a:cubicBezTo>
                    <a:pt x="86" y="175"/>
                    <a:pt x="85" y="176"/>
                    <a:pt x="86" y="177"/>
                  </a:cubicBezTo>
                  <a:cubicBezTo>
                    <a:pt x="88" y="178"/>
                    <a:pt x="90" y="176"/>
                    <a:pt x="92" y="174"/>
                  </a:cubicBezTo>
                  <a:cubicBezTo>
                    <a:pt x="96" y="169"/>
                    <a:pt x="98" y="162"/>
                    <a:pt x="101" y="155"/>
                  </a:cubicBezTo>
                  <a:cubicBezTo>
                    <a:pt x="101" y="154"/>
                    <a:pt x="101" y="153"/>
                    <a:pt x="101" y="153"/>
                  </a:cubicBezTo>
                  <a:cubicBezTo>
                    <a:pt x="98" y="147"/>
                    <a:pt x="96" y="141"/>
                    <a:pt x="93" y="136"/>
                  </a:cubicBezTo>
                  <a:cubicBezTo>
                    <a:pt x="91" y="135"/>
                    <a:pt x="91" y="135"/>
                    <a:pt x="90" y="136"/>
                  </a:cubicBezTo>
                  <a:cubicBezTo>
                    <a:pt x="89" y="137"/>
                    <a:pt x="89" y="138"/>
                    <a:pt x="89" y="138"/>
                  </a:cubicBezTo>
                  <a:cubicBezTo>
                    <a:pt x="86" y="141"/>
                    <a:pt x="83" y="141"/>
                    <a:pt x="81" y="138"/>
                  </a:cubicBezTo>
                  <a:cubicBezTo>
                    <a:pt x="78" y="132"/>
                    <a:pt x="76" y="126"/>
                    <a:pt x="78" y="120"/>
                  </a:cubicBezTo>
                  <a:cubicBezTo>
                    <a:pt x="80" y="115"/>
                    <a:pt x="83" y="110"/>
                    <a:pt x="85" y="104"/>
                  </a:cubicBezTo>
                  <a:cubicBezTo>
                    <a:pt x="88" y="96"/>
                    <a:pt x="91" y="88"/>
                    <a:pt x="91" y="79"/>
                  </a:cubicBezTo>
                  <a:cubicBezTo>
                    <a:pt x="91" y="79"/>
                    <a:pt x="91" y="77"/>
                    <a:pt x="91" y="77"/>
                  </a:cubicBezTo>
                  <a:cubicBezTo>
                    <a:pt x="90" y="77"/>
                    <a:pt x="89" y="77"/>
                    <a:pt x="88" y="78"/>
                  </a:cubicBezTo>
                  <a:cubicBezTo>
                    <a:pt x="84" y="81"/>
                    <a:pt x="82" y="85"/>
                    <a:pt x="79" y="89"/>
                  </a:cubicBezTo>
                  <a:cubicBezTo>
                    <a:pt x="75" y="97"/>
                    <a:pt x="74" y="106"/>
                    <a:pt x="72" y="115"/>
                  </a:cubicBezTo>
                  <a:cubicBezTo>
                    <a:pt x="71" y="117"/>
                    <a:pt x="73" y="120"/>
                    <a:pt x="73" y="122"/>
                  </a:cubicBezTo>
                  <a:cubicBezTo>
                    <a:pt x="73" y="124"/>
                    <a:pt x="74" y="125"/>
                    <a:pt x="74" y="127"/>
                  </a:cubicBezTo>
                  <a:cubicBezTo>
                    <a:pt x="74" y="128"/>
                    <a:pt x="74" y="130"/>
                    <a:pt x="75" y="132"/>
                  </a:cubicBezTo>
                  <a:cubicBezTo>
                    <a:pt x="75" y="133"/>
                    <a:pt x="75" y="134"/>
                    <a:pt x="75" y="135"/>
                  </a:cubicBezTo>
                  <a:cubicBezTo>
                    <a:pt x="75" y="138"/>
                    <a:pt x="75" y="141"/>
                    <a:pt x="75" y="144"/>
                  </a:cubicBezTo>
                  <a:cubicBezTo>
                    <a:pt x="75" y="146"/>
                    <a:pt x="75" y="148"/>
                    <a:pt x="73" y="150"/>
                  </a:cubicBezTo>
                  <a:cubicBezTo>
                    <a:pt x="71" y="151"/>
                    <a:pt x="69" y="150"/>
                    <a:pt x="67" y="149"/>
                  </a:cubicBezTo>
                  <a:cubicBezTo>
                    <a:pt x="62" y="147"/>
                    <a:pt x="59" y="143"/>
                    <a:pt x="57" y="138"/>
                  </a:cubicBezTo>
                  <a:cubicBezTo>
                    <a:pt x="53" y="132"/>
                    <a:pt x="52" y="125"/>
                    <a:pt x="51" y="118"/>
                  </a:cubicBezTo>
                  <a:cubicBezTo>
                    <a:pt x="51" y="104"/>
                    <a:pt x="53" y="90"/>
                    <a:pt x="57" y="76"/>
                  </a:cubicBezTo>
                  <a:cubicBezTo>
                    <a:pt x="57" y="74"/>
                    <a:pt x="58" y="72"/>
                    <a:pt x="57" y="71"/>
                  </a:cubicBezTo>
                  <a:cubicBezTo>
                    <a:pt x="57" y="71"/>
                    <a:pt x="56" y="71"/>
                    <a:pt x="55" y="72"/>
                  </a:cubicBezTo>
                  <a:cubicBezTo>
                    <a:pt x="51" y="79"/>
                    <a:pt x="46" y="86"/>
                    <a:pt x="42" y="93"/>
                  </a:cubicBezTo>
                  <a:cubicBezTo>
                    <a:pt x="41" y="94"/>
                    <a:pt x="40" y="96"/>
                    <a:pt x="40" y="97"/>
                  </a:cubicBezTo>
                  <a:cubicBezTo>
                    <a:pt x="34" y="105"/>
                    <a:pt x="31" y="115"/>
                    <a:pt x="26" y="124"/>
                  </a:cubicBezTo>
                  <a:cubicBezTo>
                    <a:pt x="23" y="130"/>
                    <a:pt x="20" y="137"/>
                    <a:pt x="16" y="143"/>
                  </a:cubicBezTo>
                  <a:cubicBezTo>
                    <a:pt x="14" y="147"/>
                    <a:pt x="11" y="148"/>
                    <a:pt x="7" y="147"/>
                  </a:cubicBezTo>
                  <a:cubicBezTo>
                    <a:pt x="4" y="147"/>
                    <a:pt x="2" y="145"/>
                    <a:pt x="0" y="142"/>
                  </a:cubicBezTo>
                  <a:close/>
                  <a:moveTo>
                    <a:pt x="14" y="34"/>
                  </a:moveTo>
                  <a:cubicBezTo>
                    <a:pt x="16" y="34"/>
                    <a:pt x="18" y="35"/>
                    <a:pt x="19" y="36"/>
                  </a:cubicBezTo>
                  <a:cubicBezTo>
                    <a:pt x="21" y="36"/>
                    <a:pt x="22" y="37"/>
                    <a:pt x="23" y="37"/>
                  </a:cubicBezTo>
                  <a:cubicBezTo>
                    <a:pt x="25" y="37"/>
                    <a:pt x="26" y="38"/>
                    <a:pt x="26" y="40"/>
                  </a:cubicBezTo>
                  <a:cubicBezTo>
                    <a:pt x="26" y="42"/>
                    <a:pt x="26" y="44"/>
                    <a:pt x="26" y="47"/>
                  </a:cubicBezTo>
                  <a:cubicBezTo>
                    <a:pt x="26" y="49"/>
                    <a:pt x="25" y="55"/>
                    <a:pt x="26" y="55"/>
                  </a:cubicBezTo>
                  <a:cubicBezTo>
                    <a:pt x="27" y="55"/>
                    <a:pt x="29" y="49"/>
                    <a:pt x="30" y="47"/>
                  </a:cubicBezTo>
                  <a:cubicBezTo>
                    <a:pt x="31" y="45"/>
                    <a:pt x="32" y="42"/>
                    <a:pt x="35" y="41"/>
                  </a:cubicBezTo>
                  <a:cubicBezTo>
                    <a:pt x="40" y="40"/>
                    <a:pt x="45" y="37"/>
                    <a:pt x="48" y="33"/>
                  </a:cubicBezTo>
                  <a:cubicBezTo>
                    <a:pt x="51" y="30"/>
                    <a:pt x="53" y="27"/>
                    <a:pt x="51" y="23"/>
                  </a:cubicBezTo>
                  <a:cubicBezTo>
                    <a:pt x="49" y="17"/>
                    <a:pt x="46" y="11"/>
                    <a:pt x="39" y="9"/>
                  </a:cubicBezTo>
                  <a:cubicBezTo>
                    <a:pt x="36" y="8"/>
                    <a:pt x="33" y="7"/>
                    <a:pt x="29" y="7"/>
                  </a:cubicBezTo>
                  <a:cubicBezTo>
                    <a:pt x="25" y="7"/>
                    <a:pt x="20" y="7"/>
                    <a:pt x="16" y="8"/>
                  </a:cubicBezTo>
                  <a:cubicBezTo>
                    <a:pt x="13" y="9"/>
                    <a:pt x="11" y="9"/>
                    <a:pt x="10" y="12"/>
                  </a:cubicBezTo>
                  <a:cubicBezTo>
                    <a:pt x="9" y="14"/>
                    <a:pt x="8" y="17"/>
                    <a:pt x="7" y="19"/>
                  </a:cubicBezTo>
                  <a:cubicBezTo>
                    <a:pt x="5" y="24"/>
                    <a:pt x="8" y="33"/>
                    <a:pt x="14" y="3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2" name="Freeform 61"/>
            <p:cNvSpPr>
              <a:spLocks noEditPoints="1"/>
            </p:cNvSpPr>
            <p:nvPr/>
          </p:nvSpPr>
          <p:spPr bwMode="auto">
            <a:xfrm>
              <a:off x="-1695450" y="-1049338"/>
              <a:ext cx="127000" cy="174625"/>
            </a:xfrm>
            <a:custGeom>
              <a:avLst/>
              <a:gdLst>
                <a:gd name="T0" fmla="*/ 81 w 167"/>
                <a:gd name="T1" fmla="*/ 122 h 228"/>
                <a:gd name="T2" fmla="*/ 96 w 167"/>
                <a:gd name="T3" fmla="*/ 130 h 228"/>
                <a:gd name="T4" fmla="*/ 82 w 167"/>
                <a:gd name="T5" fmla="*/ 167 h 228"/>
                <a:gd name="T6" fmla="*/ 99 w 167"/>
                <a:gd name="T7" fmla="*/ 175 h 228"/>
                <a:gd name="T8" fmla="*/ 87 w 167"/>
                <a:gd name="T9" fmla="*/ 195 h 228"/>
                <a:gd name="T10" fmla="*/ 84 w 167"/>
                <a:gd name="T11" fmla="*/ 216 h 228"/>
                <a:gd name="T12" fmla="*/ 110 w 167"/>
                <a:gd name="T13" fmla="*/ 210 h 228"/>
                <a:gd name="T14" fmla="*/ 150 w 167"/>
                <a:gd name="T15" fmla="*/ 201 h 228"/>
                <a:gd name="T16" fmla="*/ 161 w 167"/>
                <a:gd name="T17" fmla="*/ 197 h 228"/>
                <a:gd name="T18" fmla="*/ 163 w 167"/>
                <a:gd name="T19" fmla="*/ 174 h 228"/>
                <a:gd name="T20" fmla="*/ 124 w 167"/>
                <a:gd name="T21" fmla="*/ 178 h 228"/>
                <a:gd name="T22" fmla="*/ 121 w 167"/>
                <a:gd name="T23" fmla="*/ 159 h 228"/>
                <a:gd name="T24" fmla="*/ 138 w 167"/>
                <a:gd name="T25" fmla="*/ 128 h 228"/>
                <a:gd name="T26" fmla="*/ 114 w 167"/>
                <a:gd name="T27" fmla="*/ 133 h 228"/>
                <a:gd name="T28" fmla="*/ 118 w 167"/>
                <a:gd name="T29" fmla="*/ 112 h 228"/>
                <a:gd name="T30" fmla="*/ 136 w 167"/>
                <a:gd name="T31" fmla="*/ 85 h 228"/>
                <a:gd name="T32" fmla="*/ 147 w 167"/>
                <a:gd name="T33" fmla="*/ 25 h 228"/>
                <a:gd name="T34" fmla="*/ 112 w 167"/>
                <a:gd name="T35" fmla="*/ 1 h 228"/>
                <a:gd name="T36" fmla="*/ 97 w 167"/>
                <a:gd name="T37" fmla="*/ 5 h 228"/>
                <a:gd name="T38" fmla="*/ 66 w 167"/>
                <a:gd name="T39" fmla="*/ 46 h 228"/>
                <a:gd name="T40" fmla="*/ 83 w 167"/>
                <a:gd name="T41" fmla="*/ 53 h 228"/>
                <a:gd name="T42" fmla="*/ 116 w 167"/>
                <a:gd name="T43" fmla="*/ 21 h 228"/>
                <a:gd name="T44" fmla="*/ 131 w 167"/>
                <a:gd name="T45" fmla="*/ 46 h 228"/>
                <a:gd name="T46" fmla="*/ 115 w 167"/>
                <a:gd name="T47" fmla="*/ 89 h 228"/>
                <a:gd name="T48" fmla="*/ 111 w 167"/>
                <a:gd name="T49" fmla="*/ 76 h 228"/>
                <a:gd name="T50" fmla="*/ 123 w 167"/>
                <a:gd name="T51" fmla="*/ 53 h 228"/>
                <a:gd name="T52" fmla="*/ 103 w 167"/>
                <a:gd name="T53" fmla="*/ 49 h 228"/>
                <a:gd name="T54" fmla="*/ 89 w 167"/>
                <a:gd name="T55" fmla="*/ 59 h 228"/>
                <a:gd name="T56" fmla="*/ 81 w 167"/>
                <a:gd name="T57" fmla="*/ 80 h 228"/>
                <a:gd name="T58" fmla="*/ 79 w 167"/>
                <a:gd name="T59" fmla="*/ 81 h 228"/>
                <a:gd name="T60" fmla="*/ 59 w 167"/>
                <a:gd name="T61" fmla="*/ 102 h 228"/>
                <a:gd name="T62" fmla="*/ 84 w 167"/>
                <a:gd name="T63" fmla="*/ 87 h 228"/>
                <a:gd name="T64" fmla="*/ 89 w 167"/>
                <a:gd name="T65" fmla="*/ 102 h 228"/>
                <a:gd name="T66" fmla="*/ 82 w 167"/>
                <a:gd name="T67" fmla="*/ 88 h 228"/>
                <a:gd name="T68" fmla="*/ 7 w 167"/>
                <a:gd name="T69" fmla="*/ 103 h 228"/>
                <a:gd name="T70" fmla="*/ 33 w 167"/>
                <a:gd name="T71" fmla="*/ 100 h 228"/>
                <a:gd name="T72" fmla="*/ 40 w 167"/>
                <a:gd name="T73" fmla="*/ 123 h 228"/>
                <a:gd name="T74" fmla="*/ 10 w 167"/>
                <a:gd name="T75" fmla="*/ 157 h 228"/>
                <a:gd name="T76" fmla="*/ 32 w 167"/>
                <a:gd name="T77" fmla="*/ 185 h 228"/>
                <a:gd name="T78" fmla="*/ 42 w 167"/>
                <a:gd name="T79" fmla="*/ 226 h 228"/>
                <a:gd name="T80" fmla="*/ 61 w 167"/>
                <a:gd name="T81" fmla="*/ 185 h 228"/>
                <a:gd name="T82" fmla="*/ 67 w 167"/>
                <a:gd name="T83" fmla="*/ 143 h 228"/>
                <a:gd name="T84" fmla="*/ 66 w 167"/>
                <a:gd name="T85" fmla="*/ 139 h 228"/>
                <a:gd name="T86" fmla="*/ 48 w 167"/>
                <a:gd name="T87" fmla="*/ 197 h 228"/>
                <a:gd name="T88" fmla="*/ 46 w 167"/>
                <a:gd name="T89" fmla="*/ 191 h 228"/>
                <a:gd name="T90" fmla="*/ 53 w 167"/>
                <a:gd name="T91" fmla="*/ 137 h 228"/>
                <a:gd name="T92" fmla="*/ 46 w 167"/>
                <a:gd name="T93" fmla="*/ 110 h 228"/>
                <a:gd name="T94" fmla="*/ 52 w 167"/>
                <a:gd name="T95" fmla="*/ 68 h 228"/>
                <a:gd name="T96" fmla="*/ 22 w 167"/>
                <a:gd name="T97" fmla="*/ 71 h 228"/>
                <a:gd name="T98" fmla="*/ 1 w 167"/>
                <a:gd name="T99" fmla="*/ 95 h 228"/>
                <a:gd name="T100" fmla="*/ 34 w 167"/>
                <a:gd name="T101" fmla="*/ 162 h 228"/>
                <a:gd name="T102" fmla="*/ 33 w 167"/>
                <a:gd name="T103" fmla="*/ 146 h 228"/>
                <a:gd name="T104" fmla="*/ 35 w 167"/>
                <a:gd name="T105" fmla="*/ 160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67" h="228">
                  <a:moveTo>
                    <a:pt x="62" y="112"/>
                  </a:moveTo>
                  <a:cubicBezTo>
                    <a:pt x="65" y="117"/>
                    <a:pt x="69" y="122"/>
                    <a:pt x="76" y="122"/>
                  </a:cubicBezTo>
                  <a:cubicBezTo>
                    <a:pt x="77" y="122"/>
                    <a:pt x="79" y="123"/>
                    <a:pt x="81" y="122"/>
                  </a:cubicBezTo>
                  <a:cubicBezTo>
                    <a:pt x="82" y="121"/>
                    <a:pt x="83" y="122"/>
                    <a:pt x="84" y="123"/>
                  </a:cubicBezTo>
                  <a:cubicBezTo>
                    <a:pt x="85" y="127"/>
                    <a:pt x="88" y="128"/>
                    <a:pt x="92" y="128"/>
                  </a:cubicBezTo>
                  <a:cubicBezTo>
                    <a:pt x="95" y="127"/>
                    <a:pt x="96" y="128"/>
                    <a:pt x="96" y="130"/>
                  </a:cubicBezTo>
                  <a:cubicBezTo>
                    <a:pt x="97" y="133"/>
                    <a:pt x="97" y="137"/>
                    <a:pt x="97" y="140"/>
                  </a:cubicBezTo>
                  <a:cubicBezTo>
                    <a:pt x="97" y="144"/>
                    <a:pt x="96" y="148"/>
                    <a:pt x="92" y="151"/>
                  </a:cubicBezTo>
                  <a:cubicBezTo>
                    <a:pt x="87" y="155"/>
                    <a:pt x="85" y="161"/>
                    <a:pt x="82" y="167"/>
                  </a:cubicBezTo>
                  <a:cubicBezTo>
                    <a:pt x="81" y="169"/>
                    <a:pt x="82" y="170"/>
                    <a:pt x="83" y="171"/>
                  </a:cubicBezTo>
                  <a:cubicBezTo>
                    <a:pt x="87" y="173"/>
                    <a:pt x="91" y="174"/>
                    <a:pt x="96" y="173"/>
                  </a:cubicBezTo>
                  <a:cubicBezTo>
                    <a:pt x="98" y="173"/>
                    <a:pt x="98" y="173"/>
                    <a:pt x="99" y="175"/>
                  </a:cubicBezTo>
                  <a:cubicBezTo>
                    <a:pt x="99" y="178"/>
                    <a:pt x="99" y="180"/>
                    <a:pt x="100" y="183"/>
                  </a:cubicBezTo>
                  <a:cubicBezTo>
                    <a:pt x="100" y="185"/>
                    <a:pt x="99" y="187"/>
                    <a:pt x="98" y="188"/>
                  </a:cubicBezTo>
                  <a:cubicBezTo>
                    <a:pt x="94" y="191"/>
                    <a:pt x="90" y="192"/>
                    <a:pt x="87" y="195"/>
                  </a:cubicBezTo>
                  <a:cubicBezTo>
                    <a:pt x="86" y="196"/>
                    <a:pt x="84" y="197"/>
                    <a:pt x="83" y="199"/>
                  </a:cubicBezTo>
                  <a:cubicBezTo>
                    <a:pt x="80" y="203"/>
                    <a:pt x="79" y="209"/>
                    <a:pt x="82" y="212"/>
                  </a:cubicBezTo>
                  <a:cubicBezTo>
                    <a:pt x="82" y="213"/>
                    <a:pt x="83" y="215"/>
                    <a:pt x="84" y="216"/>
                  </a:cubicBezTo>
                  <a:cubicBezTo>
                    <a:pt x="85" y="219"/>
                    <a:pt x="88" y="221"/>
                    <a:pt x="91" y="220"/>
                  </a:cubicBezTo>
                  <a:cubicBezTo>
                    <a:pt x="93" y="219"/>
                    <a:pt x="96" y="218"/>
                    <a:pt x="98" y="217"/>
                  </a:cubicBezTo>
                  <a:cubicBezTo>
                    <a:pt x="102" y="214"/>
                    <a:pt x="106" y="212"/>
                    <a:pt x="110" y="210"/>
                  </a:cubicBezTo>
                  <a:cubicBezTo>
                    <a:pt x="113" y="208"/>
                    <a:pt x="116" y="207"/>
                    <a:pt x="119" y="205"/>
                  </a:cubicBezTo>
                  <a:cubicBezTo>
                    <a:pt x="126" y="202"/>
                    <a:pt x="134" y="199"/>
                    <a:pt x="142" y="200"/>
                  </a:cubicBezTo>
                  <a:cubicBezTo>
                    <a:pt x="145" y="200"/>
                    <a:pt x="148" y="201"/>
                    <a:pt x="150" y="201"/>
                  </a:cubicBezTo>
                  <a:cubicBezTo>
                    <a:pt x="151" y="201"/>
                    <a:pt x="152" y="202"/>
                    <a:pt x="153" y="201"/>
                  </a:cubicBezTo>
                  <a:cubicBezTo>
                    <a:pt x="156" y="200"/>
                    <a:pt x="157" y="199"/>
                    <a:pt x="159" y="198"/>
                  </a:cubicBezTo>
                  <a:cubicBezTo>
                    <a:pt x="160" y="198"/>
                    <a:pt x="161" y="197"/>
                    <a:pt x="161" y="197"/>
                  </a:cubicBezTo>
                  <a:cubicBezTo>
                    <a:pt x="162" y="194"/>
                    <a:pt x="163" y="192"/>
                    <a:pt x="164" y="189"/>
                  </a:cubicBezTo>
                  <a:cubicBezTo>
                    <a:pt x="165" y="186"/>
                    <a:pt x="165" y="183"/>
                    <a:pt x="166" y="180"/>
                  </a:cubicBezTo>
                  <a:cubicBezTo>
                    <a:pt x="167" y="177"/>
                    <a:pt x="166" y="175"/>
                    <a:pt x="163" y="174"/>
                  </a:cubicBezTo>
                  <a:cubicBezTo>
                    <a:pt x="161" y="173"/>
                    <a:pt x="158" y="173"/>
                    <a:pt x="156" y="173"/>
                  </a:cubicBezTo>
                  <a:cubicBezTo>
                    <a:pt x="152" y="173"/>
                    <a:pt x="148" y="172"/>
                    <a:pt x="144" y="173"/>
                  </a:cubicBezTo>
                  <a:cubicBezTo>
                    <a:pt x="137" y="174"/>
                    <a:pt x="131" y="177"/>
                    <a:pt x="124" y="178"/>
                  </a:cubicBezTo>
                  <a:cubicBezTo>
                    <a:pt x="123" y="179"/>
                    <a:pt x="122" y="178"/>
                    <a:pt x="122" y="177"/>
                  </a:cubicBezTo>
                  <a:cubicBezTo>
                    <a:pt x="120" y="176"/>
                    <a:pt x="120" y="174"/>
                    <a:pt x="119" y="172"/>
                  </a:cubicBezTo>
                  <a:cubicBezTo>
                    <a:pt x="118" y="167"/>
                    <a:pt x="117" y="163"/>
                    <a:pt x="121" y="159"/>
                  </a:cubicBezTo>
                  <a:cubicBezTo>
                    <a:pt x="124" y="155"/>
                    <a:pt x="128" y="151"/>
                    <a:pt x="133" y="148"/>
                  </a:cubicBezTo>
                  <a:cubicBezTo>
                    <a:pt x="138" y="144"/>
                    <a:pt x="142" y="137"/>
                    <a:pt x="138" y="130"/>
                  </a:cubicBezTo>
                  <a:cubicBezTo>
                    <a:pt x="138" y="129"/>
                    <a:pt x="138" y="129"/>
                    <a:pt x="138" y="128"/>
                  </a:cubicBezTo>
                  <a:cubicBezTo>
                    <a:pt x="137" y="125"/>
                    <a:pt x="134" y="123"/>
                    <a:pt x="131" y="124"/>
                  </a:cubicBezTo>
                  <a:cubicBezTo>
                    <a:pt x="128" y="125"/>
                    <a:pt x="125" y="127"/>
                    <a:pt x="122" y="128"/>
                  </a:cubicBezTo>
                  <a:cubicBezTo>
                    <a:pt x="119" y="129"/>
                    <a:pt x="117" y="131"/>
                    <a:pt x="114" y="133"/>
                  </a:cubicBezTo>
                  <a:cubicBezTo>
                    <a:pt x="112" y="134"/>
                    <a:pt x="111" y="134"/>
                    <a:pt x="111" y="132"/>
                  </a:cubicBezTo>
                  <a:cubicBezTo>
                    <a:pt x="111" y="129"/>
                    <a:pt x="110" y="126"/>
                    <a:pt x="110" y="124"/>
                  </a:cubicBezTo>
                  <a:cubicBezTo>
                    <a:pt x="110" y="118"/>
                    <a:pt x="113" y="114"/>
                    <a:pt x="118" y="112"/>
                  </a:cubicBezTo>
                  <a:cubicBezTo>
                    <a:pt x="125" y="111"/>
                    <a:pt x="128" y="107"/>
                    <a:pt x="129" y="101"/>
                  </a:cubicBezTo>
                  <a:cubicBezTo>
                    <a:pt x="130" y="99"/>
                    <a:pt x="130" y="98"/>
                    <a:pt x="131" y="96"/>
                  </a:cubicBezTo>
                  <a:cubicBezTo>
                    <a:pt x="132" y="92"/>
                    <a:pt x="135" y="89"/>
                    <a:pt x="136" y="85"/>
                  </a:cubicBezTo>
                  <a:cubicBezTo>
                    <a:pt x="138" y="80"/>
                    <a:pt x="140" y="75"/>
                    <a:pt x="142" y="70"/>
                  </a:cubicBezTo>
                  <a:cubicBezTo>
                    <a:pt x="144" y="60"/>
                    <a:pt x="146" y="50"/>
                    <a:pt x="148" y="40"/>
                  </a:cubicBezTo>
                  <a:cubicBezTo>
                    <a:pt x="148" y="35"/>
                    <a:pt x="148" y="30"/>
                    <a:pt x="147" y="25"/>
                  </a:cubicBezTo>
                  <a:cubicBezTo>
                    <a:pt x="146" y="21"/>
                    <a:pt x="144" y="17"/>
                    <a:pt x="141" y="14"/>
                  </a:cubicBezTo>
                  <a:cubicBezTo>
                    <a:pt x="138" y="9"/>
                    <a:pt x="134" y="4"/>
                    <a:pt x="128" y="2"/>
                  </a:cubicBezTo>
                  <a:cubicBezTo>
                    <a:pt x="123" y="0"/>
                    <a:pt x="117" y="0"/>
                    <a:pt x="112" y="1"/>
                  </a:cubicBezTo>
                  <a:cubicBezTo>
                    <a:pt x="112" y="1"/>
                    <a:pt x="111" y="1"/>
                    <a:pt x="110" y="1"/>
                  </a:cubicBezTo>
                  <a:cubicBezTo>
                    <a:pt x="109" y="2"/>
                    <a:pt x="107" y="2"/>
                    <a:pt x="105" y="3"/>
                  </a:cubicBezTo>
                  <a:cubicBezTo>
                    <a:pt x="102" y="4"/>
                    <a:pt x="100" y="4"/>
                    <a:pt x="97" y="5"/>
                  </a:cubicBezTo>
                  <a:cubicBezTo>
                    <a:pt x="89" y="10"/>
                    <a:pt x="82" y="17"/>
                    <a:pt x="76" y="24"/>
                  </a:cubicBezTo>
                  <a:cubicBezTo>
                    <a:pt x="73" y="29"/>
                    <a:pt x="70" y="33"/>
                    <a:pt x="68" y="39"/>
                  </a:cubicBezTo>
                  <a:cubicBezTo>
                    <a:pt x="68" y="41"/>
                    <a:pt x="66" y="43"/>
                    <a:pt x="66" y="46"/>
                  </a:cubicBezTo>
                  <a:cubicBezTo>
                    <a:pt x="65" y="49"/>
                    <a:pt x="66" y="52"/>
                    <a:pt x="68" y="53"/>
                  </a:cubicBezTo>
                  <a:cubicBezTo>
                    <a:pt x="70" y="53"/>
                    <a:pt x="72" y="54"/>
                    <a:pt x="75" y="54"/>
                  </a:cubicBezTo>
                  <a:cubicBezTo>
                    <a:pt x="78" y="54"/>
                    <a:pt x="80" y="54"/>
                    <a:pt x="83" y="53"/>
                  </a:cubicBezTo>
                  <a:cubicBezTo>
                    <a:pt x="85" y="52"/>
                    <a:pt x="87" y="51"/>
                    <a:pt x="88" y="50"/>
                  </a:cubicBezTo>
                  <a:cubicBezTo>
                    <a:pt x="91" y="46"/>
                    <a:pt x="94" y="42"/>
                    <a:pt x="97" y="38"/>
                  </a:cubicBezTo>
                  <a:cubicBezTo>
                    <a:pt x="102" y="31"/>
                    <a:pt x="108" y="25"/>
                    <a:pt x="116" y="21"/>
                  </a:cubicBezTo>
                  <a:cubicBezTo>
                    <a:pt x="120" y="20"/>
                    <a:pt x="122" y="20"/>
                    <a:pt x="125" y="23"/>
                  </a:cubicBezTo>
                  <a:cubicBezTo>
                    <a:pt x="128" y="26"/>
                    <a:pt x="130" y="30"/>
                    <a:pt x="131" y="35"/>
                  </a:cubicBezTo>
                  <a:cubicBezTo>
                    <a:pt x="131" y="38"/>
                    <a:pt x="131" y="42"/>
                    <a:pt x="131" y="46"/>
                  </a:cubicBezTo>
                  <a:cubicBezTo>
                    <a:pt x="130" y="52"/>
                    <a:pt x="129" y="58"/>
                    <a:pt x="128" y="64"/>
                  </a:cubicBezTo>
                  <a:cubicBezTo>
                    <a:pt x="127" y="70"/>
                    <a:pt x="125" y="76"/>
                    <a:pt x="123" y="82"/>
                  </a:cubicBezTo>
                  <a:cubicBezTo>
                    <a:pt x="122" y="86"/>
                    <a:pt x="119" y="89"/>
                    <a:pt x="115" y="89"/>
                  </a:cubicBezTo>
                  <a:cubicBezTo>
                    <a:pt x="114" y="89"/>
                    <a:pt x="113" y="89"/>
                    <a:pt x="112" y="90"/>
                  </a:cubicBezTo>
                  <a:cubicBezTo>
                    <a:pt x="110" y="90"/>
                    <a:pt x="109" y="89"/>
                    <a:pt x="109" y="87"/>
                  </a:cubicBezTo>
                  <a:cubicBezTo>
                    <a:pt x="109" y="84"/>
                    <a:pt x="109" y="80"/>
                    <a:pt x="111" y="76"/>
                  </a:cubicBezTo>
                  <a:cubicBezTo>
                    <a:pt x="114" y="73"/>
                    <a:pt x="117" y="69"/>
                    <a:pt x="120" y="66"/>
                  </a:cubicBezTo>
                  <a:cubicBezTo>
                    <a:pt x="121" y="65"/>
                    <a:pt x="121" y="64"/>
                    <a:pt x="122" y="63"/>
                  </a:cubicBezTo>
                  <a:cubicBezTo>
                    <a:pt x="122" y="60"/>
                    <a:pt x="122" y="56"/>
                    <a:pt x="123" y="53"/>
                  </a:cubicBezTo>
                  <a:cubicBezTo>
                    <a:pt x="123" y="52"/>
                    <a:pt x="122" y="51"/>
                    <a:pt x="122" y="51"/>
                  </a:cubicBezTo>
                  <a:cubicBezTo>
                    <a:pt x="117" y="48"/>
                    <a:pt x="112" y="45"/>
                    <a:pt x="106" y="49"/>
                  </a:cubicBezTo>
                  <a:cubicBezTo>
                    <a:pt x="105" y="50"/>
                    <a:pt x="104" y="50"/>
                    <a:pt x="103" y="49"/>
                  </a:cubicBezTo>
                  <a:cubicBezTo>
                    <a:pt x="100" y="47"/>
                    <a:pt x="94" y="47"/>
                    <a:pt x="91" y="50"/>
                  </a:cubicBezTo>
                  <a:cubicBezTo>
                    <a:pt x="90" y="52"/>
                    <a:pt x="90" y="54"/>
                    <a:pt x="89" y="56"/>
                  </a:cubicBezTo>
                  <a:cubicBezTo>
                    <a:pt x="89" y="57"/>
                    <a:pt x="88" y="59"/>
                    <a:pt x="89" y="59"/>
                  </a:cubicBezTo>
                  <a:cubicBezTo>
                    <a:pt x="90" y="61"/>
                    <a:pt x="89" y="62"/>
                    <a:pt x="88" y="63"/>
                  </a:cubicBezTo>
                  <a:cubicBezTo>
                    <a:pt x="87" y="64"/>
                    <a:pt x="86" y="66"/>
                    <a:pt x="85" y="67"/>
                  </a:cubicBezTo>
                  <a:cubicBezTo>
                    <a:pt x="82" y="71"/>
                    <a:pt x="80" y="75"/>
                    <a:pt x="81" y="80"/>
                  </a:cubicBezTo>
                  <a:cubicBezTo>
                    <a:pt x="81" y="81"/>
                    <a:pt x="81" y="82"/>
                    <a:pt x="81" y="83"/>
                  </a:cubicBezTo>
                  <a:cubicBezTo>
                    <a:pt x="80" y="83"/>
                    <a:pt x="80" y="83"/>
                    <a:pt x="80" y="83"/>
                  </a:cubicBezTo>
                  <a:cubicBezTo>
                    <a:pt x="80" y="82"/>
                    <a:pt x="79" y="82"/>
                    <a:pt x="79" y="81"/>
                  </a:cubicBezTo>
                  <a:cubicBezTo>
                    <a:pt x="76" y="75"/>
                    <a:pt x="72" y="73"/>
                    <a:pt x="66" y="73"/>
                  </a:cubicBezTo>
                  <a:cubicBezTo>
                    <a:pt x="61" y="73"/>
                    <a:pt x="54" y="78"/>
                    <a:pt x="55" y="85"/>
                  </a:cubicBezTo>
                  <a:cubicBezTo>
                    <a:pt x="56" y="91"/>
                    <a:pt x="57" y="96"/>
                    <a:pt x="59" y="102"/>
                  </a:cubicBezTo>
                  <a:cubicBezTo>
                    <a:pt x="60" y="105"/>
                    <a:pt x="61" y="109"/>
                    <a:pt x="62" y="112"/>
                  </a:cubicBezTo>
                  <a:close/>
                  <a:moveTo>
                    <a:pt x="82" y="87"/>
                  </a:moveTo>
                  <a:cubicBezTo>
                    <a:pt x="83" y="86"/>
                    <a:pt x="83" y="87"/>
                    <a:pt x="84" y="87"/>
                  </a:cubicBezTo>
                  <a:cubicBezTo>
                    <a:pt x="86" y="89"/>
                    <a:pt x="88" y="90"/>
                    <a:pt x="91" y="91"/>
                  </a:cubicBezTo>
                  <a:cubicBezTo>
                    <a:pt x="92" y="91"/>
                    <a:pt x="93" y="93"/>
                    <a:pt x="93" y="93"/>
                  </a:cubicBezTo>
                  <a:cubicBezTo>
                    <a:pt x="92" y="96"/>
                    <a:pt x="91" y="99"/>
                    <a:pt x="89" y="102"/>
                  </a:cubicBezTo>
                  <a:cubicBezTo>
                    <a:pt x="89" y="102"/>
                    <a:pt x="89" y="103"/>
                    <a:pt x="88" y="103"/>
                  </a:cubicBezTo>
                  <a:cubicBezTo>
                    <a:pt x="88" y="103"/>
                    <a:pt x="87" y="102"/>
                    <a:pt x="87" y="102"/>
                  </a:cubicBezTo>
                  <a:cubicBezTo>
                    <a:pt x="86" y="97"/>
                    <a:pt x="84" y="93"/>
                    <a:pt x="82" y="88"/>
                  </a:cubicBezTo>
                  <a:cubicBezTo>
                    <a:pt x="82" y="88"/>
                    <a:pt x="82" y="88"/>
                    <a:pt x="82" y="88"/>
                  </a:cubicBezTo>
                  <a:cubicBezTo>
                    <a:pt x="82" y="87"/>
                    <a:pt x="82" y="87"/>
                    <a:pt x="82" y="87"/>
                  </a:cubicBezTo>
                  <a:close/>
                  <a:moveTo>
                    <a:pt x="7" y="103"/>
                  </a:moveTo>
                  <a:cubicBezTo>
                    <a:pt x="8" y="103"/>
                    <a:pt x="9" y="104"/>
                    <a:pt x="10" y="105"/>
                  </a:cubicBezTo>
                  <a:cubicBezTo>
                    <a:pt x="13" y="109"/>
                    <a:pt x="20" y="110"/>
                    <a:pt x="24" y="107"/>
                  </a:cubicBezTo>
                  <a:cubicBezTo>
                    <a:pt x="27" y="104"/>
                    <a:pt x="30" y="102"/>
                    <a:pt x="33" y="100"/>
                  </a:cubicBezTo>
                  <a:cubicBezTo>
                    <a:pt x="34" y="98"/>
                    <a:pt x="35" y="98"/>
                    <a:pt x="36" y="100"/>
                  </a:cubicBezTo>
                  <a:cubicBezTo>
                    <a:pt x="37" y="102"/>
                    <a:pt x="37" y="104"/>
                    <a:pt x="38" y="107"/>
                  </a:cubicBezTo>
                  <a:cubicBezTo>
                    <a:pt x="38" y="112"/>
                    <a:pt x="39" y="118"/>
                    <a:pt x="40" y="123"/>
                  </a:cubicBezTo>
                  <a:cubicBezTo>
                    <a:pt x="40" y="127"/>
                    <a:pt x="38" y="129"/>
                    <a:pt x="35" y="129"/>
                  </a:cubicBezTo>
                  <a:cubicBezTo>
                    <a:pt x="31" y="130"/>
                    <a:pt x="28" y="131"/>
                    <a:pt x="25" y="133"/>
                  </a:cubicBezTo>
                  <a:cubicBezTo>
                    <a:pt x="17" y="139"/>
                    <a:pt x="13" y="147"/>
                    <a:pt x="10" y="157"/>
                  </a:cubicBezTo>
                  <a:cubicBezTo>
                    <a:pt x="8" y="163"/>
                    <a:pt x="8" y="168"/>
                    <a:pt x="12" y="174"/>
                  </a:cubicBezTo>
                  <a:cubicBezTo>
                    <a:pt x="17" y="180"/>
                    <a:pt x="22" y="183"/>
                    <a:pt x="30" y="182"/>
                  </a:cubicBezTo>
                  <a:cubicBezTo>
                    <a:pt x="31" y="182"/>
                    <a:pt x="32" y="183"/>
                    <a:pt x="32" y="185"/>
                  </a:cubicBezTo>
                  <a:cubicBezTo>
                    <a:pt x="31" y="192"/>
                    <a:pt x="30" y="199"/>
                    <a:pt x="30" y="207"/>
                  </a:cubicBezTo>
                  <a:cubicBezTo>
                    <a:pt x="29" y="211"/>
                    <a:pt x="29" y="216"/>
                    <a:pt x="31" y="220"/>
                  </a:cubicBezTo>
                  <a:cubicBezTo>
                    <a:pt x="33" y="225"/>
                    <a:pt x="38" y="228"/>
                    <a:pt x="42" y="226"/>
                  </a:cubicBezTo>
                  <a:cubicBezTo>
                    <a:pt x="44" y="225"/>
                    <a:pt x="45" y="223"/>
                    <a:pt x="47" y="221"/>
                  </a:cubicBezTo>
                  <a:cubicBezTo>
                    <a:pt x="53" y="214"/>
                    <a:pt x="56" y="205"/>
                    <a:pt x="58" y="195"/>
                  </a:cubicBezTo>
                  <a:cubicBezTo>
                    <a:pt x="59" y="192"/>
                    <a:pt x="60" y="189"/>
                    <a:pt x="61" y="185"/>
                  </a:cubicBezTo>
                  <a:cubicBezTo>
                    <a:pt x="62" y="180"/>
                    <a:pt x="63" y="175"/>
                    <a:pt x="64" y="170"/>
                  </a:cubicBezTo>
                  <a:cubicBezTo>
                    <a:pt x="65" y="165"/>
                    <a:pt x="66" y="157"/>
                    <a:pt x="66" y="156"/>
                  </a:cubicBezTo>
                  <a:cubicBezTo>
                    <a:pt x="66" y="152"/>
                    <a:pt x="67" y="148"/>
                    <a:pt x="67" y="143"/>
                  </a:cubicBezTo>
                  <a:cubicBezTo>
                    <a:pt x="67" y="142"/>
                    <a:pt x="68" y="140"/>
                    <a:pt x="68" y="139"/>
                  </a:cubicBezTo>
                  <a:cubicBezTo>
                    <a:pt x="68" y="138"/>
                    <a:pt x="68" y="136"/>
                    <a:pt x="67" y="136"/>
                  </a:cubicBezTo>
                  <a:cubicBezTo>
                    <a:pt x="66" y="136"/>
                    <a:pt x="66" y="138"/>
                    <a:pt x="66" y="139"/>
                  </a:cubicBezTo>
                  <a:cubicBezTo>
                    <a:pt x="64" y="146"/>
                    <a:pt x="62" y="154"/>
                    <a:pt x="60" y="161"/>
                  </a:cubicBezTo>
                  <a:cubicBezTo>
                    <a:pt x="58" y="167"/>
                    <a:pt x="57" y="173"/>
                    <a:pt x="55" y="179"/>
                  </a:cubicBezTo>
                  <a:cubicBezTo>
                    <a:pt x="53" y="185"/>
                    <a:pt x="52" y="191"/>
                    <a:pt x="48" y="197"/>
                  </a:cubicBezTo>
                  <a:cubicBezTo>
                    <a:pt x="47" y="197"/>
                    <a:pt x="47" y="198"/>
                    <a:pt x="46" y="198"/>
                  </a:cubicBezTo>
                  <a:cubicBezTo>
                    <a:pt x="46" y="197"/>
                    <a:pt x="45" y="196"/>
                    <a:pt x="45" y="196"/>
                  </a:cubicBezTo>
                  <a:cubicBezTo>
                    <a:pt x="45" y="194"/>
                    <a:pt x="46" y="193"/>
                    <a:pt x="46" y="191"/>
                  </a:cubicBezTo>
                  <a:cubicBezTo>
                    <a:pt x="47" y="187"/>
                    <a:pt x="48" y="182"/>
                    <a:pt x="48" y="178"/>
                  </a:cubicBezTo>
                  <a:cubicBezTo>
                    <a:pt x="50" y="171"/>
                    <a:pt x="51" y="164"/>
                    <a:pt x="52" y="156"/>
                  </a:cubicBezTo>
                  <a:cubicBezTo>
                    <a:pt x="53" y="150"/>
                    <a:pt x="53" y="144"/>
                    <a:pt x="53" y="137"/>
                  </a:cubicBezTo>
                  <a:cubicBezTo>
                    <a:pt x="53" y="134"/>
                    <a:pt x="52" y="131"/>
                    <a:pt x="49" y="128"/>
                  </a:cubicBezTo>
                  <a:cubicBezTo>
                    <a:pt x="49" y="127"/>
                    <a:pt x="48" y="126"/>
                    <a:pt x="48" y="125"/>
                  </a:cubicBezTo>
                  <a:cubicBezTo>
                    <a:pt x="47" y="120"/>
                    <a:pt x="47" y="115"/>
                    <a:pt x="46" y="110"/>
                  </a:cubicBezTo>
                  <a:cubicBezTo>
                    <a:pt x="45" y="104"/>
                    <a:pt x="46" y="98"/>
                    <a:pt x="47" y="93"/>
                  </a:cubicBezTo>
                  <a:cubicBezTo>
                    <a:pt x="48" y="90"/>
                    <a:pt x="49" y="87"/>
                    <a:pt x="51" y="84"/>
                  </a:cubicBezTo>
                  <a:cubicBezTo>
                    <a:pt x="53" y="79"/>
                    <a:pt x="53" y="73"/>
                    <a:pt x="52" y="68"/>
                  </a:cubicBezTo>
                  <a:cubicBezTo>
                    <a:pt x="51" y="65"/>
                    <a:pt x="49" y="62"/>
                    <a:pt x="45" y="62"/>
                  </a:cubicBezTo>
                  <a:cubicBezTo>
                    <a:pt x="42" y="61"/>
                    <a:pt x="39" y="61"/>
                    <a:pt x="35" y="63"/>
                  </a:cubicBezTo>
                  <a:cubicBezTo>
                    <a:pt x="31" y="66"/>
                    <a:pt x="27" y="68"/>
                    <a:pt x="22" y="71"/>
                  </a:cubicBezTo>
                  <a:cubicBezTo>
                    <a:pt x="19" y="73"/>
                    <a:pt x="15" y="76"/>
                    <a:pt x="11" y="78"/>
                  </a:cubicBezTo>
                  <a:cubicBezTo>
                    <a:pt x="9" y="81"/>
                    <a:pt x="6" y="83"/>
                    <a:pt x="3" y="86"/>
                  </a:cubicBezTo>
                  <a:cubicBezTo>
                    <a:pt x="1" y="88"/>
                    <a:pt x="0" y="92"/>
                    <a:pt x="1" y="95"/>
                  </a:cubicBezTo>
                  <a:cubicBezTo>
                    <a:pt x="2" y="98"/>
                    <a:pt x="4" y="101"/>
                    <a:pt x="7" y="103"/>
                  </a:cubicBezTo>
                  <a:close/>
                  <a:moveTo>
                    <a:pt x="35" y="160"/>
                  </a:moveTo>
                  <a:cubicBezTo>
                    <a:pt x="34" y="161"/>
                    <a:pt x="34" y="161"/>
                    <a:pt x="34" y="162"/>
                  </a:cubicBezTo>
                  <a:cubicBezTo>
                    <a:pt x="33" y="164"/>
                    <a:pt x="32" y="166"/>
                    <a:pt x="30" y="165"/>
                  </a:cubicBezTo>
                  <a:cubicBezTo>
                    <a:pt x="28" y="165"/>
                    <a:pt x="26" y="162"/>
                    <a:pt x="26" y="160"/>
                  </a:cubicBezTo>
                  <a:cubicBezTo>
                    <a:pt x="26" y="154"/>
                    <a:pt x="29" y="150"/>
                    <a:pt x="33" y="146"/>
                  </a:cubicBezTo>
                  <a:cubicBezTo>
                    <a:pt x="34" y="146"/>
                    <a:pt x="35" y="146"/>
                    <a:pt x="35" y="146"/>
                  </a:cubicBezTo>
                  <a:cubicBezTo>
                    <a:pt x="35" y="148"/>
                    <a:pt x="36" y="149"/>
                    <a:pt x="35" y="151"/>
                  </a:cubicBezTo>
                  <a:cubicBezTo>
                    <a:pt x="35" y="154"/>
                    <a:pt x="35" y="157"/>
                    <a:pt x="35" y="1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3" name="Freeform 62"/>
            <p:cNvSpPr/>
            <p:nvPr/>
          </p:nvSpPr>
          <p:spPr bwMode="auto">
            <a:xfrm>
              <a:off x="-1458913" y="-1000125"/>
              <a:ext cx="100013" cy="82550"/>
            </a:xfrm>
            <a:custGeom>
              <a:avLst/>
              <a:gdLst>
                <a:gd name="T0" fmla="*/ 6 w 131"/>
                <a:gd name="T1" fmla="*/ 85 h 109"/>
                <a:gd name="T2" fmla="*/ 10 w 131"/>
                <a:gd name="T3" fmla="*/ 80 h 109"/>
                <a:gd name="T4" fmla="*/ 18 w 131"/>
                <a:gd name="T5" fmla="*/ 76 h 109"/>
                <a:gd name="T6" fmla="*/ 42 w 131"/>
                <a:gd name="T7" fmla="*/ 72 h 109"/>
                <a:gd name="T8" fmla="*/ 54 w 131"/>
                <a:gd name="T9" fmla="*/ 72 h 109"/>
                <a:gd name="T10" fmla="*/ 71 w 131"/>
                <a:gd name="T11" fmla="*/ 67 h 109"/>
                <a:gd name="T12" fmla="*/ 87 w 131"/>
                <a:gd name="T13" fmla="*/ 52 h 109"/>
                <a:gd name="T14" fmla="*/ 97 w 131"/>
                <a:gd name="T15" fmla="*/ 37 h 109"/>
                <a:gd name="T16" fmla="*/ 91 w 131"/>
                <a:gd name="T17" fmla="*/ 38 h 109"/>
                <a:gd name="T18" fmla="*/ 77 w 131"/>
                <a:gd name="T19" fmla="*/ 42 h 109"/>
                <a:gd name="T20" fmla="*/ 60 w 131"/>
                <a:gd name="T21" fmla="*/ 41 h 109"/>
                <a:gd name="T22" fmla="*/ 51 w 131"/>
                <a:gd name="T23" fmla="*/ 25 h 109"/>
                <a:gd name="T24" fmla="*/ 58 w 131"/>
                <a:gd name="T25" fmla="*/ 16 h 109"/>
                <a:gd name="T26" fmla="*/ 77 w 131"/>
                <a:gd name="T27" fmla="*/ 7 h 109"/>
                <a:gd name="T28" fmla="*/ 103 w 131"/>
                <a:gd name="T29" fmla="*/ 2 h 109"/>
                <a:gd name="T30" fmla="*/ 118 w 131"/>
                <a:gd name="T31" fmla="*/ 10 h 109"/>
                <a:gd name="T32" fmla="*/ 123 w 131"/>
                <a:gd name="T33" fmla="*/ 23 h 109"/>
                <a:gd name="T34" fmla="*/ 124 w 131"/>
                <a:gd name="T35" fmla="*/ 27 h 109"/>
                <a:gd name="T36" fmla="*/ 122 w 131"/>
                <a:gd name="T37" fmla="*/ 36 h 109"/>
                <a:gd name="T38" fmla="*/ 112 w 131"/>
                <a:gd name="T39" fmla="*/ 53 h 109"/>
                <a:gd name="T40" fmla="*/ 97 w 131"/>
                <a:gd name="T41" fmla="*/ 70 h 109"/>
                <a:gd name="T42" fmla="*/ 95 w 131"/>
                <a:gd name="T43" fmla="*/ 73 h 109"/>
                <a:gd name="T44" fmla="*/ 98 w 131"/>
                <a:gd name="T45" fmla="*/ 73 h 109"/>
                <a:gd name="T46" fmla="*/ 112 w 131"/>
                <a:gd name="T47" fmla="*/ 75 h 109"/>
                <a:gd name="T48" fmla="*/ 118 w 131"/>
                <a:gd name="T49" fmla="*/ 73 h 109"/>
                <a:gd name="T50" fmla="*/ 127 w 131"/>
                <a:gd name="T51" fmla="*/ 76 h 109"/>
                <a:gd name="T52" fmla="*/ 131 w 131"/>
                <a:gd name="T53" fmla="*/ 92 h 109"/>
                <a:gd name="T54" fmla="*/ 125 w 131"/>
                <a:gd name="T55" fmla="*/ 104 h 109"/>
                <a:gd name="T56" fmla="*/ 115 w 131"/>
                <a:gd name="T57" fmla="*/ 108 h 109"/>
                <a:gd name="T58" fmla="*/ 108 w 131"/>
                <a:gd name="T59" fmla="*/ 105 h 109"/>
                <a:gd name="T60" fmla="*/ 100 w 131"/>
                <a:gd name="T61" fmla="*/ 103 h 109"/>
                <a:gd name="T62" fmla="*/ 44 w 131"/>
                <a:gd name="T63" fmla="*/ 104 h 109"/>
                <a:gd name="T64" fmla="*/ 21 w 131"/>
                <a:gd name="T65" fmla="*/ 107 h 109"/>
                <a:gd name="T66" fmla="*/ 11 w 131"/>
                <a:gd name="T67" fmla="*/ 105 h 109"/>
                <a:gd name="T68" fmla="*/ 6 w 131"/>
                <a:gd name="T69" fmla="*/ 85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31" h="109">
                  <a:moveTo>
                    <a:pt x="6" y="85"/>
                  </a:moveTo>
                  <a:cubicBezTo>
                    <a:pt x="8" y="84"/>
                    <a:pt x="9" y="82"/>
                    <a:pt x="10" y="80"/>
                  </a:cubicBezTo>
                  <a:cubicBezTo>
                    <a:pt x="12" y="77"/>
                    <a:pt x="15" y="76"/>
                    <a:pt x="18" y="76"/>
                  </a:cubicBezTo>
                  <a:cubicBezTo>
                    <a:pt x="26" y="75"/>
                    <a:pt x="34" y="73"/>
                    <a:pt x="42" y="72"/>
                  </a:cubicBezTo>
                  <a:cubicBezTo>
                    <a:pt x="46" y="72"/>
                    <a:pt x="50" y="72"/>
                    <a:pt x="54" y="72"/>
                  </a:cubicBezTo>
                  <a:cubicBezTo>
                    <a:pt x="60" y="71"/>
                    <a:pt x="66" y="71"/>
                    <a:pt x="71" y="67"/>
                  </a:cubicBezTo>
                  <a:cubicBezTo>
                    <a:pt x="77" y="63"/>
                    <a:pt x="82" y="58"/>
                    <a:pt x="87" y="52"/>
                  </a:cubicBezTo>
                  <a:cubicBezTo>
                    <a:pt x="90" y="48"/>
                    <a:pt x="98" y="38"/>
                    <a:pt x="97" y="37"/>
                  </a:cubicBezTo>
                  <a:cubicBezTo>
                    <a:pt x="96" y="36"/>
                    <a:pt x="92" y="37"/>
                    <a:pt x="91" y="38"/>
                  </a:cubicBezTo>
                  <a:cubicBezTo>
                    <a:pt x="85" y="39"/>
                    <a:pt x="83" y="41"/>
                    <a:pt x="77" y="42"/>
                  </a:cubicBezTo>
                  <a:cubicBezTo>
                    <a:pt x="72" y="43"/>
                    <a:pt x="65" y="45"/>
                    <a:pt x="60" y="41"/>
                  </a:cubicBezTo>
                  <a:cubicBezTo>
                    <a:pt x="55" y="37"/>
                    <a:pt x="52" y="31"/>
                    <a:pt x="51" y="25"/>
                  </a:cubicBezTo>
                  <a:cubicBezTo>
                    <a:pt x="51" y="21"/>
                    <a:pt x="54" y="18"/>
                    <a:pt x="58" y="16"/>
                  </a:cubicBezTo>
                  <a:cubicBezTo>
                    <a:pt x="64" y="13"/>
                    <a:pt x="70" y="9"/>
                    <a:pt x="77" y="7"/>
                  </a:cubicBezTo>
                  <a:cubicBezTo>
                    <a:pt x="85" y="3"/>
                    <a:pt x="94" y="0"/>
                    <a:pt x="103" y="2"/>
                  </a:cubicBezTo>
                  <a:cubicBezTo>
                    <a:pt x="109" y="3"/>
                    <a:pt x="114" y="6"/>
                    <a:pt x="118" y="10"/>
                  </a:cubicBezTo>
                  <a:cubicBezTo>
                    <a:pt x="122" y="13"/>
                    <a:pt x="123" y="18"/>
                    <a:pt x="123" y="23"/>
                  </a:cubicBezTo>
                  <a:cubicBezTo>
                    <a:pt x="123" y="24"/>
                    <a:pt x="123" y="26"/>
                    <a:pt x="124" y="27"/>
                  </a:cubicBezTo>
                  <a:cubicBezTo>
                    <a:pt x="124" y="30"/>
                    <a:pt x="123" y="33"/>
                    <a:pt x="122" y="36"/>
                  </a:cubicBezTo>
                  <a:cubicBezTo>
                    <a:pt x="121" y="38"/>
                    <a:pt x="116" y="47"/>
                    <a:pt x="112" y="53"/>
                  </a:cubicBezTo>
                  <a:cubicBezTo>
                    <a:pt x="108" y="58"/>
                    <a:pt x="101" y="66"/>
                    <a:pt x="97" y="70"/>
                  </a:cubicBezTo>
                  <a:cubicBezTo>
                    <a:pt x="96" y="71"/>
                    <a:pt x="94" y="72"/>
                    <a:pt x="95" y="73"/>
                  </a:cubicBezTo>
                  <a:cubicBezTo>
                    <a:pt x="95" y="73"/>
                    <a:pt x="97" y="73"/>
                    <a:pt x="98" y="73"/>
                  </a:cubicBezTo>
                  <a:cubicBezTo>
                    <a:pt x="103" y="74"/>
                    <a:pt x="107" y="75"/>
                    <a:pt x="112" y="75"/>
                  </a:cubicBezTo>
                  <a:cubicBezTo>
                    <a:pt x="114" y="75"/>
                    <a:pt x="116" y="74"/>
                    <a:pt x="118" y="73"/>
                  </a:cubicBezTo>
                  <a:cubicBezTo>
                    <a:pt x="122" y="72"/>
                    <a:pt x="125" y="73"/>
                    <a:pt x="127" y="76"/>
                  </a:cubicBezTo>
                  <a:cubicBezTo>
                    <a:pt x="130" y="81"/>
                    <a:pt x="131" y="86"/>
                    <a:pt x="131" y="92"/>
                  </a:cubicBezTo>
                  <a:cubicBezTo>
                    <a:pt x="130" y="96"/>
                    <a:pt x="128" y="100"/>
                    <a:pt x="125" y="104"/>
                  </a:cubicBezTo>
                  <a:cubicBezTo>
                    <a:pt x="121" y="108"/>
                    <a:pt x="119" y="109"/>
                    <a:pt x="115" y="108"/>
                  </a:cubicBezTo>
                  <a:cubicBezTo>
                    <a:pt x="113" y="108"/>
                    <a:pt x="111" y="105"/>
                    <a:pt x="108" y="105"/>
                  </a:cubicBezTo>
                  <a:cubicBezTo>
                    <a:pt x="106" y="104"/>
                    <a:pt x="103" y="103"/>
                    <a:pt x="100" y="103"/>
                  </a:cubicBezTo>
                  <a:cubicBezTo>
                    <a:pt x="87" y="101"/>
                    <a:pt x="50" y="104"/>
                    <a:pt x="44" y="104"/>
                  </a:cubicBezTo>
                  <a:cubicBezTo>
                    <a:pt x="41" y="105"/>
                    <a:pt x="29" y="106"/>
                    <a:pt x="21" y="107"/>
                  </a:cubicBezTo>
                  <a:cubicBezTo>
                    <a:pt x="18" y="107"/>
                    <a:pt x="14" y="106"/>
                    <a:pt x="11" y="105"/>
                  </a:cubicBezTo>
                  <a:cubicBezTo>
                    <a:pt x="4" y="103"/>
                    <a:pt x="0" y="92"/>
                    <a:pt x="6" y="8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4" name="Freeform 63"/>
            <p:cNvSpPr/>
            <p:nvPr/>
          </p:nvSpPr>
          <p:spPr bwMode="auto">
            <a:xfrm>
              <a:off x="-1271588" y="-927100"/>
              <a:ext cx="134938" cy="142875"/>
            </a:xfrm>
            <a:custGeom>
              <a:avLst/>
              <a:gdLst>
                <a:gd name="T0" fmla="*/ 1 w 177"/>
                <a:gd name="T1" fmla="*/ 99 h 188"/>
                <a:gd name="T2" fmla="*/ 0 w 177"/>
                <a:gd name="T3" fmla="*/ 97 h 188"/>
                <a:gd name="T4" fmla="*/ 40 w 177"/>
                <a:gd name="T5" fmla="*/ 95 h 188"/>
                <a:gd name="T6" fmla="*/ 81 w 177"/>
                <a:gd name="T7" fmla="*/ 80 h 188"/>
                <a:gd name="T8" fmla="*/ 98 w 177"/>
                <a:gd name="T9" fmla="*/ 69 h 188"/>
                <a:gd name="T10" fmla="*/ 90 w 177"/>
                <a:gd name="T11" fmla="*/ 66 h 188"/>
                <a:gd name="T12" fmla="*/ 78 w 177"/>
                <a:gd name="T13" fmla="*/ 60 h 188"/>
                <a:gd name="T14" fmla="*/ 71 w 177"/>
                <a:gd name="T15" fmla="*/ 52 h 188"/>
                <a:gd name="T16" fmla="*/ 70 w 177"/>
                <a:gd name="T17" fmla="*/ 50 h 188"/>
                <a:gd name="T18" fmla="*/ 73 w 177"/>
                <a:gd name="T19" fmla="*/ 39 h 188"/>
                <a:gd name="T20" fmla="*/ 75 w 177"/>
                <a:gd name="T21" fmla="*/ 36 h 188"/>
                <a:gd name="T22" fmla="*/ 90 w 177"/>
                <a:gd name="T23" fmla="*/ 35 h 188"/>
                <a:gd name="T24" fmla="*/ 109 w 177"/>
                <a:gd name="T25" fmla="*/ 42 h 188"/>
                <a:gd name="T26" fmla="*/ 119 w 177"/>
                <a:gd name="T27" fmla="*/ 45 h 188"/>
                <a:gd name="T28" fmla="*/ 127 w 177"/>
                <a:gd name="T29" fmla="*/ 43 h 188"/>
                <a:gd name="T30" fmla="*/ 146 w 177"/>
                <a:gd name="T31" fmla="*/ 20 h 188"/>
                <a:gd name="T32" fmla="*/ 153 w 177"/>
                <a:gd name="T33" fmla="*/ 9 h 188"/>
                <a:gd name="T34" fmla="*/ 166 w 177"/>
                <a:gd name="T35" fmla="*/ 1 h 188"/>
                <a:gd name="T36" fmla="*/ 173 w 177"/>
                <a:gd name="T37" fmla="*/ 5 h 188"/>
                <a:gd name="T38" fmla="*/ 177 w 177"/>
                <a:gd name="T39" fmla="*/ 19 h 188"/>
                <a:gd name="T40" fmla="*/ 175 w 177"/>
                <a:gd name="T41" fmla="*/ 24 h 188"/>
                <a:gd name="T42" fmla="*/ 164 w 177"/>
                <a:gd name="T43" fmla="*/ 39 h 188"/>
                <a:gd name="T44" fmla="*/ 154 w 177"/>
                <a:gd name="T45" fmla="*/ 51 h 188"/>
                <a:gd name="T46" fmla="*/ 153 w 177"/>
                <a:gd name="T47" fmla="*/ 53 h 188"/>
                <a:gd name="T48" fmla="*/ 155 w 177"/>
                <a:gd name="T49" fmla="*/ 53 h 188"/>
                <a:gd name="T50" fmla="*/ 164 w 177"/>
                <a:gd name="T51" fmla="*/ 55 h 188"/>
                <a:gd name="T52" fmla="*/ 172 w 177"/>
                <a:gd name="T53" fmla="*/ 67 h 188"/>
                <a:gd name="T54" fmla="*/ 171 w 177"/>
                <a:gd name="T55" fmla="*/ 71 h 188"/>
                <a:gd name="T56" fmla="*/ 167 w 177"/>
                <a:gd name="T57" fmla="*/ 75 h 188"/>
                <a:gd name="T58" fmla="*/ 164 w 177"/>
                <a:gd name="T59" fmla="*/ 77 h 188"/>
                <a:gd name="T60" fmla="*/ 158 w 177"/>
                <a:gd name="T61" fmla="*/ 81 h 188"/>
                <a:gd name="T62" fmla="*/ 146 w 177"/>
                <a:gd name="T63" fmla="*/ 82 h 188"/>
                <a:gd name="T64" fmla="*/ 130 w 177"/>
                <a:gd name="T65" fmla="*/ 77 h 188"/>
                <a:gd name="T66" fmla="*/ 121 w 177"/>
                <a:gd name="T67" fmla="*/ 81 h 188"/>
                <a:gd name="T68" fmla="*/ 115 w 177"/>
                <a:gd name="T69" fmla="*/ 85 h 188"/>
                <a:gd name="T70" fmla="*/ 111 w 177"/>
                <a:gd name="T71" fmla="*/ 92 h 188"/>
                <a:gd name="T72" fmla="*/ 112 w 177"/>
                <a:gd name="T73" fmla="*/ 116 h 188"/>
                <a:gd name="T74" fmla="*/ 115 w 177"/>
                <a:gd name="T75" fmla="*/ 135 h 188"/>
                <a:gd name="T76" fmla="*/ 120 w 177"/>
                <a:gd name="T77" fmla="*/ 155 h 188"/>
                <a:gd name="T78" fmla="*/ 125 w 177"/>
                <a:gd name="T79" fmla="*/ 169 h 188"/>
                <a:gd name="T80" fmla="*/ 132 w 177"/>
                <a:gd name="T81" fmla="*/ 181 h 188"/>
                <a:gd name="T82" fmla="*/ 128 w 177"/>
                <a:gd name="T83" fmla="*/ 184 h 188"/>
                <a:gd name="T84" fmla="*/ 124 w 177"/>
                <a:gd name="T85" fmla="*/ 186 h 188"/>
                <a:gd name="T86" fmla="*/ 119 w 177"/>
                <a:gd name="T87" fmla="*/ 187 h 188"/>
                <a:gd name="T88" fmla="*/ 115 w 177"/>
                <a:gd name="T89" fmla="*/ 188 h 188"/>
                <a:gd name="T90" fmla="*/ 105 w 177"/>
                <a:gd name="T91" fmla="*/ 183 h 188"/>
                <a:gd name="T92" fmla="*/ 101 w 177"/>
                <a:gd name="T93" fmla="*/ 179 h 188"/>
                <a:gd name="T94" fmla="*/ 94 w 177"/>
                <a:gd name="T95" fmla="*/ 171 h 188"/>
                <a:gd name="T96" fmla="*/ 88 w 177"/>
                <a:gd name="T97" fmla="*/ 162 h 188"/>
                <a:gd name="T98" fmla="*/ 86 w 177"/>
                <a:gd name="T99" fmla="*/ 148 h 188"/>
                <a:gd name="T100" fmla="*/ 87 w 177"/>
                <a:gd name="T101" fmla="*/ 137 h 188"/>
                <a:gd name="T102" fmla="*/ 89 w 177"/>
                <a:gd name="T103" fmla="*/ 121 h 188"/>
                <a:gd name="T104" fmla="*/ 91 w 177"/>
                <a:gd name="T105" fmla="*/ 101 h 188"/>
                <a:gd name="T106" fmla="*/ 89 w 177"/>
                <a:gd name="T107" fmla="*/ 100 h 188"/>
                <a:gd name="T108" fmla="*/ 69 w 177"/>
                <a:gd name="T109" fmla="*/ 108 h 188"/>
                <a:gd name="T110" fmla="*/ 51 w 177"/>
                <a:gd name="T111" fmla="*/ 112 h 188"/>
                <a:gd name="T112" fmla="*/ 18 w 177"/>
                <a:gd name="T113" fmla="*/ 110 h 188"/>
                <a:gd name="T114" fmla="*/ 9 w 177"/>
                <a:gd name="T115" fmla="*/ 105 h 188"/>
                <a:gd name="T116" fmla="*/ 1 w 177"/>
                <a:gd name="T117" fmla="*/ 99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77" h="188">
                  <a:moveTo>
                    <a:pt x="1" y="99"/>
                  </a:moveTo>
                  <a:cubicBezTo>
                    <a:pt x="0" y="97"/>
                    <a:pt x="0" y="97"/>
                    <a:pt x="0" y="97"/>
                  </a:cubicBezTo>
                  <a:cubicBezTo>
                    <a:pt x="3" y="96"/>
                    <a:pt x="16" y="101"/>
                    <a:pt x="40" y="95"/>
                  </a:cubicBezTo>
                  <a:cubicBezTo>
                    <a:pt x="60" y="91"/>
                    <a:pt x="71" y="85"/>
                    <a:pt x="81" y="80"/>
                  </a:cubicBezTo>
                  <a:cubicBezTo>
                    <a:pt x="89" y="75"/>
                    <a:pt x="97" y="70"/>
                    <a:pt x="98" y="69"/>
                  </a:cubicBezTo>
                  <a:cubicBezTo>
                    <a:pt x="96" y="68"/>
                    <a:pt x="92" y="67"/>
                    <a:pt x="90" y="66"/>
                  </a:cubicBezTo>
                  <a:cubicBezTo>
                    <a:pt x="86" y="64"/>
                    <a:pt x="82" y="62"/>
                    <a:pt x="78" y="60"/>
                  </a:cubicBezTo>
                  <a:cubicBezTo>
                    <a:pt x="75" y="58"/>
                    <a:pt x="72" y="56"/>
                    <a:pt x="71" y="52"/>
                  </a:cubicBezTo>
                  <a:cubicBezTo>
                    <a:pt x="70" y="52"/>
                    <a:pt x="70" y="51"/>
                    <a:pt x="70" y="50"/>
                  </a:cubicBezTo>
                  <a:cubicBezTo>
                    <a:pt x="71" y="47"/>
                    <a:pt x="72" y="43"/>
                    <a:pt x="73" y="39"/>
                  </a:cubicBezTo>
                  <a:cubicBezTo>
                    <a:pt x="73" y="38"/>
                    <a:pt x="74" y="37"/>
                    <a:pt x="75" y="36"/>
                  </a:cubicBezTo>
                  <a:cubicBezTo>
                    <a:pt x="79" y="32"/>
                    <a:pt x="85" y="32"/>
                    <a:pt x="90" y="35"/>
                  </a:cubicBezTo>
                  <a:cubicBezTo>
                    <a:pt x="96" y="39"/>
                    <a:pt x="103" y="41"/>
                    <a:pt x="109" y="42"/>
                  </a:cubicBezTo>
                  <a:cubicBezTo>
                    <a:pt x="113" y="43"/>
                    <a:pt x="116" y="44"/>
                    <a:pt x="119" y="45"/>
                  </a:cubicBezTo>
                  <a:cubicBezTo>
                    <a:pt x="122" y="46"/>
                    <a:pt x="125" y="45"/>
                    <a:pt x="127" y="43"/>
                  </a:cubicBezTo>
                  <a:cubicBezTo>
                    <a:pt x="134" y="36"/>
                    <a:pt x="140" y="28"/>
                    <a:pt x="146" y="20"/>
                  </a:cubicBezTo>
                  <a:cubicBezTo>
                    <a:pt x="148" y="17"/>
                    <a:pt x="151" y="13"/>
                    <a:pt x="153" y="9"/>
                  </a:cubicBezTo>
                  <a:cubicBezTo>
                    <a:pt x="155" y="3"/>
                    <a:pt x="161" y="2"/>
                    <a:pt x="166" y="1"/>
                  </a:cubicBezTo>
                  <a:cubicBezTo>
                    <a:pt x="169" y="0"/>
                    <a:pt x="171" y="2"/>
                    <a:pt x="173" y="5"/>
                  </a:cubicBezTo>
                  <a:cubicBezTo>
                    <a:pt x="176" y="9"/>
                    <a:pt x="177" y="14"/>
                    <a:pt x="177" y="19"/>
                  </a:cubicBezTo>
                  <a:cubicBezTo>
                    <a:pt x="177" y="21"/>
                    <a:pt x="176" y="23"/>
                    <a:pt x="175" y="24"/>
                  </a:cubicBezTo>
                  <a:cubicBezTo>
                    <a:pt x="172" y="29"/>
                    <a:pt x="168" y="34"/>
                    <a:pt x="164" y="39"/>
                  </a:cubicBezTo>
                  <a:cubicBezTo>
                    <a:pt x="161" y="43"/>
                    <a:pt x="157" y="47"/>
                    <a:pt x="154" y="51"/>
                  </a:cubicBezTo>
                  <a:cubicBezTo>
                    <a:pt x="153" y="51"/>
                    <a:pt x="152" y="53"/>
                    <a:pt x="153" y="53"/>
                  </a:cubicBezTo>
                  <a:cubicBezTo>
                    <a:pt x="153" y="54"/>
                    <a:pt x="154" y="54"/>
                    <a:pt x="155" y="53"/>
                  </a:cubicBezTo>
                  <a:cubicBezTo>
                    <a:pt x="158" y="52"/>
                    <a:pt x="161" y="54"/>
                    <a:pt x="164" y="55"/>
                  </a:cubicBezTo>
                  <a:cubicBezTo>
                    <a:pt x="168" y="58"/>
                    <a:pt x="170" y="62"/>
                    <a:pt x="172" y="67"/>
                  </a:cubicBezTo>
                  <a:cubicBezTo>
                    <a:pt x="174" y="69"/>
                    <a:pt x="173" y="70"/>
                    <a:pt x="171" y="71"/>
                  </a:cubicBezTo>
                  <a:cubicBezTo>
                    <a:pt x="170" y="72"/>
                    <a:pt x="169" y="74"/>
                    <a:pt x="167" y="75"/>
                  </a:cubicBezTo>
                  <a:cubicBezTo>
                    <a:pt x="167" y="76"/>
                    <a:pt x="165" y="76"/>
                    <a:pt x="164" y="77"/>
                  </a:cubicBezTo>
                  <a:cubicBezTo>
                    <a:pt x="162" y="78"/>
                    <a:pt x="160" y="79"/>
                    <a:pt x="158" y="81"/>
                  </a:cubicBezTo>
                  <a:cubicBezTo>
                    <a:pt x="154" y="83"/>
                    <a:pt x="149" y="84"/>
                    <a:pt x="146" y="82"/>
                  </a:cubicBezTo>
                  <a:cubicBezTo>
                    <a:pt x="141" y="78"/>
                    <a:pt x="136" y="78"/>
                    <a:pt x="130" y="77"/>
                  </a:cubicBezTo>
                  <a:cubicBezTo>
                    <a:pt x="126" y="76"/>
                    <a:pt x="124" y="79"/>
                    <a:pt x="121" y="81"/>
                  </a:cubicBezTo>
                  <a:cubicBezTo>
                    <a:pt x="119" y="83"/>
                    <a:pt x="117" y="84"/>
                    <a:pt x="115" y="85"/>
                  </a:cubicBezTo>
                  <a:cubicBezTo>
                    <a:pt x="113" y="86"/>
                    <a:pt x="110" y="88"/>
                    <a:pt x="111" y="92"/>
                  </a:cubicBezTo>
                  <a:cubicBezTo>
                    <a:pt x="111" y="98"/>
                    <a:pt x="111" y="108"/>
                    <a:pt x="112" y="116"/>
                  </a:cubicBezTo>
                  <a:cubicBezTo>
                    <a:pt x="113" y="122"/>
                    <a:pt x="114" y="129"/>
                    <a:pt x="115" y="135"/>
                  </a:cubicBezTo>
                  <a:cubicBezTo>
                    <a:pt x="116" y="142"/>
                    <a:pt x="117" y="148"/>
                    <a:pt x="120" y="155"/>
                  </a:cubicBezTo>
                  <a:cubicBezTo>
                    <a:pt x="122" y="160"/>
                    <a:pt x="123" y="163"/>
                    <a:pt x="125" y="169"/>
                  </a:cubicBezTo>
                  <a:cubicBezTo>
                    <a:pt x="130" y="178"/>
                    <a:pt x="132" y="181"/>
                    <a:pt x="132" y="181"/>
                  </a:cubicBezTo>
                  <a:cubicBezTo>
                    <a:pt x="132" y="182"/>
                    <a:pt x="131" y="183"/>
                    <a:pt x="128" y="184"/>
                  </a:cubicBezTo>
                  <a:cubicBezTo>
                    <a:pt x="126" y="185"/>
                    <a:pt x="125" y="185"/>
                    <a:pt x="124" y="186"/>
                  </a:cubicBezTo>
                  <a:cubicBezTo>
                    <a:pt x="122" y="186"/>
                    <a:pt x="120" y="186"/>
                    <a:pt x="119" y="187"/>
                  </a:cubicBezTo>
                  <a:cubicBezTo>
                    <a:pt x="118" y="187"/>
                    <a:pt x="118" y="187"/>
                    <a:pt x="115" y="188"/>
                  </a:cubicBezTo>
                  <a:cubicBezTo>
                    <a:pt x="113" y="188"/>
                    <a:pt x="108" y="185"/>
                    <a:pt x="105" y="183"/>
                  </a:cubicBezTo>
                  <a:cubicBezTo>
                    <a:pt x="104" y="181"/>
                    <a:pt x="103" y="181"/>
                    <a:pt x="101" y="179"/>
                  </a:cubicBezTo>
                  <a:cubicBezTo>
                    <a:pt x="98" y="176"/>
                    <a:pt x="96" y="174"/>
                    <a:pt x="94" y="171"/>
                  </a:cubicBezTo>
                  <a:cubicBezTo>
                    <a:pt x="92" y="168"/>
                    <a:pt x="90" y="165"/>
                    <a:pt x="88" y="162"/>
                  </a:cubicBezTo>
                  <a:cubicBezTo>
                    <a:pt x="85" y="158"/>
                    <a:pt x="85" y="153"/>
                    <a:pt x="86" y="148"/>
                  </a:cubicBezTo>
                  <a:cubicBezTo>
                    <a:pt x="87" y="144"/>
                    <a:pt x="86" y="141"/>
                    <a:pt x="87" y="137"/>
                  </a:cubicBezTo>
                  <a:cubicBezTo>
                    <a:pt x="87" y="131"/>
                    <a:pt x="88" y="126"/>
                    <a:pt x="89" y="121"/>
                  </a:cubicBezTo>
                  <a:cubicBezTo>
                    <a:pt x="90" y="114"/>
                    <a:pt x="91" y="108"/>
                    <a:pt x="91" y="101"/>
                  </a:cubicBezTo>
                  <a:cubicBezTo>
                    <a:pt x="92" y="99"/>
                    <a:pt x="91" y="99"/>
                    <a:pt x="89" y="100"/>
                  </a:cubicBezTo>
                  <a:cubicBezTo>
                    <a:pt x="82" y="102"/>
                    <a:pt x="75" y="105"/>
                    <a:pt x="69" y="108"/>
                  </a:cubicBezTo>
                  <a:cubicBezTo>
                    <a:pt x="67" y="108"/>
                    <a:pt x="58" y="111"/>
                    <a:pt x="51" y="112"/>
                  </a:cubicBezTo>
                  <a:cubicBezTo>
                    <a:pt x="40" y="113"/>
                    <a:pt x="22" y="112"/>
                    <a:pt x="18" y="110"/>
                  </a:cubicBezTo>
                  <a:cubicBezTo>
                    <a:pt x="15" y="109"/>
                    <a:pt x="12" y="107"/>
                    <a:pt x="9" y="105"/>
                  </a:cubicBezTo>
                  <a:cubicBezTo>
                    <a:pt x="8" y="104"/>
                    <a:pt x="3" y="100"/>
                    <a:pt x="1" y="9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68" name="标题 1"/>
          <p:cNvSpPr>
            <a:spLocks noGrp="1"/>
          </p:cNvSpPr>
          <p:nvPr>
            <p:ph type="title"/>
          </p:nvPr>
        </p:nvSpPr>
        <p:spPr>
          <a:xfrm>
            <a:off x="485775" y="366907"/>
            <a:ext cx="4783090" cy="672105"/>
          </a:xfrm>
        </p:spPr>
        <p:txBody>
          <a:bodyPr>
            <a:noAutofit/>
          </a:bodyPr>
          <a:lstStyle>
            <a:lvl1pPr>
              <a:defRPr sz="2800">
                <a:solidFill>
                  <a:srgbClr val="8F1E8C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8FF3F-82D0-46F3-A3A1-0B82FBD73DBA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2AD1C-DCAB-4D2E-9343-4B9973E32E2A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65" name="直接连接符 64"/>
          <p:cNvCxnSpPr/>
          <p:nvPr userDrawn="1"/>
        </p:nvCxnSpPr>
        <p:spPr>
          <a:xfrm>
            <a:off x="485775" y="961331"/>
            <a:ext cx="11220450" cy="0"/>
          </a:xfrm>
          <a:prstGeom prst="line">
            <a:avLst/>
          </a:prstGeom>
          <a:ln w="38100">
            <a:solidFill>
              <a:srgbClr val="891D8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组合 4"/>
          <p:cNvGrpSpPr/>
          <p:nvPr userDrawn="1"/>
        </p:nvGrpSpPr>
        <p:grpSpPr>
          <a:xfrm>
            <a:off x="8762206" y="251214"/>
            <a:ext cx="2934494" cy="675437"/>
            <a:chOff x="-2189163" y="-1093788"/>
            <a:chExt cx="5924551" cy="1363663"/>
          </a:xfrm>
          <a:solidFill>
            <a:srgbClr val="891D86"/>
          </a:solidFill>
        </p:grpSpPr>
        <p:sp>
          <p:nvSpPr>
            <p:cNvPr id="6" name="Freeform 5"/>
            <p:cNvSpPr/>
            <p:nvPr/>
          </p:nvSpPr>
          <p:spPr bwMode="auto">
            <a:xfrm>
              <a:off x="2462212" y="-917575"/>
              <a:ext cx="571500" cy="677863"/>
            </a:xfrm>
            <a:custGeom>
              <a:avLst/>
              <a:gdLst>
                <a:gd name="T0" fmla="*/ 687 w 749"/>
                <a:gd name="T1" fmla="*/ 778 h 886"/>
                <a:gd name="T2" fmla="*/ 627 w 749"/>
                <a:gd name="T3" fmla="*/ 739 h 886"/>
                <a:gd name="T4" fmla="*/ 552 w 749"/>
                <a:gd name="T5" fmla="*/ 674 h 886"/>
                <a:gd name="T6" fmla="*/ 491 w 749"/>
                <a:gd name="T7" fmla="*/ 607 h 886"/>
                <a:gd name="T8" fmla="*/ 421 w 749"/>
                <a:gd name="T9" fmla="*/ 518 h 886"/>
                <a:gd name="T10" fmla="*/ 418 w 749"/>
                <a:gd name="T11" fmla="*/ 478 h 886"/>
                <a:gd name="T12" fmla="*/ 431 w 749"/>
                <a:gd name="T13" fmla="*/ 447 h 886"/>
                <a:gd name="T14" fmla="*/ 456 w 749"/>
                <a:gd name="T15" fmla="*/ 405 h 886"/>
                <a:gd name="T16" fmla="*/ 530 w 749"/>
                <a:gd name="T17" fmla="*/ 383 h 886"/>
                <a:gd name="T18" fmla="*/ 574 w 749"/>
                <a:gd name="T19" fmla="*/ 346 h 886"/>
                <a:gd name="T20" fmla="*/ 589 w 749"/>
                <a:gd name="T21" fmla="*/ 313 h 886"/>
                <a:gd name="T22" fmla="*/ 595 w 749"/>
                <a:gd name="T23" fmla="*/ 295 h 886"/>
                <a:gd name="T24" fmla="*/ 600 w 749"/>
                <a:gd name="T25" fmla="*/ 273 h 886"/>
                <a:gd name="T26" fmla="*/ 593 w 749"/>
                <a:gd name="T27" fmla="*/ 250 h 886"/>
                <a:gd name="T28" fmla="*/ 529 w 749"/>
                <a:gd name="T29" fmla="*/ 230 h 886"/>
                <a:gd name="T30" fmla="*/ 489 w 749"/>
                <a:gd name="T31" fmla="*/ 246 h 886"/>
                <a:gd name="T32" fmla="*/ 480 w 749"/>
                <a:gd name="T33" fmla="*/ 251 h 886"/>
                <a:gd name="T34" fmla="*/ 476 w 749"/>
                <a:gd name="T35" fmla="*/ 240 h 886"/>
                <a:gd name="T36" fmla="*/ 485 w 749"/>
                <a:gd name="T37" fmla="*/ 163 h 886"/>
                <a:gd name="T38" fmla="*/ 488 w 749"/>
                <a:gd name="T39" fmla="*/ 76 h 886"/>
                <a:gd name="T40" fmla="*/ 480 w 749"/>
                <a:gd name="T41" fmla="*/ 52 h 886"/>
                <a:gd name="T42" fmla="*/ 428 w 749"/>
                <a:gd name="T43" fmla="*/ 7 h 886"/>
                <a:gd name="T44" fmla="*/ 388 w 749"/>
                <a:gd name="T45" fmla="*/ 13 h 886"/>
                <a:gd name="T46" fmla="*/ 359 w 749"/>
                <a:gd name="T47" fmla="*/ 78 h 886"/>
                <a:gd name="T48" fmla="*/ 363 w 749"/>
                <a:gd name="T49" fmla="*/ 142 h 886"/>
                <a:gd name="T50" fmla="*/ 353 w 749"/>
                <a:gd name="T51" fmla="*/ 282 h 886"/>
                <a:gd name="T52" fmla="*/ 328 w 749"/>
                <a:gd name="T53" fmla="*/ 312 h 886"/>
                <a:gd name="T54" fmla="*/ 281 w 749"/>
                <a:gd name="T55" fmla="*/ 327 h 886"/>
                <a:gd name="T56" fmla="*/ 184 w 749"/>
                <a:gd name="T57" fmla="*/ 352 h 886"/>
                <a:gd name="T58" fmla="*/ 129 w 749"/>
                <a:gd name="T59" fmla="*/ 394 h 886"/>
                <a:gd name="T60" fmla="*/ 129 w 749"/>
                <a:gd name="T61" fmla="*/ 415 h 886"/>
                <a:gd name="T62" fmla="*/ 148 w 749"/>
                <a:gd name="T63" fmla="*/ 464 h 886"/>
                <a:gd name="T64" fmla="*/ 156 w 749"/>
                <a:gd name="T65" fmla="*/ 471 h 886"/>
                <a:gd name="T66" fmla="*/ 208 w 749"/>
                <a:gd name="T67" fmla="*/ 481 h 886"/>
                <a:gd name="T68" fmla="*/ 270 w 749"/>
                <a:gd name="T69" fmla="*/ 471 h 886"/>
                <a:gd name="T70" fmla="*/ 309 w 749"/>
                <a:gd name="T71" fmla="*/ 460 h 886"/>
                <a:gd name="T72" fmla="*/ 271 w 749"/>
                <a:gd name="T73" fmla="*/ 549 h 886"/>
                <a:gd name="T74" fmla="*/ 151 w 749"/>
                <a:gd name="T75" fmla="*/ 723 h 886"/>
                <a:gd name="T76" fmla="*/ 1 w 749"/>
                <a:gd name="T77" fmla="*/ 836 h 886"/>
                <a:gd name="T78" fmla="*/ 11 w 749"/>
                <a:gd name="T79" fmla="*/ 840 h 886"/>
                <a:gd name="T80" fmla="*/ 58 w 749"/>
                <a:gd name="T81" fmla="*/ 843 h 886"/>
                <a:gd name="T82" fmla="*/ 108 w 749"/>
                <a:gd name="T83" fmla="*/ 840 h 886"/>
                <a:gd name="T84" fmla="*/ 240 w 749"/>
                <a:gd name="T85" fmla="*/ 757 h 886"/>
                <a:gd name="T86" fmla="*/ 299 w 749"/>
                <a:gd name="T87" fmla="*/ 693 h 886"/>
                <a:gd name="T88" fmla="*/ 357 w 749"/>
                <a:gd name="T89" fmla="*/ 606 h 886"/>
                <a:gd name="T90" fmla="*/ 371 w 749"/>
                <a:gd name="T91" fmla="*/ 606 h 886"/>
                <a:gd name="T92" fmla="*/ 414 w 749"/>
                <a:gd name="T93" fmla="*/ 689 h 886"/>
                <a:gd name="T94" fmla="*/ 448 w 749"/>
                <a:gd name="T95" fmla="*/ 757 h 886"/>
                <a:gd name="T96" fmla="*/ 475 w 749"/>
                <a:gd name="T97" fmla="*/ 804 h 886"/>
                <a:gd name="T98" fmla="*/ 521 w 749"/>
                <a:gd name="T99" fmla="*/ 853 h 886"/>
                <a:gd name="T100" fmla="*/ 571 w 749"/>
                <a:gd name="T101" fmla="*/ 871 h 886"/>
                <a:gd name="T102" fmla="*/ 616 w 749"/>
                <a:gd name="T103" fmla="*/ 883 h 886"/>
                <a:gd name="T104" fmla="*/ 645 w 749"/>
                <a:gd name="T105" fmla="*/ 885 h 886"/>
                <a:gd name="T106" fmla="*/ 698 w 749"/>
                <a:gd name="T107" fmla="*/ 880 h 886"/>
                <a:gd name="T108" fmla="*/ 710 w 749"/>
                <a:gd name="T109" fmla="*/ 865 h 886"/>
                <a:gd name="T110" fmla="*/ 725 w 749"/>
                <a:gd name="T111" fmla="*/ 849 h 886"/>
                <a:gd name="T112" fmla="*/ 738 w 749"/>
                <a:gd name="T113" fmla="*/ 830 h 886"/>
                <a:gd name="T114" fmla="*/ 747 w 749"/>
                <a:gd name="T115" fmla="*/ 807 h 886"/>
                <a:gd name="T116" fmla="*/ 687 w 749"/>
                <a:gd name="T117" fmla="*/ 778 h 8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749" h="886">
                  <a:moveTo>
                    <a:pt x="687" y="778"/>
                  </a:moveTo>
                  <a:cubicBezTo>
                    <a:pt x="662" y="764"/>
                    <a:pt x="650" y="754"/>
                    <a:pt x="627" y="739"/>
                  </a:cubicBezTo>
                  <a:cubicBezTo>
                    <a:pt x="598" y="718"/>
                    <a:pt x="576" y="700"/>
                    <a:pt x="552" y="674"/>
                  </a:cubicBezTo>
                  <a:cubicBezTo>
                    <a:pt x="532" y="653"/>
                    <a:pt x="510" y="629"/>
                    <a:pt x="491" y="607"/>
                  </a:cubicBezTo>
                  <a:cubicBezTo>
                    <a:pt x="467" y="580"/>
                    <a:pt x="437" y="538"/>
                    <a:pt x="421" y="518"/>
                  </a:cubicBezTo>
                  <a:cubicBezTo>
                    <a:pt x="408" y="502"/>
                    <a:pt x="412" y="489"/>
                    <a:pt x="418" y="478"/>
                  </a:cubicBezTo>
                  <a:cubicBezTo>
                    <a:pt x="424" y="466"/>
                    <a:pt x="427" y="459"/>
                    <a:pt x="431" y="447"/>
                  </a:cubicBezTo>
                  <a:cubicBezTo>
                    <a:pt x="436" y="431"/>
                    <a:pt x="439" y="413"/>
                    <a:pt x="456" y="405"/>
                  </a:cubicBezTo>
                  <a:cubicBezTo>
                    <a:pt x="480" y="394"/>
                    <a:pt x="501" y="381"/>
                    <a:pt x="530" y="383"/>
                  </a:cubicBezTo>
                  <a:cubicBezTo>
                    <a:pt x="548" y="384"/>
                    <a:pt x="568" y="364"/>
                    <a:pt x="574" y="346"/>
                  </a:cubicBezTo>
                  <a:cubicBezTo>
                    <a:pt x="578" y="335"/>
                    <a:pt x="584" y="324"/>
                    <a:pt x="589" y="313"/>
                  </a:cubicBezTo>
                  <a:cubicBezTo>
                    <a:pt x="592" y="307"/>
                    <a:pt x="594" y="301"/>
                    <a:pt x="595" y="295"/>
                  </a:cubicBezTo>
                  <a:cubicBezTo>
                    <a:pt x="597" y="288"/>
                    <a:pt x="597" y="280"/>
                    <a:pt x="600" y="273"/>
                  </a:cubicBezTo>
                  <a:cubicBezTo>
                    <a:pt x="604" y="260"/>
                    <a:pt x="604" y="257"/>
                    <a:pt x="593" y="250"/>
                  </a:cubicBezTo>
                  <a:cubicBezTo>
                    <a:pt x="573" y="239"/>
                    <a:pt x="552" y="231"/>
                    <a:pt x="529" y="230"/>
                  </a:cubicBezTo>
                  <a:cubicBezTo>
                    <a:pt x="513" y="230"/>
                    <a:pt x="499" y="231"/>
                    <a:pt x="489" y="246"/>
                  </a:cubicBezTo>
                  <a:cubicBezTo>
                    <a:pt x="487" y="249"/>
                    <a:pt x="483" y="252"/>
                    <a:pt x="480" y="251"/>
                  </a:cubicBezTo>
                  <a:cubicBezTo>
                    <a:pt x="476" y="250"/>
                    <a:pt x="476" y="244"/>
                    <a:pt x="476" y="240"/>
                  </a:cubicBezTo>
                  <a:cubicBezTo>
                    <a:pt x="479" y="214"/>
                    <a:pt x="483" y="189"/>
                    <a:pt x="485" y="163"/>
                  </a:cubicBezTo>
                  <a:cubicBezTo>
                    <a:pt x="487" y="134"/>
                    <a:pt x="488" y="105"/>
                    <a:pt x="488" y="76"/>
                  </a:cubicBezTo>
                  <a:cubicBezTo>
                    <a:pt x="488" y="68"/>
                    <a:pt x="484" y="60"/>
                    <a:pt x="480" y="52"/>
                  </a:cubicBezTo>
                  <a:cubicBezTo>
                    <a:pt x="468" y="31"/>
                    <a:pt x="450" y="17"/>
                    <a:pt x="428" y="7"/>
                  </a:cubicBezTo>
                  <a:cubicBezTo>
                    <a:pt x="413" y="0"/>
                    <a:pt x="400" y="0"/>
                    <a:pt x="388" y="13"/>
                  </a:cubicBezTo>
                  <a:cubicBezTo>
                    <a:pt x="371" y="31"/>
                    <a:pt x="354" y="49"/>
                    <a:pt x="359" y="78"/>
                  </a:cubicBezTo>
                  <a:cubicBezTo>
                    <a:pt x="362" y="99"/>
                    <a:pt x="363" y="121"/>
                    <a:pt x="363" y="142"/>
                  </a:cubicBezTo>
                  <a:cubicBezTo>
                    <a:pt x="363" y="189"/>
                    <a:pt x="361" y="236"/>
                    <a:pt x="353" y="282"/>
                  </a:cubicBezTo>
                  <a:cubicBezTo>
                    <a:pt x="350" y="297"/>
                    <a:pt x="342" y="307"/>
                    <a:pt x="328" y="312"/>
                  </a:cubicBezTo>
                  <a:cubicBezTo>
                    <a:pt x="312" y="317"/>
                    <a:pt x="297" y="321"/>
                    <a:pt x="281" y="327"/>
                  </a:cubicBezTo>
                  <a:cubicBezTo>
                    <a:pt x="250" y="338"/>
                    <a:pt x="218" y="350"/>
                    <a:pt x="184" y="352"/>
                  </a:cubicBezTo>
                  <a:cubicBezTo>
                    <a:pt x="159" y="353"/>
                    <a:pt x="136" y="370"/>
                    <a:pt x="129" y="394"/>
                  </a:cubicBezTo>
                  <a:cubicBezTo>
                    <a:pt x="128" y="401"/>
                    <a:pt x="127" y="409"/>
                    <a:pt x="129" y="415"/>
                  </a:cubicBezTo>
                  <a:cubicBezTo>
                    <a:pt x="135" y="432"/>
                    <a:pt x="141" y="448"/>
                    <a:pt x="148" y="464"/>
                  </a:cubicBezTo>
                  <a:cubicBezTo>
                    <a:pt x="150" y="467"/>
                    <a:pt x="153" y="469"/>
                    <a:pt x="156" y="471"/>
                  </a:cubicBezTo>
                  <a:cubicBezTo>
                    <a:pt x="172" y="480"/>
                    <a:pt x="190" y="483"/>
                    <a:pt x="208" y="481"/>
                  </a:cubicBezTo>
                  <a:cubicBezTo>
                    <a:pt x="229" y="478"/>
                    <a:pt x="249" y="474"/>
                    <a:pt x="270" y="471"/>
                  </a:cubicBezTo>
                  <a:cubicBezTo>
                    <a:pt x="280" y="469"/>
                    <a:pt x="297" y="463"/>
                    <a:pt x="309" y="460"/>
                  </a:cubicBezTo>
                  <a:cubicBezTo>
                    <a:pt x="307" y="467"/>
                    <a:pt x="289" y="513"/>
                    <a:pt x="271" y="549"/>
                  </a:cubicBezTo>
                  <a:cubicBezTo>
                    <a:pt x="246" y="599"/>
                    <a:pt x="218" y="650"/>
                    <a:pt x="151" y="723"/>
                  </a:cubicBezTo>
                  <a:cubicBezTo>
                    <a:pt x="76" y="807"/>
                    <a:pt x="11" y="826"/>
                    <a:pt x="1" y="836"/>
                  </a:cubicBezTo>
                  <a:cubicBezTo>
                    <a:pt x="0" y="837"/>
                    <a:pt x="4" y="838"/>
                    <a:pt x="11" y="840"/>
                  </a:cubicBezTo>
                  <a:cubicBezTo>
                    <a:pt x="21" y="841"/>
                    <a:pt x="54" y="843"/>
                    <a:pt x="58" y="843"/>
                  </a:cubicBezTo>
                  <a:cubicBezTo>
                    <a:pt x="74" y="843"/>
                    <a:pt x="93" y="845"/>
                    <a:pt x="108" y="840"/>
                  </a:cubicBezTo>
                  <a:cubicBezTo>
                    <a:pt x="129" y="833"/>
                    <a:pt x="203" y="791"/>
                    <a:pt x="240" y="757"/>
                  </a:cubicBezTo>
                  <a:cubicBezTo>
                    <a:pt x="264" y="734"/>
                    <a:pt x="294" y="700"/>
                    <a:pt x="299" y="693"/>
                  </a:cubicBezTo>
                  <a:cubicBezTo>
                    <a:pt x="319" y="664"/>
                    <a:pt x="338" y="635"/>
                    <a:pt x="357" y="606"/>
                  </a:cubicBezTo>
                  <a:cubicBezTo>
                    <a:pt x="363" y="596"/>
                    <a:pt x="366" y="596"/>
                    <a:pt x="371" y="606"/>
                  </a:cubicBezTo>
                  <a:cubicBezTo>
                    <a:pt x="386" y="633"/>
                    <a:pt x="400" y="661"/>
                    <a:pt x="414" y="689"/>
                  </a:cubicBezTo>
                  <a:cubicBezTo>
                    <a:pt x="425" y="711"/>
                    <a:pt x="436" y="734"/>
                    <a:pt x="448" y="757"/>
                  </a:cubicBezTo>
                  <a:cubicBezTo>
                    <a:pt x="457" y="773"/>
                    <a:pt x="468" y="787"/>
                    <a:pt x="475" y="804"/>
                  </a:cubicBezTo>
                  <a:cubicBezTo>
                    <a:pt x="485" y="827"/>
                    <a:pt x="501" y="842"/>
                    <a:pt x="521" y="853"/>
                  </a:cubicBezTo>
                  <a:cubicBezTo>
                    <a:pt x="537" y="861"/>
                    <a:pt x="554" y="866"/>
                    <a:pt x="571" y="871"/>
                  </a:cubicBezTo>
                  <a:cubicBezTo>
                    <a:pt x="586" y="876"/>
                    <a:pt x="601" y="881"/>
                    <a:pt x="616" y="883"/>
                  </a:cubicBezTo>
                  <a:cubicBezTo>
                    <a:pt x="630" y="885"/>
                    <a:pt x="635" y="885"/>
                    <a:pt x="645" y="885"/>
                  </a:cubicBezTo>
                  <a:cubicBezTo>
                    <a:pt x="662" y="886"/>
                    <a:pt x="693" y="886"/>
                    <a:pt x="698" y="880"/>
                  </a:cubicBezTo>
                  <a:cubicBezTo>
                    <a:pt x="706" y="871"/>
                    <a:pt x="707" y="869"/>
                    <a:pt x="710" y="865"/>
                  </a:cubicBezTo>
                  <a:cubicBezTo>
                    <a:pt x="713" y="861"/>
                    <a:pt x="720" y="855"/>
                    <a:pt x="725" y="849"/>
                  </a:cubicBezTo>
                  <a:cubicBezTo>
                    <a:pt x="730" y="844"/>
                    <a:pt x="733" y="838"/>
                    <a:pt x="738" y="830"/>
                  </a:cubicBezTo>
                  <a:cubicBezTo>
                    <a:pt x="745" y="816"/>
                    <a:pt x="749" y="808"/>
                    <a:pt x="747" y="807"/>
                  </a:cubicBezTo>
                  <a:cubicBezTo>
                    <a:pt x="746" y="805"/>
                    <a:pt x="728" y="801"/>
                    <a:pt x="687" y="77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" name="Freeform 6"/>
            <p:cNvSpPr/>
            <p:nvPr/>
          </p:nvSpPr>
          <p:spPr bwMode="auto">
            <a:xfrm>
              <a:off x="-431800" y="-979488"/>
              <a:ext cx="579438" cy="877888"/>
            </a:xfrm>
            <a:custGeom>
              <a:avLst/>
              <a:gdLst>
                <a:gd name="T0" fmla="*/ 420 w 758"/>
                <a:gd name="T1" fmla="*/ 385 h 1147"/>
                <a:gd name="T2" fmla="*/ 338 w 758"/>
                <a:gd name="T3" fmla="*/ 398 h 1147"/>
                <a:gd name="T4" fmla="*/ 405 w 758"/>
                <a:gd name="T5" fmla="*/ 284 h 1147"/>
                <a:gd name="T6" fmla="*/ 486 w 758"/>
                <a:gd name="T7" fmla="*/ 260 h 1147"/>
                <a:gd name="T8" fmla="*/ 545 w 758"/>
                <a:gd name="T9" fmla="*/ 194 h 1147"/>
                <a:gd name="T10" fmla="*/ 513 w 758"/>
                <a:gd name="T11" fmla="*/ 146 h 1147"/>
                <a:gd name="T12" fmla="*/ 463 w 758"/>
                <a:gd name="T13" fmla="*/ 150 h 1147"/>
                <a:gd name="T14" fmla="*/ 455 w 758"/>
                <a:gd name="T15" fmla="*/ 68 h 1147"/>
                <a:gd name="T16" fmla="*/ 316 w 758"/>
                <a:gd name="T17" fmla="*/ 53 h 1147"/>
                <a:gd name="T18" fmla="*/ 299 w 758"/>
                <a:gd name="T19" fmla="*/ 185 h 1147"/>
                <a:gd name="T20" fmla="*/ 266 w 758"/>
                <a:gd name="T21" fmla="*/ 226 h 1147"/>
                <a:gd name="T22" fmla="*/ 179 w 758"/>
                <a:gd name="T23" fmla="*/ 279 h 1147"/>
                <a:gd name="T24" fmla="*/ 226 w 758"/>
                <a:gd name="T25" fmla="*/ 377 h 1147"/>
                <a:gd name="T26" fmla="*/ 118 w 758"/>
                <a:gd name="T27" fmla="*/ 531 h 1147"/>
                <a:gd name="T28" fmla="*/ 85 w 758"/>
                <a:gd name="T29" fmla="*/ 540 h 1147"/>
                <a:gd name="T30" fmla="*/ 3 w 758"/>
                <a:gd name="T31" fmla="*/ 692 h 1147"/>
                <a:gd name="T32" fmla="*/ 11 w 758"/>
                <a:gd name="T33" fmla="*/ 948 h 1147"/>
                <a:gd name="T34" fmla="*/ 57 w 758"/>
                <a:gd name="T35" fmla="*/ 1008 h 1147"/>
                <a:gd name="T36" fmla="*/ 105 w 758"/>
                <a:gd name="T37" fmla="*/ 1016 h 1147"/>
                <a:gd name="T38" fmla="*/ 132 w 758"/>
                <a:gd name="T39" fmla="*/ 912 h 1147"/>
                <a:gd name="T40" fmla="*/ 112 w 758"/>
                <a:gd name="T41" fmla="*/ 731 h 1147"/>
                <a:gd name="T42" fmla="*/ 143 w 758"/>
                <a:gd name="T43" fmla="*/ 630 h 1147"/>
                <a:gd name="T44" fmla="*/ 207 w 758"/>
                <a:gd name="T45" fmla="*/ 605 h 1147"/>
                <a:gd name="T46" fmla="*/ 304 w 758"/>
                <a:gd name="T47" fmla="*/ 522 h 1147"/>
                <a:gd name="T48" fmla="*/ 305 w 758"/>
                <a:gd name="T49" fmla="*/ 522 h 1147"/>
                <a:gd name="T50" fmla="*/ 350 w 758"/>
                <a:gd name="T51" fmla="*/ 484 h 1147"/>
                <a:gd name="T52" fmla="*/ 616 w 758"/>
                <a:gd name="T53" fmla="*/ 436 h 1147"/>
                <a:gd name="T54" fmla="*/ 675 w 758"/>
                <a:gd name="T55" fmla="*/ 634 h 1147"/>
                <a:gd name="T56" fmla="*/ 608 w 758"/>
                <a:gd name="T57" fmla="*/ 826 h 1147"/>
                <a:gd name="T58" fmla="*/ 526 w 758"/>
                <a:gd name="T59" fmla="*/ 921 h 1147"/>
                <a:gd name="T60" fmla="*/ 422 w 758"/>
                <a:gd name="T61" fmla="*/ 878 h 1147"/>
                <a:gd name="T62" fmla="*/ 457 w 758"/>
                <a:gd name="T63" fmla="*/ 803 h 1147"/>
                <a:gd name="T64" fmla="*/ 446 w 758"/>
                <a:gd name="T65" fmla="*/ 741 h 1147"/>
                <a:gd name="T66" fmla="*/ 391 w 758"/>
                <a:gd name="T67" fmla="*/ 750 h 1147"/>
                <a:gd name="T68" fmla="*/ 382 w 758"/>
                <a:gd name="T69" fmla="*/ 743 h 1147"/>
                <a:gd name="T70" fmla="*/ 481 w 758"/>
                <a:gd name="T71" fmla="*/ 641 h 1147"/>
                <a:gd name="T72" fmla="*/ 459 w 758"/>
                <a:gd name="T73" fmla="*/ 580 h 1147"/>
                <a:gd name="T74" fmla="*/ 446 w 758"/>
                <a:gd name="T75" fmla="*/ 457 h 1147"/>
                <a:gd name="T76" fmla="*/ 412 w 758"/>
                <a:gd name="T77" fmla="*/ 487 h 1147"/>
                <a:gd name="T78" fmla="*/ 360 w 758"/>
                <a:gd name="T79" fmla="*/ 557 h 1147"/>
                <a:gd name="T80" fmla="*/ 342 w 758"/>
                <a:gd name="T81" fmla="*/ 531 h 1147"/>
                <a:gd name="T82" fmla="*/ 305 w 758"/>
                <a:gd name="T83" fmla="*/ 522 h 1147"/>
                <a:gd name="T84" fmla="*/ 304 w 758"/>
                <a:gd name="T85" fmla="*/ 522 h 1147"/>
                <a:gd name="T86" fmla="*/ 281 w 758"/>
                <a:gd name="T87" fmla="*/ 579 h 1147"/>
                <a:gd name="T88" fmla="*/ 300 w 758"/>
                <a:gd name="T89" fmla="*/ 633 h 1147"/>
                <a:gd name="T90" fmla="*/ 244 w 758"/>
                <a:gd name="T91" fmla="*/ 741 h 1147"/>
                <a:gd name="T92" fmla="*/ 293 w 758"/>
                <a:gd name="T93" fmla="*/ 759 h 1147"/>
                <a:gd name="T94" fmla="*/ 235 w 758"/>
                <a:gd name="T95" fmla="*/ 838 h 1147"/>
                <a:gd name="T96" fmla="*/ 241 w 758"/>
                <a:gd name="T97" fmla="*/ 869 h 1147"/>
                <a:gd name="T98" fmla="*/ 291 w 758"/>
                <a:gd name="T99" fmla="*/ 879 h 1147"/>
                <a:gd name="T100" fmla="*/ 368 w 758"/>
                <a:gd name="T101" fmla="*/ 873 h 1147"/>
                <a:gd name="T102" fmla="*/ 366 w 758"/>
                <a:gd name="T103" fmla="*/ 1104 h 1147"/>
                <a:gd name="T104" fmla="*/ 374 w 758"/>
                <a:gd name="T105" fmla="*/ 1146 h 1147"/>
                <a:gd name="T106" fmla="*/ 393 w 758"/>
                <a:gd name="T107" fmla="*/ 1119 h 1147"/>
                <a:gd name="T108" fmla="*/ 411 w 758"/>
                <a:gd name="T109" fmla="*/ 958 h 1147"/>
                <a:gd name="T110" fmla="*/ 430 w 758"/>
                <a:gd name="T111" fmla="*/ 908 h 1147"/>
                <a:gd name="T112" fmla="*/ 459 w 758"/>
                <a:gd name="T113" fmla="*/ 934 h 1147"/>
                <a:gd name="T114" fmla="*/ 454 w 758"/>
                <a:gd name="T115" fmla="*/ 957 h 1147"/>
                <a:gd name="T116" fmla="*/ 504 w 758"/>
                <a:gd name="T117" fmla="*/ 1010 h 1147"/>
                <a:gd name="T118" fmla="*/ 625 w 758"/>
                <a:gd name="T119" fmla="*/ 944 h 1147"/>
                <a:gd name="T120" fmla="*/ 711 w 758"/>
                <a:gd name="T121" fmla="*/ 756 h 1147"/>
                <a:gd name="T122" fmla="*/ 750 w 758"/>
                <a:gd name="T123" fmla="*/ 597 h 1147"/>
                <a:gd name="T124" fmla="*/ 740 w 758"/>
                <a:gd name="T125" fmla="*/ 454 h 1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758" h="1147">
                  <a:moveTo>
                    <a:pt x="652" y="374"/>
                  </a:moveTo>
                  <a:cubicBezTo>
                    <a:pt x="574" y="351"/>
                    <a:pt x="496" y="358"/>
                    <a:pt x="420" y="385"/>
                  </a:cubicBezTo>
                  <a:cubicBezTo>
                    <a:pt x="396" y="394"/>
                    <a:pt x="373" y="401"/>
                    <a:pt x="349" y="409"/>
                  </a:cubicBezTo>
                  <a:cubicBezTo>
                    <a:pt x="338" y="412"/>
                    <a:pt x="335" y="409"/>
                    <a:pt x="338" y="398"/>
                  </a:cubicBezTo>
                  <a:cubicBezTo>
                    <a:pt x="341" y="388"/>
                    <a:pt x="344" y="378"/>
                    <a:pt x="347" y="368"/>
                  </a:cubicBezTo>
                  <a:cubicBezTo>
                    <a:pt x="355" y="332"/>
                    <a:pt x="379" y="306"/>
                    <a:pt x="405" y="284"/>
                  </a:cubicBezTo>
                  <a:cubicBezTo>
                    <a:pt x="416" y="274"/>
                    <a:pt x="432" y="269"/>
                    <a:pt x="447" y="265"/>
                  </a:cubicBezTo>
                  <a:cubicBezTo>
                    <a:pt x="459" y="262"/>
                    <a:pt x="474" y="264"/>
                    <a:pt x="486" y="260"/>
                  </a:cubicBezTo>
                  <a:cubicBezTo>
                    <a:pt x="504" y="253"/>
                    <a:pt x="523" y="252"/>
                    <a:pt x="534" y="232"/>
                  </a:cubicBezTo>
                  <a:cubicBezTo>
                    <a:pt x="541" y="220"/>
                    <a:pt x="545" y="208"/>
                    <a:pt x="545" y="194"/>
                  </a:cubicBezTo>
                  <a:cubicBezTo>
                    <a:pt x="544" y="183"/>
                    <a:pt x="541" y="172"/>
                    <a:pt x="534" y="165"/>
                  </a:cubicBezTo>
                  <a:cubicBezTo>
                    <a:pt x="527" y="158"/>
                    <a:pt x="523" y="151"/>
                    <a:pt x="513" y="146"/>
                  </a:cubicBezTo>
                  <a:cubicBezTo>
                    <a:pt x="504" y="140"/>
                    <a:pt x="498" y="147"/>
                    <a:pt x="485" y="148"/>
                  </a:cubicBezTo>
                  <a:cubicBezTo>
                    <a:pt x="479" y="149"/>
                    <a:pt x="469" y="151"/>
                    <a:pt x="463" y="150"/>
                  </a:cubicBezTo>
                  <a:cubicBezTo>
                    <a:pt x="449" y="150"/>
                    <a:pt x="464" y="135"/>
                    <a:pt x="465" y="120"/>
                  </a:cubicBezTo>
                  <a:cubicBezTo>
                    <a:pt x="465" y="102"/>
                    <a:pt x="464" y="85"/>
                    <a:pt x="455" y="68"/>
                  </a:cubicBezTo>
                  <a:cubicBezTo>
                    <a:pt x="432" y="29"/>
                    <a:pt x="405" y="1"/>
                    <a:pt x="356" y="0"/>
                  </a:cubicBezTo>
                  <a:cubicBezTo>
                    <a:pt x="328" y="0"/>
                    <a:pt x="308" y="32"/>
                    <a:pt x="316" y="53"/>
                  </a:cubicBezTo>
                  <a:cubicBezTo>
                    <a:pt x="323" y="70"/>
                    <a:pt x="324" y="88"/>
                    <a:pt x="321" y="105"/>
                  </a:cubicBezTo>
                  <a:cubicBezTo>
                    <a:pt x="315" y="132"/>
                    <a:pt x="307" y="159"/>
                    <a:pt x="299" y="185"/>
                  </a:cubicBezTo>
                  <a:cubicBezTo>
                    <a:pt x="295" y="197"/>
                    <a:pt x="295" y="210"/>
                    <a:pt x="282" y="217"/>
                  </a:cubicBezTo>
                  <a:cubicBezTo>
                    <a:pt x="276" y="220"/>
                    <a:pt x="271" y="224"/>
                    <a:pt x="266" y="226"/>
                  </a:cubicBezTo>
                  <a:cubicBezTo>
                    <a:pt x="251" y="235"/>
                    <a:pt x="236" y="245"/>
                    <a:pt x="217" y="249"/>
                  </a:cubicBezTo>
                  <a:cubicBezTo>
                    <a:pt x="201" y="253"/>
                    <a:pt x="185" y="260"/>
                    <a:pt x="179" y="279"/>
                  </a:cubicBezTo>
                  <a:cubicBezTo>
                    <a:pt x="170" y="305"/>
                    <a:pt x="191" y="350"/>
                    <a:pt x="217" y="360"/>
                  </a:cubicBezTo>
                  <a:cubicBezTo>
                    <a:pt x="226" y="363"/>
                    <a:pt x="230" y="368"/>
                    <a:pt x="226" y="377"/>
                  </a:cubicBezTo>
                  <a:cubicBezTo>
                    <a:pt x="212" y="404"/>
                    <a:pt x="198" y="432"/>
                    <a:pt x="183" y="460"/>
                  </a:cubicBezTo>
                  <a:cubicBezTo>
                    <a:pt x="168" y="489"/>
                    <a:pt x="141" y="508"/>
                    <a:pt x="118" y="531"/>
                  </a:cubicBezTo>
                  <a:cubicBezTo>
                    <a:pt x="116" y="532"/>
                    <a:pt x="112" y="534"/>
                    <a:pt x="110" y="534"/>
                  </a:cubicBezTo>
                  <a:cubicBezTo>
                    <a:pt x="100" y="530"/>
                    <a:pt x="93" y="536"/>
                    <a:pt x="85" y="540"/>
                  </a:cubicBezTo>
                  <a:cubicBezTo>
                    <a:pt x="56" y="557"/>
                    <a:pt x="35" y="582"/>
                    <a:pt x="20" y="610"/>
                  </a:cubicBezTo>
                  <a:cubicBezTo>
                    <a:pt x="6" y="635"/>
                    <a:pt x="4" y="664"/>
                    <a:pt x="3" y="692"/>
                  </a:cubicBezTo>
                  <a:cubicBezTo>
                    <a:pt x="2" y="736"/>
                    <a:pt x="0" y="779"/>
                    <a:pt x="2" y="823"/>
                  </a:cubicBezTo>
                  <a:cubicBezTo>
                    <a:pt x="3" y="865"/>
                    <a:pt x="7" y="906"/>
                    <a:pt x="11" y="948"/>
                  </a:cubicBezTo>
                  <a:cubicBezTo>
                    <a:pt x="11" y="952"/>
                    <a:pt x="13" y="957"/>
                    <a:pt x="16" y="960"/>
                  </a:cubicBezTo>
                  <a:cubicBezTo>
                    <a:pt x="29" y="977"/>
                    <a:pt x="43" y="992"/>
                    <a:pt x="57" y="1008"/>
                  </a:cubicBezTo>
                  <a:cubicBezTo>
                    <a:pt x="59" y="1010"/>
                    <a:pt x="63" y="1011"/>
                    <a:pt x="65" y="1011"/>
                  </a:cubicBezTo>
                  <a:cubicBezTo>
                    <a:pt x="78" y="1013"/>
                    <a:pt x="92" y="1015"/>
                    <a:pt x="105" y="1016"/>
                  </a:cubicBezTo>
                  <a:cubicBezTo>
                    <a:pt x="119" y="1018"/>
                    <a:pt x="126" y="1013"/>
                    <a:pt x="129" y="1002"/>
                  </a:cubicBezTo>
                  <a:cubicBezTo>
                    <a:pt x="136" y="973"/>
                    <a:pt x="140" y="943"/>
                    <a:pt x="132" y="912"/>
                  </a:cubicBezTo>
                  <a:cubicBezTo>
                    <a:pt x="127" y="894"/>
                    <a:pt x="121" y="876"/>
                    <a:pt x="119" y="857"/>
                  </a:cubicBezTo>
                  <a:cubicBezTo>
                    <a:pt x="115" y="815"/>
                    <a:pt x="114" y="773"/>
                    <a:pt x="112" y="731"/>
                  </a:cubicBezTo>
                  <a:cubicBezTo>
                    <a:pt x="110" y="704"/>
                    <a:pt x="110" y="678"/>
                    <a:pt x="109" y="652"/>
                  </a:cubicBezTo>
                  <a:cubicBezTo>
                    <a:pt x="109" y="630"/>
                    <a:pt x="124" y="626"/>
                    <a:pt x="143" y="630"/>
                  </a:cubicBezTo>
                  <a:cubicBezTo>
                    <a:pt x="150" y="632"/>
                    <a:pt x="158" y="634"/>
                    <a:pt x="163" y="631"/>
                  </a:cubicBezTo>
                  <a:cubicBezTo>
                    <a:pt x="178" y="624"/>
                    <a:pt x="194" y="616"/>
                    <a:pt x="207" y="605"/>
                  </a:cubicBezTo>
                  <a:cubicBezTo>
                    <a:pt x="226" y="589"/>
                    <a:pt x="244" y="570"/>
                    <a:pt x="263" y="553"/>
                  </a:cubicBezTo>
                  <a:cubicBezTo>
                    <a:pt x="276" y="542"/>
                    <a:pt x="290" y="533"/>
                    <a:pt x="304" y="522"/>
                  </a:cubicBezTo>
                  <a:cubicBezTo>
                    <a:pt x="304" y="522"/>
                    <a:pt x="304" y="522"/>
                    <a:pt x="304" y="522"/>
                  </a:cubicBezTo>
                  <a:cubicBezTo>
                    <a:pt x="305" y="522"/>
                    <a:pt x="305" y="522"/>
                    <a:pt x="305" y="522"/>
                  </a:cubicBezTo>
                  <a:cubicBezTo>
                    <a:pt x="313" y="514"/>
                    <a:pt x="320" y="506"/>
                    <a:pt x="328" y="499"/>
                  </a:cubicBezTo>
                  <a:cubicBezTo>
                    <a:pt x="335" y="494"/>
                    <a:pt x="342" y="488"/>
                    <a:pt x="350" y="484"/>
                  </a:cubicBezTo>
                  <a:cubicBezTo>
                    <a:pt x="376" y="472"/>
                    <a:pt x="402" y="458"/>
                    <a:pt x="430" y="448"/>
                  </a:cubicBezTo>
                  <a:cubicBezTo>
                    <a:pt x="491" y="428"/>
                    <a:pt x="552" y="416"/>
                    <a:pt x="616" y="436"/>
                  </a:cubicBezTo>
                  <a:cubicBezTo>
                    <a:pt x="668" y="453"/>
                    <a:pt x="689" y="491"/>
                    <a:pt x="686" y="547"/>
                  </a:cubicBezTo>
                  <a:cubicBezTo>
                    <a:pt x="684" y="576"/>
                    <a:pt x="680" y="605"/>
                    <a:pt x="675" y="634"/>
                  </a:cubicBezTo>
                  <a:cubicBezTo>
                    <a:pt x="672" y="650"/>
                    <a:pt x="665" y="665"/>
                    <a:pt x="660" y="681"/>
                  </a:cubicBezTo>
                  <a:cubicBezTo>
                    <a:pt x="644" y="730"/>
                    <a:pt x="631" y="780"/>
                    <a:pt x="608" y="826"/>
                  </a:cubicBezTo>
                  <a:cubicBezTo>
                    <a:pt x="593" y="856"/>
                    <a:pt x="576" y="885"/>
                    <a:pt x="554" y="910"/>
                  </a:cubicBezTo>
                  <a:cubicBezTo>
                    <a:pt x="546" y="919"/>
                    <a:pt x="538" y="921"/>
                    <a:pt x="526" y="921"/>
                  </a:cubicBezTo>
                  <a:cubicBezTo>
                    <a:pt x="491" y="920"/>
                    <a:pt x="459" y="907"/>
                    <a:pt x="427" y="894"/>
                  </a:cubicBezTo>
                  <a:cubicBezTo>
                    <a:pt x="419" y="891"/>
                    <a:pt x="421" y="885"/>
                    <a:pt x="422" y="878"/>
                  </a:cubicBezTo>
                  <a:cubicBezTo>
                    <a:pt x="424" y="861"/>
                    <a:pt x="432" y="846"/>
                    <a:pt x="440" y="831"/>
                  </a:cubicBezTo>
                  <a:cubicBezTo>
                    <a:pt x="445" y="821"/>
                    <a:pt x="451" y="812"/>
                    <a:pt x="457" y="803"/>
                  </a:cubicBezTo>
                  <a:cubicBezTo>
                    <a:pt x="463" y="794"/>
                    <a:pt x="463" y="785"/>
                    <a:pt x="460" y="776"/>
                  </a:cubicBezTo>
                  <a:cubicBezTo>
                    <a:pt x="455" y="764"/>
                    <a:pt x="451" y="753"/>
                    <a:pt x="446" y="741"/>
                  </a:cubicBezTo>
                  <a:cubicBezTo>
                    <a:pt x="442" y="730"/>
                    <a:pt x="414" y="725"/>
                    <a:pt x="405" y="733"/>
                  </a:cubicBezTo>
                  <a:cubicBezTo>
                    <a:pt x="400" y="738"/>
                    <a:pt x="396" y="745"/>
                    <a:pt x="391" y="750"/>
                  </a:cubicBezTo>
                  <a:cubicBezTo>
                    <a:pt x="388" y="752"/>
                    <a:pt x="383" y="752"/>
                    <a:pt x="379" y="753"/>
                  </a:cubicBezTo>
                  <a:cubicBezTo>
                    <a:pt x="380" y="750"/>
                    <a:pt x="380" y="745"/>
                    <a:pt x="382" y="743"/>
                  </a:cubicBezTo>
                  <a:cubicBezTo>
                    <a:pt x="407" y="719"/>
                    <a:pt x="431" y="693"/>
                    <a:pt x="461" y="675"/>
                  </a:cubicBezTo>
                  <a:cubicBezTo>
                    <a:pt x="473" y="667"/>
                    <a:pt x="481" y="657"/>
                    <a:pt x="481" y="641"/>
                  </a:cubicBezTo>
                  <a:cubicBezTo>
                    <a:pt x="481" y="622"/>
                    <a:pt x="481" y="603"/>
                    <a:pt x="459" y="594"/>
                  </a:cubicBezTo>
                  <a:cubicBezTo>
                    <a:pt x="452" y="590"/>
                    <a:pt x="456" y="585"/>
                    <a:pt x="459" y="580"/>
                  </a:cubicBezTo>
                  <a:cubicBezTo>
                    <a:pt x="471" y="561"/>
                    <a:pt x="485" y="543"/>
                    <a:pt x="488" y="519"/>
                  </a:cubicBezTo>
                  <a:cubicBezTo>
                    <a:pt x="490" y="496"/>
                    <a:pt x="469" y="462"/>
                    <a:pt x="446" y="457"/>
                  </a:cubicBezTo>
                  <a:cubicBezTo>
                    <a:pt x="442" y="456"/>
                    <a:pt x="436" y="457"/>
                    <a:pt x="434" y="460"/>
                  </a:cubicBezTo>
                  <a:cubicBezTo>
                    <a:pt x="426" y="468"/>
                    <a:pt x="416" y="476"/>
                    <a:pt x="412" y="487"/>
                  </a:cubicBezTo>
                  <a:cubicBezTo>
                    <a:pt x="403" y="509"/>
                    <a:pt x="392" y="530"/>
                    <a:pt x="375" y="547"/>
                  </a:cubicBezTo>
                  <a:cubicBezTo>
                    <a:pt x="371" y="552"/>
                    <a:pt x="361" y="559"/>
                    <a:pt x="360" y="557"/>
                  </a:cubicBezTo>
                  <a:cubicBezTo>
                    <a:pt x="353" y="551"/>
                    <a:pt x="347" y="543"/>
                    <a:pt x="342" y="536"/>
                  </a:cubicBezTo>
                  <a:cubicBezTo>
                    <a:pt x="341" y="535"/>
                    <a:pt x="342" y="533"/>
                    <a:pt x="342" y="531"/>
                  </a:cubicBezTo>
                  <a:cubicBezTo>
                    <a:pt x="341" y="518"/>
                    <a:pt x="332" y="513"/>
                    <a:pt x="319" y="517"/>
                  </a:cubicBezTo>
                  <a:cubicBezTo>
                    <a:pt x="315" y="519"/>
                    <a:pt x="310" y="520"/>
                    <a:pt x="305" y="522"/>
                  </a:cubicBezTo>
                  <a:cubicBezTo>
                    <a:pt x="305" y="522"/>
                    <a:pt x="305" y="522"/>
                    <a:pt x="305" y="522"/>
                  </a:cubicBezTo>
                  <a:cubicBezTo>
                    <a:pt x="304" y="522"/>
                    <a:pt x="304" y="522"/>
                    <a:pt x="304" y="522"/>
                  </a:cubicBezTo>
                  <a:cubicBezTo>
                    <a:pt x="297" y="533"/>
                    <a:pt x="289" y="544"/>
                    <a:pt x="284" y="555"/>
                  </a:cubicBezTo>
                  <a:cubicBezTo>
                    <a:pt x="280" y="562"/>
                    <a:pt x="278" y="572"/>
                    <a:pt x="281" y="579"/>
                  </a:cubicBezTo>
                  <a:cubicBezTo>
                    <a:pt x="285" y="591"/>
                    <a:pt x="292" y="601"/>
                    <a:pt x="299" y="611"/>
                  </a:cubicBezTo>
                  <a:cubicBezTo>
                    <a:pt x="306" y="619"/>
                    <a:pt x="306" y="625"/>
                    <a:pt x="300" y="633"/>
                  </a:cubicBezTo>
                  <a:cubicBezTo>
                    <a:pt x="281" y="658"/>
                    <a:pt x="262" y="682"/>
                    <a:pt x="243" y="707"/>
                  </a:cubicBezTo>
                  <a:cubicBezTo>
                    <a:pt x="235" y="718"/>
                    <a:pt x="235" y="732"/>
                    <a:pt x="244" y="741"/>
                  </a:cubicBezTo>
                  <a:cubicBezTo>
                    <a:pt x="254" y="751"/>
                    <a:pt x="266" y="761"/>
                    <a:pt x="282" y="758"/>
                  </a:cubicBezTo>
                  <a:cubicBezTo>
                    <a:pt x="285" y="758"/>
                    <a:pt x="288" y="759"/>
                    <a:pt x="293" y="759"/>
                  </a:cubicBezTo>
                  <a:cubicBezTo>
                    <a:pt x="289" y="765"/>
                    <a:pt x="287" y="770"/>
                    <a:pt x="283" y="774"/>
                  </a:cubicBezTo>
                  <a:cubicBezTo>
                    <a:pt x="267" y="796"/>
                    <a:pt x="251" y="817"/>
                    <a:pt x="235" y="838"/>
                  </a:cubicBezTo>
                  <a:cubicBezTo>
                    <a:pt x="232" y="842"/>
                    <a:pt x="230" y="848"/>
                    <a:pt x="231" y="852"/>
                  </a:cubicBezTo>
                  <a:cubicBezTo>
                    <a:pt x="233" y="859"/>
                    <a:pt x="238" y="866"/>
                    <a:pt x="241" y="869"/>
                  </a:cubicBezTo>
                  <a:cubicBezTo>
                    <a:pt x="244" y="874"/>
                    <a:pt x="251" y="883"/>
                    <a:pt x="256" y="883"/>
                  </a:cubicBezTo>
                  <a:cubicBezTo>
                    <a:pt x="268" y="885"/>
                    <a:pt x="280" y="882"/>
                    <a:pt x="291" y="879"/>
                  </a:cubicBezTo>
                  <a:cubicBezTo>
                    <a:pt x="318" y="871"/>
                    <a:pt x="326" y="867"/>
                    <a:pt x="352" y="860"/>
                  </a:cubicBezTo>
                  <a:cubicBezTo>
                    <a:pt x="367" y="856"/>
                    <a:pt x="369" y="857"/>
                    <a:pt x="368" y="873"/>
                  </a:cubicBezTo>
                  <a:cubicBezTo>
                    <a:pt x="366" y="898"/>
                    <a:pt x="364" y="924"/>
                    <a:pt x="363" y="949"/>
                  </a:cubicBezTo>
                  <a:cubicBezTo>
                    <a:pt x="361" y="1002"/>
                    <a:pt x="363" y="1053"/>
                    <a:pt x="366" y="1104"/>
                  </a:cubicBezTo>
                  <a:cubicBezTo>
                    <a:pt x="366" y="1115"/>
                    <a:pt x="366" y="1127"/>
                    <a:pt x="368" y="1138"/>
                  </a:cubicBezTo>
                  <a:cubicBezTo>
                    <a:pt x="368" y="1141"/>
                    <a:pt x="371" y="1146"/>
                    <a:pt x="374" y="1146"/>
                  </a:cubicBezTo>
                  <a:cubicBezTo>
                    <a:pt x="377" y="1147"/>
                    <a:pt x="382" y="1144"/>
                    <a:pt x="384" y="1141"/>
                  </a:cubicBezTo>
                  <a:cubicBezTo>
                    <a:pt x="388" y="1135"/>
                    <a:pt x="392" y="1127"/>
                    <a:pt x="393" y="1119"/>
                  </a:cubicBezTo>
                  <a:cubicBezTo>
                    <a:pt x="396" y="1092"/>
                    <a:pt x="402" y="1002"/>
                    <a:pt x="404" y="985"/>
                  </a:cubicBezTo>
                  <a:cubicBezTo>
                    <a:pt x="405" y="976"/>
                    <a:pt x="409" y="967"/>
                    <a:pt x="411" y="958"/>
                  </a:cubicBezTo>
                  <a:cubicBezTo>
                    <a:pt x="413" y="943"/>
                    <a:pt x="415" y="928"/>
                    <a:pt x="418" y="913"/>
                  </a:cubicBezTo>
                  <a:cubicBezTo>
                    <a:pt x="419" y="904"/>
                    <a:pt x="424" y="904"/>
                    <a:pt x="430" y="908"/>
                  </a:cubicBezTo>
                  <a:cubicBezTo>
                    <a:pt x="440" y="916"/>
                    <a:pt x="443" y="919"/>
                    <a:pt x="453" y="925"/>
                  </a:cubicBezTo>
                  <a:cubicBezTo>
                    <a:pt x="459" y="929"/>
                    <a:pt x="462" y="926"/>
                    <a:pt x="459" y="934"/>
                  </a:cubicBezTo>
                  <a:cubicBezTo>
                    <a:pt x="458" y="939"/>
                    <a:pt x="454" y="936"/>
                    <a:pt x="450" y="938"/>
                  </a:cubicBezTo>
                  <a:cubicBezTo>
                    <a:pt x="448" y="940"/>
                    <a:pt x="458" y="957"/>
                    <a:pt x="454" y="957"/>
                  </a:cubicBezTo>
                  <a:cubicBezTo>
                    <a:pt x="446" y="957"/>
                    <a:pt x="444" y="962"/>
                    <a:pt x="449" y="969"/>
                  </a:cubicBezTo>
                  <a:cubicBezTo>
                    <a:pt x="463" y="988"/>
                    <a:pt x="482" y="1002"/>
                    <a:pt x="504" y="1010"/>
                  </a:cubicBezTo>
                  <a:cubicBezTo>
                    <a:pt x="530" y="1020"/>
                    <a:pt x="554" y="1010"/>
                    <a:pt x="574" y="995"/>
                  </a:cubicBezTo>
                  <a:cubicBezTo>
                    <a:pt x="593" y="981"/>
                    <a:pt x="611" y="963"/>
                    <a:pt x="625" y="944"/>
                  </a:cubicBezTo>
                  <a:cubicBezTo>
                    <a:pt x="640" y="924"/>
                    <a:pt x="650" y="900"/>
                    <a:pt x="663" y="878"/>
                  </a:cubicBezTo>
                  <a:cubicBezTo>
                    <a:pt x="685" y="840"/>
                    <a:pt x="696" y="797"/>
                    <a:pt x="711" y="756"/>
                  </a:cubicBezTo>
                  <a:cubicBezTo>
                    <a:pt x="719" y="732"/>
                    <a:pt x="726" y="708"/>
                    <a:pt x="732" y="684"/>
                  </a:cubicBezTo>
                  <a:cubicBezTo>
                    <a:pt x="739" y="655"/>
                    <a:pt x="745" y="626"/>
                    <a:pt x="750" y="597"/>
                  </a:cubicBezTo>
                  <a:cubicBezTo>
                    <a:pt x="752" y="584"/>
                    <a:pt x="750" y="571"/>
                    <a:pt x="752" y="558"/>
                  </a:cubicBezTo>
                  <a:cubicBezTo>
                    <a:pt x="758" y="522"/>
                    <a:pt x="755" y="487"/>
                    <a:pt x="740" y="454"/>
                  </a:cubicBezTo>
                  <a:cubicBezTo>
                    <a:pt x="722" y="414"/>
                    <a:pt x="692" y="386"/>
                    <a:pt x="652" y="37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" name="Freeform 7"/>
            <p:cNvSpPr>
              <a:spLocks noEditPoints="1"/>
            </p:cNvSpPr>
            <p:nvPr/>
          </p:nvSpPr>
          <p:spPr bwMode="auto">
            <a:xfrm>
              <a:off x="1301750" y="-969963"/>
              <a:ext cx="374650" cy="768350"/>
            </a:xfrm>
            <a:custGeom>
              <a:avLst/>
              <a:gdLst>
                <a:gd name="T0" fmla="*/ 423 w 490"/>
                <a:gd name="T1" fmla="*/ 20 h 1003"/>
                <a:gd name="T2" fmla="*/ 343 w 490"/>
                <a:gd name="T3" fmla="*/ 1 h 1003"/>
                <a:gd name="T4" fmla="*/ 278 w 490"/>
                <a:gd name="T5" fmla="*/ 8 h 1003"/>
                <a:gd name="T6" fmla="*/ 112 w 490"/>
                <a:gd name="T7" fmla="*/ 135 h 1003"/>
                <a:gd name="T8" fmla="*/ 94 w 490"/>
                <a:gd name="T9" fmla="*/ 199 h 1003"/>
                <a:gd name="T10" fmla="*/ 166 w 490"/>
                <a:gd name="T11" fmla="*/ 215 h 1003"/>
                <a:gd name="T12" fmla="*/ 244 w 490"/>
                <a:gd name="T13" fmla="*/ 160 h 1003"/>
                <a:gd name="T14" fmla="*/ 389 w 490"/>
                <a:gd name="T15" fmla="*/ 114 h 1003"/>
                <a:gd name="T16" fmla="*/ 395 w 490"/>
                <a:gd name="T17" fmla="*/ 227 h 1003"/>
                <a:gd name="T18" fmla="*/ 325 w 490"/>
                <a:gd name="T19" fmla="*/ 388 h 1003"/>
                <a:gd name="T20" fmla="*/ 264 w 490"/>
                <a:gd name="T21" fmla="*/ 413 h 1003"/>
                <a:gd name="T22" fmla="*/ 276 w 490"/>
                <a:gd name="T23" fmla="*/ 352 h 1003"/>
                <a:gd name="T24" fmla="*/ 336 w 490"/>
                <a:gd name="T25" fmla="*/ 299 h 1003"/>
                <a:gd name="T26" fmla="*/ 347 w 490"/>
                <a:gd name="T27" fmla="*/ 242 h 1003"/>
                <a:gd name="T28" fmla="*/ 261 w 490"/>
                <a:gd name="T29" fmla="*/ 216 h 1003"/>
                <a:gd name="T30" fmla="*/ 192 w 490"/>
                <a:gd name="T31" fmla="*/ 234 h 1003"/>
                <a:gd name="T32" fmla="*/ 180 w 490"/>
                <a:gd name="T33" fmla="*/ 269 h 1003"/>
                <a:gd name="T34" fmla="*/ 130 w 490"/>
                <a:gd name="T35" fmla="*/ 341 h 1003"/>
                <a:gd name="T36" fmla="*/ 123 w 490"/>
                <a:gd name="T37" fmla="*/ 351 h 1003"/>
                <a:gd name="T38" fmla="*/ 68 w 490"/>
                <a:gd name="T39" fmla="*/ 292 h 1003"/>
                <a:gd name="T40" fmla="*/ 7 w 490"/>
                <a:gd name="T41" fmla="*/ 421 h 1003"/>
                <a:gd name="T42" fmla="*/ 65 w 490"/>
                <a:gd name="T43" fmla="*/ 531 h 1003"/>
                <a:gd name="T44" fmla="*/ 102 w 490"/>
                <a:gd name="T45" fmla="*/ 542 h 1003"/>
                <a:gd name="T46" fmla="*/ 153 w 490"/>
                <a:gd name="T47" fmla="*/ 588 h 1003"/>
                <a:gd name="T48" fmla="*/ 116 w 490"/>
                <a:gd name="T49" fmla="*/ 682 h 1003"/>
                <a:gd name="T50" fmla="*/ 54 w 490"/>
                <a:gd name="T51" fmla="*/ 765 h 1003"/>
                <a:gd name="T52" fmla="*/ 122 w 490"/>
                <a:gd name="T53" fmla="*/ 800 h 1003"/>
                <a:gd name="T54" fmla="*/ 104 w 490"/>
                <a:gd name="T55" fmla="*/ 860 h 1003"/>
                <a:gd name="T56" fmla="*/ 27 w 490"/>
                <a:gd name="T57" fmla="*/ 894 h 1003"/>
                <a:gd name="T58" fmla="*/ 14 w 490"/>
                <a:gd name="T59" fmla="*/ 976 h 1003"/>
                <a:gd name="T60" fmla="*/ 81 w 490"/>
                <a:gd name="T61" fmla="*/ 994 h 1003"/>
                <a:gd name="T62" fmla="*/ 188 w 490"/>
                <a:gd name="T63" fmla="*/ 960 h 1003"/>
                <a:gd name="T64" fmla="*/ 338 w 490"/>
                <a:gd name="T65" fmla="*/ 971 h 1003"/>
                <a:gd name="T66" fmla="*/ 383 w 490"/>
                <a:gd name="T67" fmla="*/ 966 h 1003"/>
                <a:gd name="T68" fmla="*/ 413 w 490"/>
                <a:gd name="T69" fmla="*/ 928 h 1003"/>
                <a:gd name="T70" fmla="*/ 423 w 490"/>
                <a:gd name="T71" fmla="*/ 856 h 1003"/>
                <a:gd name="T72" fmla="*/ 334 w 490"/>
                <a:gd name="T73" fmla="*/ 832 h 1003"/>
                <a:gd name="T74" fmla="*/ 226 w 490"/>
                <a:gd name="T75" fmla="*/ 832 h 1003"/>
                <a:gd name="T76" fmla="*/ 240 w 490"/>
                <a:gd name="T77" fmla="*/ 746 h 1003"/>
                <a:gd name="T78" fmla="*/ 350 w 490"/>
                <a:gd name="T79" fmla="*/ 628 h 1003"/>
                <a:gd name="T80" fmla="*/ 323 w 490"/>
                <a:gd name="T81" fmla="*/ 594 h 1003"/>
                <a:gd name="T82" fmla="*/ 236 w 490"/>
                <a:gd name="T83" fmla="*/ 618 h 1003"/>
                <a:gd name="T84" fmla="*/ 226 w 490"/>
                <a:gd name="T85" fmla="*/ 571 h 1003"/>
                <a:gd name="T86" fmla="*/ 336 w 490"/>
                <a:gd name="T87" fmla="*/ 483 h 1003"/>
                <a:gd name="T88" fmla="*/ 383 w 490"/>
                <a:gd name="T89" fmla="*/ 414 h 1003"/>
                <a:gd name="T90" fmla="*/ 480 w 490"/>
                <a:gd name="T91" fmla="*/ 215 h 1003"/>
                <a:gd name="T92" fmla="*/ 475 w 490"/>
                <a:gd name="T93" fmla="*/ 89 h 1003"/>
                <a:gd name="T94" fmla="*/ 149 w 490"/>
                <a:gd name="T95" fmla="*/ 451 h 1003"/>
                <a:gd name="T96" fmla="*/ 139 w 490"/>
                <a:gd name="T97" fmla="*/ 447 h 1003"/>
                <a:gd name="T98" fmla="*/ 128 w 490"/>
                <a:gd name="T99" fmla="*/ 376 h 1003"/>
                <a:gd name="T100" fmla="*/ 137 w 490"/>
                <a:gd name="T101" fmla="*/ 374 h 1003"/>
                <a:gd name="T102" fmla="*/ 172 w 490"/>
                <a:gd name="T103" fmla="*/ 413 h 10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490" h="1003">
                  <a:moveTo>
                    <a:pt x="475" y="89"/>
                  </a:moveTo>
                  <a:cubicBezTo>
                    <a:pt x="464" y="62"/>
                    <a:pt x="449" y="36"/>
                    <a:pt x="423" y="20"/>
                  </a:cubicBezTo>
                  <a:cubicBezTo>
                    <a:pt x="401" y="7"/>
                    <a:pt x="377" y="3"/>
                    <a:pt x="352" y="0"/>
                  </a:cubicBezTo>
                  <a:cubicBezTo>
                    <a:pt x="349" y="0"/>
                    <a:pt x="346" y="1"/>
                    <a:pt x="343" y="1"/>
                  </a:cubicBezTo>
                  <a:cubicBezTo>
                    <a:pt x="334" y="2"/>
                    <a:pt x="325" y="2"/>
                    <a:pt x="315" y="3"/>
                  </a:cubicBezTo>
                  <a:cubicBezTo>
                    <a:pt x="303" y="4"/>
                    <a:pt x="290" y="5"/>
                    <a:pt x="278" y="8"/>
                  </a:cubicBezTo>
                  <a:cubicBezTo>
                    <a:pt x="234" y="21"/>
                    <a:pt x="197" y="47"/>
                    <a:pt x="162" y="76"/>
                  </a:cubicBezTo>
                  <a:cubicBezTo>
                    <a:pt x="142" y="93"/>
                    <a:pt x="125" y="112"/>
                    <a:pt x="112" y="135"/>
                  </a:cubicBezTo>
                  <a:cubicBezTo>
                    <a:pt x="106" y="145"/>
                    <a:pt x="97" y="155"/>
                    <a:pt x="92" y="165"/>
                  </a:cubicBezTo>
                  <a:cubicBezTo>
                    <a:pt x="85" y="178"/>
                    <a:pt x="86" y="195"/>
                    <a:pt x="94" y="199"/>
                  </a:cubicBezTo>
                  <a:cubicBezTo>
                    <a:pt x="105" y="205"/>
                    <a:pt x="116" y="209"/>
                    <a:pt x="127" y="212"/>
                  </a:cubicBezTo>
                  <a:cubicBezTo>
                    <a:pt x="140" y="214"/>
                    <a:pt x="153" y="215"/>
                    <a:pt x="166" y="215"/>
                  </a:cubicBezTo>
                  <a:cubicBezTo>
                    <a:pt x="175" y="214"/>
                    <a:pt x="185" y="211"/>
                    <a:pt x="193" y="206"/>
                  </a:cubicBezTo>
                  <a:cubicBezTo>
                    <a:pt x="211" y="192"/>
                    <a:pt x="228" y="176"/>
                    <a:pt x="244" y="160"/>
                  </a:cubicBezTo>
                  <a:cubicBezTo>
                    <a:pt x="275" y="131"/>
                    <a:pt x="310" y="108"/>
                    <a:pt x="352" y="100"/>
                  </a:cubicBezTo>
                  <a:cubicBezTo>
                    <a:pt x="369" y="96"/>
                    <a:pt x="379" y="100"/>
                    <a:pt x="389" y="114"/>
                  </a:cubicBezTo>
                  <a:cubicBezTo>
                    <a:pt x="403" y="132"/>
                    <a:pt x="407" y="154"/>
                    <a:pt x="405" y="176"/>
                  </a:cubicBezTo>
                  <a:cubicBezTo>
                    <a:pt x="403" y="193"/>
                    <a:pt x="400" y="211"/>
                    <a:pt x="395" y="227"/>
                  </a:cubicBezTo>
                  <a:cubicBezTo>
                    <a:pt x="386" y="256"/>
                    <a:pt x="377" y="284"/>
                    <a:pt x="365" y="312"/>
                  </a:cubicBezTo>
                  <a:cubicBezTo>
                    <a:pt x="354" y="338"/>
                    <a:pt x="339" y="363"/>
                    <a:pt x="325" y="388"/>
                  </a:cubicBezTo>
                  <a:cubicBezTo>
                    <a:pt x="315" y="407"/>
                    <a:pt x="301" y="420"/>
                    <a:pt x="280" y="414"/>
                  </a:cubicBezTo>
                  <a:cubicBezTo>
                    <a:pt x="275" y="412"/>
                    <a:pt x="269" y="413"/>
                    <a:pt x="264" y="413"/>
                  </a:cubicBezTo>
                  <a:cubicBezTo>
                    <a:pt x="255" y="414"/>
                    <a:pt x="251" y="410"/>
                    <a:pt x="253" y="400"/>
                  </a:cubicBezTo>
                  <a:cubicBezTo>
                    <a:pt x="257" y="383"/>
                    <a:pt x="262" y="364"/>
                    <a:pt x="276" y="352"/>
                  </a:cubicBezTo>
                  <a:cubicBezTo>
                    <a:pt x="291" y="337"/>
                    <a:pt x="309" y="324"/>
                    <a:pt x="326" y="310"/>
                  </a:cubicBezTo>
                  <a:cubicBezTo>
                    <a:pt x="330" y="306"/>
                    <a:pt x="334" y="303"/>
                    <a:pt x="336" y="299"/>
                  </a:cubicBezTo>
                  <a:cubicBezTo>
                    <a:pt x="342" y="284"/>
                    <a:pt x="347" y="269"/>
                    <a:pt x="351" y="253"/>
                  </a:cubicBezTo>
                  <a:cubicBezTo>
                    <a:pt x="352" y="250"/>
                    <a:pt x="350" y="245"/>
                    <a:pt x="347" y="242"/>
                  </a:cubicBezTo>
                  <a:cubicBezTo>
                    <a:pt x="327" y="226"/>
                    <a:pt x="308" y="208"/>
                    <a:pt x="279" y="221"/>
                  </a:cubicBezTo>
                  <a:cubicBezTo>
                    <a:pt x="272" y="224"/>
                    <a:pt x="266" y="222"/>
                    <a:pt x="261" y="216"/>
                  </a:cubicBezTo>
                  <a:cubicBezTo>
                    <a:pt x="250" y="203"/>
                    <a:pt x="220" y="199"/>
                    <a:pt x="207" y="210"/>
                  </a:cubicBezTo>
                  <a:cubicBezTo>
                    <a:pt x="200" y="216"/>
                    <a:pt x="196" y="225"/>
                    <a:pt x="192" y="234"/>
                  </a:cubicBezTo>
                  <a:cubicBezTo>
                    <a:pt x="189" y="239"/>
                    <a:pt x="185" y="246"/>
                    <a:pt x="186" y="251"/>
                  </a:cubicBezTo>
                  <a:cubicBezTo>
                    <a:pt x="190" y="260"/>
                    <a:pt x="186" y="264"/>
                    <a:pt x="180" y="269"/>
                  </a:cubicBezTo>
                  <a:cubicBezTo>
                    <a:pt x="175" y="273"/>
                    <a:pt x="170" y="277"/>
                    <a:pt x="165" y="281"/>
                  </a:cubicBezTo>
                  <a:cubicBezTo>
                    <a:pt x="145" y="297"/>
                    <a:pt x="132" y="316"/>
                    <a:pt x="130" y="341"/>
                  </a:cubicBezTo>
                  <a:cubicBezTo>
                    <a:pt x="130" y="345"/>
                    <a:pt x="128" y="348"/>
                    <a:pt x="127" y="351"/>
                  </a:cubicBezTo>
                  <a:cubicBezTo>
                    <a:pt x="126" y="351"/>
                    <a:pt x="125" y="351"/>
                    <a:pt x="123" y="351"/>
                  </a:cubicBezTo>
                  <a:cubicBezTo>
                    <a:pt x="122" y="348"/>
                    <a:pt x="121" y="346"/>
                    <a:pt x="120" y="343"/>
                  </a:cubicBezTo>
                  <a:cubicBezTo>
                    <a:pt x="114" y="314"/>
                    <a:pt x="93" y="298"/>
                    <a:pt x="68" y="292"/>
                  </a:cubicBezTo>
                  <a:cubicBezTo>
                    <a:pt x="43" y="286"/>
                    <a:pt x="8" y="305"/>
                    <a:pt x="6" y="337"/>
                  </a:cubicBezTo>
                  <a:cubicBezTo>
                    <a:pt x="4" y="365"/>
                    <a:pt x="5" y="393"/>
                    <a:pt x="7" y="421"/>
                  </a:cubicBezTo>
                  <a:cubicBezTo>
                    <a:pt x="7" y="437"/>
                    <a:pt x="9" y="455"/>
                    <a:pt x="13" y="471"/>
                  </a:cubicBezTo>
                  <a:cubicBezTo>
                    <a:pt x="22" y="498"/>
                    <a:pt x="34" y="523"/>
                    <a:pt x="65" y="531"/>
                  </a:cubicBezTo>
                  <a:cubicBezTo>
                    <a:pt x="74" y="534"/>
                    <a:pt x="81" y="538"/>
                    <a:pt x="91" y="534"/>
                  </a:cubicBezTo>
                  <a:cubicBezTo>
                    <a:pt x="98" y="530"/>
                    <a:pt x="101" y="535"/>
                    <a:pt x="102" y="542"/>
                  </a:cubicBezTo>
                  <a:cubicBezTo>
                    <a:pt x="107" y="562"/>
                    <a:pt x="118" y="571"/>
                    <a:pt x="138" y="572"/>
                  </a:cubicBezTo>
                  <a:cubicBezTo>
                    <a:pt x="151" y="573"/>
                    <a:pt x="154" y="576"/>
                    <a:pt x="153" y="588"/>
                  </a:cubicBezTo>
                  <a:cubicBezTo>
                    <a:pt x="152" y="603"/>
                    <a:pt x="149" y="618"/>
                    <a:pt x="147" y="633"/>
                  </a:cubicBezTo>
                  <a:cubicBezTo>
                    <a:pt x="145" y="655"/>
                    <a:pt x="135" y="672"/>
                    <a:pt x="116" y="682"/>
                  </a:cubicBezTo>
                  <a:cubicBezTo>
                    <a:pt x="89" y="697"/>
                    <a:pt x="71" y="721"/>
                    <a:pt x="52" y="745"/>
                  </a:cubicBezTo>
                  <a:cubicBezTo>
                    <a:pt x="47" y="752"/>
                    <a:pt x="47" y="759"/>
                    <a:pt x="54" y="765"/>
                  </a:cubicBezTo>
                  <a:cubicBezTo>
                    <a:pt x="70" y="781"/>
                    <a:pt x="89" y="789"/>
                    <a:pt x="111" y="788"/>
                  </a:cubicBezTo>
                  <a:cubicBezTo>
                    <a:pt x="120" y="788"/>
                    <a:pt x="123" y="792"/>
                    <a:pt x="122" y="800"/>
                  </a:cubicBezTo>
                  <a:cubicBezTo>
                    <a:pt x="121" y="813"/>
                    <a:pt x="120" y="825"/>
                    <a:pt x="119" y="837"/>
                  </a:cubicBezTo>
                  <a:cubicBezTo>
                    <a:pt x="119" y="848"/>
                    <a:pt x="114" y="855"/>
                    <a:pt x="104" y="860"/>
                  </a:cubicBezTo>
                  <a:cubicBezTo>
                    <a:pt x="85" y="867"/>
                    <a:pt x="64" y="869"/>
                    <a:pt x="48" y="881"/>
                  </a:cubicBezTo>
                  <a:cubicBezTo>
                    <a:pt x="41" y="886"/>
                    <a:pt x="33" y="889"/>
                    <a:pt x="27" y="894"/>
                  </a:cubicBezTo>
                  <a:cubicBezTo>
                    <a:pt x="9" y="910"/>
                    <a:pt x="0" y="938"/>
                    <a:pt x="7" y="955"/>
                  </a:cubicBezTo>
                  <a:cubicBezTo>
                    <a:pt x="9" y="962"/>
                    <a:pt x="12" y="969"/>
                    <a:pt x="14" y="976"/>
                  </a:cubicBezTo>
                  <a:cubicBezTo>
                    <a:pt x="17" y="989"/>
                    <a:pt x="30" y="1003"/>
                    <a:pt x="41" y="1002"/>
                  </a:cubicBezTo>
                  <a:cubicBezTo>
                    <a:pt x="55" y="1000"/>
                    <a:pt x="69" y="998"/>
                    <a:pt x="81" y="994"/>
                  </a:cubicBezTo>
                  <a:cubicBezTo>
                    <a:pt x="102" y="987"/>
                    <a:pt x="122" y="978"/>
                    <a:pt x="143" y="971"/>
                  </a:cubicBezTo>
                  <a:cubicBezTo>
                    <a:pt x="158" y="966"/>
                    <a:pt x="173" y="965"/>
                    <a:pt x="188" y="960"/>
                  </a:cubicBezTo>
                  <a:cubicBezTo>
                    <a:pt x="225" y="950"/>
                    <a:pt x="262" y="946"/>
                    <a:pt x="299" y="957"/>
                  </a:cubicBezTo>
                  <a:cubicBezTo>
                    <a:pt x="312" y="961"/>
                    <a:pt x="325" y="967"/>
                    <a:pt x="338" y="971"/>
                  </a:cubicBezTo>
                  <a:cubicBezTo>
                    <a:pt x="343" y="973"/>
                    <a:pt x="348" y="974"/>
                    <a:pt x="352" y="974"/>
                  </a:cubicBezTo>
                  <a:cubicBezTo>
                    <a:pt x="363" y="972"/>
                    <a:pt x="373" y="969"/>
                    <a:pt x="383" y="966"/>
                  </a:cubicBezTo>
                  <a:cubicBezTo>
                    <a:pt x="387" y="965"/>
                    <a:pt x="391" y="963"/>
                    <a:pt x="393" y="960"/>
                  </a:cubicBezTo>
                  <a:cubicBezTo>
                    <a:pt x="400" y="950"/>
                    <a:pt x="407" y="939"/>
                    <a:pt x="413" y="928"/>
                  </a:cubicBezTo>
                  <a:cubicBezTo>
                    <a:pt x="420" y="914"/>
                    <a:pt x="425" y="899"/>
                    <a:pt x="431" y="885"/>
                  </a:cubicBezTo>
                  <a:cubicBezTo>
                    <a:pt x="438" y="872"/>
                    <a:pt x="436" y="863"/>
                    <a:pt x="423" y="856"/>
                  </a:cubicBezTo>
                  <a:cubicBezTo>
                    <a:pt x="413" y="851"/>
                    <a:pt x="402" y="846"/>
                    <a:pt x="391" y="843"/>
                  </a:cubicBezTo>
                  <a:cubicBezTo>
                    <a:pt x="372" y="838"/>
                    <a:pt x="353" y="832"/>
                    <a:pt x="334" y="832"/>
                  </a:cubicBezTo>
                  <a:cubicBezTo>
                    <a:pt x="301" y="832"/>
                    <a:pt x="269" y="837"/>
                    <a:pt x="237" y="839"/>
                  </a:cubicBezTo>
                  <a:cubicBezTo>
                    <a:pt x="233" y="839"/>
                    <a:pt x="227" y="835"/>
                    <a:pt x="226" y="832"/>
                  </a:cubicBezTo>
                  <a:cubicBezTo>
                    <a:pt x="223" y="823"/>
                    <a:pt x="221" y="814"/>
                    <a:pt x="220" y="804"/>
                  </a:cubicBezTo>
                  <a:cubicBezTo>
                    <a:pt x="219" y="782"/>
                    <a:pt x="220" y="760"/>
                    <a:pt x="240" y="746"/>
                  </a:cubicBezTo>
                  <a:cubicBezTo>
                    <a:pt x="261" y="732"/>
                    <a:pt x="283" y="717"/>
                    <a:pt x="307" y="707"/>
                  </a:cubicBezTo>
                  <a:cubicBezTo>
                    <a:pt x="337" y="693"/>
                    <a:pt x="360" y="662"/>
                    <a:pt x="350" y="628"/>
                  </a:cubicBezTo>
                  <a:cubicBezTo>
                    <a:pt x="349" y="624"/>
                    <a:pt x="350" y="620"/>
                    <a:pt x="349" y="616"/>
                  </a:cubicBezTo>
                  <a:cubicBezTo>
                    <a:pt x="348" y="602"/>
                    <a:pt x="337" y="592"/>
                    <a:pt x="323" y="594"/>
                  </a:cubicBezTo>
                  <a:cubicBezTo>
                    <a:pt x="307" y="596"/>
                    <a:pt x="292" y="599"/>
                    <a:pt x="276" y="603"/>
                  </a:cubicBezTo>
                  <a:cubicBezTo>
                    <a:pt x="262" y="607"/>
                    <a:pt x="249" y="613"/>
                    <a:pt x="236" y="618"/>
                  </a:cubicBezTo>
                  <a:cubicBezTo>
                    <a:pt x="226" y="621"/>
                    <a:pt x="222" y="619"/>
                    <a:pt x="222" y="611"/>
                  </a:cubicBezTo>
                  <a:cubicBezTo>
                    <a:pt x="223" y="597"/>
                    <a:pt x="224" y="584"/>
                    <a:pt x="226" y="571"/>
                  </a:cubicBezTo>
                  <a:cubicBezTo>
                    <a:pt x="230" y="543"/>
                    <a:pt x="247" y="526"/>
                    <a:pt x="274" y="526"/>
                  </a:cubicBezTo>
                  <a:cubicBezTo>
                    <a:pt x="305" y="525"/>
                    <a:pt x="324" y="510"/>
                    <a:pt x="336" y="483"/>
                  </a:cubicBezTo>
                  <a:cubicBezTo>
                    <a:pt x="339" y="476"/>
                    <a:pt x="342" y="468"/>
                    <a:pt x="346" y="461"/>
                  </a:cubicBezTo>
                  <a:cubicBezTo>
                    <a:pt x="358" y="445"/>
                    <a:pt x="372" y="430"/>
                    <a:pt x="383" y="414"/>
                  </a:cubicBezTo>
                  <a:cubicBezTo>
                    <a:pt x="398" y="393"/>
                    <a:pt x="413" y="373"/>
                    <a:pt x="424" y="350"/>
                  </a:cubicBezTo>
                  <a:cubicBezTo>
                    <a:pt x="444" y="306"/>
                    <a:pt x="463" y="261"/>
                    <a:pt x="480" y="215"/>
                  </a:cubicBezTo>
                  <a:cubicBezTo>
                    <a:pt x="487" y="194"/>
                    <a:pt x="490" y="170"/>
                    <a:pt x="489" y="148"/>
                  </a:cubicBezTo>
                  <a:cubicBezTo>
                    <a:pt x="489" y="128"/>
                    <a:pt x="482" y="108"/>
                    <a:pt x="475" y="89"/>
                  </a:cubicBezTo>
                  <a:close/>
                  <a:moveTo>
                    <a:pt x="172" y="413"/>
                  </a:moveTo>
                  <a:cubicBezTo>
                    <a:pt x="165" y="426"/>
                    <a:pt x="157" y="438"/>
                    <a:pt x="149" y="451"/>
                  </a:cubicBezTo>
                  <a:cubicBezTo>
                    <a:pt x="147" y="452"/>
                    <a:pt x="144" y="454"/>
                    <a:pt x="142" y="453"/>
                  </a:cubicBezTo>
                  <a:cubicBezTo>
                    <a:pt x="141" y="453"/>
                    <a:pt x="139" y="449"/>
                    <a:pt x="139" y="447"/>
                  </a:cubicBezTo>
                  <a:cubicBezTo>
                    <a:pt x="135" y="424"/>
                    <a:pt x="132" y="402"/>
                    <a:pt x="129" y="379"/>
                  </a:cubicBezTo>
                  <a:cubicBezTo>
                    <a:pt x="129" y="378"/>
                    <a:pt x="129" y="378"/>
                    <a:pt x="128" y="376"/>
                  </a:cubicBezTo>
                  <a:cubicBezTo>
                    <a:pt x="129" y="375"/>
                    <a:pt x="130" y="372"/>
                    <a:pt x="131" y="372"/>
                  </a:cubicBezTo>
                  <a:cubicBezTo>
                    <a:pt x="133" y="371"/>
                    <a:pt x="136" y="373"/>
                    <a:pt x="137" y="374"/>
                  </a:cubicBezTo>
                  <a:cubicBezTo>
                    <a:pt x="145" y="386"/>
                    <a:pt x="154" y="394"/>
                    <a:pt x="167" y="399"/>
                  </a:cubicBezTo>
                  <a:cubicBezTo>
                    <a:pt x="170" y="401"/>
                    <a:pt x="174" y="410"/>
                    <a:pt x="172" y="41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" name="Freeform 8"/>
            <p:cNvSpPr/>
            <p:nvPr/>
          </p:nvSpPr>
          <p:spPr bwMode="auto">
            <a:xfrm>
              <a:off x="298450" y="-814388"/>
              <a:ext cx="596900" cy="638175"/>
            </a:xfrm>
            <a:custGeom>
              <a:avLst/>
              <a:gdLst>
                <a:gd name="T0" fmla="*/ 688 w 780"/>
                <a:gd name="T1" fmla="*/ 11 h 832"/>
                <a:gd name="T2" fmla="*/ 484 w 780"/>
                <a:gd name="T3" fmla="*/ 70 h 832"/>
                <a:gd name="T4" fmla="*/ 139 w 780"/>
                <a:gd name="T5" fmla="*/ 221 h 832"/>
                <a:gd name="T6" fmla="*/ 10 w 780"/>
                <a:gd name="T7" fmla="*/ 297 h 832"/>
                <a:gd name="T8" fmla="*/ 15 w 780"/>
                <a:gd name="T9" fmla="*/ 348 h 832"/>
                <a:gd name="T10" fmla="*/ 153 w 780"/>
                <a:gd name="T11" fmla="*/ 310 h 832"/>
                <a:gd name="T12" fmla="*/ 297 w 780"/>
                <a:gd name="T13" fmla="*/ 231 h 832"/>
                <a:gd name="T14" fmla="*/ 417 w 780"/>
                <a:gd name="T15" fmla="*/ 187 h 832"/>
                <a:gd name="T16" fmla="*/ 268 w 780"/>
                <a:gd name="T17" fmla="*/ 354 h 832"/>
                <a:gd name="T18" fmla="*/ 242 w 780"/>
                <a:gd name="T19" fmla="*/ 519 h 832"/>
                <a:gd name="T20" fmla="*/ 288 w 780"/>
                <a:gd name="T21" fmla="*/ 521 h 832"/>
                <a:gd name="T22" fmla="*/ 321 w 780"/>
                <a:gd name="T23" fmla="*/ 470 h 832"/>
                <a:gd name="T24" fmla="*/ 341 w 780"/>
                <a:gd name="T25" fmla="*/ 429 h 832"/>
                <a:gd name="T26" fmla="*/ 455 w 780"/>
                <a:gd name="T27" fmla="*/ 318 h 832"/>
                <a:gd name="T28" fmla="*/ 532 w 780"/>
                <a:gd name="T29" fmla="*/ 300 h 832"/>
                <a:gd name="T30" fmla="*/ 437 w 780"/>
                <a:gd name="T31" fmla="*/ 392 h 832"/>
                <a:gd name="T32" fmla="*/ 328 w 780"/>
                <a:gd name="T33" fmla="*/ 512 h 832"/>
                <a:gd name="T34" fmla="*/ 368 w 780"/>
                <a:gd name="T35" fmla="*/ 530 h 832"/>
                <a:gd name="T36" fmla="*/ 366 w 780"/>
                <a:gd name="T37" fmla="*/ 623 h 832"/>
                <a:gd name="T38" fmla="*/ 272 w 780"/>
                <a:gd name="T39" fmla="*/ 683 h 832"/>
                <a:gd name="T40" fmla="*/ 233 w 780"/>
                <a:gd name="T41" fmla="*/ 673 h 832"/>
                <a:gd name="T42" fmla="*/ 202 w 780"/>
                <a:gd name="T43" fmla="*/ 717 h 832"/>
                <a:gd name="T44" fmla="*/ 268 w 780"/>
                <a:gd name="T45" fmla="*/ 771 h 832"/>
                <a:gd name="T46" fmla="*/ 348 w 780"/>
                <a:gd name="T47" fmla="*/ 716 h 832"/>
                <a:gd name="T48" fmla="*/ 350 w 780"/>
                <a:gd name="T49" fmla="*/ 792 h 832"/>
                <a:gd name="T50" fmla="*/ 378 w 780"/>
                <a:gd name="T51" fmla="*/ 823 h 832"/>
                <a:gd name="T52" fmla="*/ 406 w 780"/>
                <a:gd name="T53" fmla="*/ 824 h 832"/>
                <a:gd name="T54" fmla="*/ 440 w 780"/>
                <a:gd name="T55" fmla="*/ 796 h 832"/>
                <a:gd name="T56" fmla="*/ 437 w 780"/>
                <a:gd name="T57" fmla="*/ 695 h 832"/>
                <a:gd name="T58" fmla="*/ 528 w 780"/>
                <a:gd name="T59" fmla="*/ 659 h 832"/>
                <a:gd name="T60" fmla="*/ 537 w 780"/>
                <a:gd name="T61" fmla="*/ 691 h 832"/>
                <a:gd name="T62" fmla="*/ 501 w 780"/>
                <a:gd name="T63" fmla="*/ 717 h 832"/>
                <a:gd name="T64" fmla="*/ 526 w 780"/>
                <a:gd name="T65" fmla="*/ 713 h 832"/>
                <a:gd name="T66" fmla="*/ 612 w 780"/>
                <a:gd name="T67" fmla="*/ 676 h 832"/>
                <a:gd name="T68" fmla="*/ 518 w 780"/>
                <a:gd name="T69" fmla="*/ 587 h 832"/>
                <a:gd name="T70" fmla="*/ 439 w 780"/>
                <a:gd name="T71" fmla="*/ 588 h 832"/>
                <a:gd name="T72" fmla="*/ 462 w 780"/>
                <a:gd name="T73" fmla="*/ 510 h 832"/>
                <a:gd name="T74" fmla="*/ 511 w 780"/>
                <a:gd name="T75" fmla="*/ 427 h 832"/>
                <a:gd name="T76" fmla="*/ 539 w 780"/>
                <a:gd name="T77" fmla="*/ 343 h 832"/>
                <a:gd name="T78" fmla="*/ 549 w 780"/>
                <a:gd name="T79" fmla="*/ 253 h 832"/>
                <a:gd name="T80" fmla="*/ 435 w 780"/>
                <a:gd name="T81" fmla="*/ 266 h 832"/>
                <a:gd name="T82" fmla="*/ 342 w 780"/>
                <a:gd name="T83" fmla="*/ 324 h 832"/>
                <a:gd name="T84" fmla="*/ 306 w 780"/>
                <a:gd name="T85" fmla="*/ 357 h 832"/>
                <a:gd name="T86" fmla="*/ 317 w 780"/>
                <a:gd name="T87" fmla="*/ 317 h 832"/>
                <a:gd name="T88" fmla="*/ 424 w 780"/>
                <a:gd name="T89" fmla="*/ 204 h 832"/>
                <a:gd name="T90" fmla="*/ 534 w 780"/>
                <a:gd name="T91" fmla="*/ 157 h 832"/>
                <a:gd name="T92" fmla="*/ 703 w 780"/>
                <a:gd name="T93" fmla="*/ 130 h 832"/>
                <a:gd name="T94" fmla="*/ 772 w 780"/>
                <a:gd name="T95" fmla="*/ 103 h 832"/>
                <a:gd name="T96" fmla="*/ 711 w 780"/>
                <a:gd name="T97" fmla="*/ 4 h 8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780" h="832">
                  <a:moveTo>
                    <a:pt x="711" y="4"/>
                  </a:moveTo>
                  <a:cubicBezTo>
                    <a:pt x="703" y="5"/>
                    <a:pt x="696" y="9"/>
                    <a:pt x="688" y="11"/>
                  </a:cubicBezTo>
                  <a:cubicBezTo>
                    <a:pt x="653" y="20"/>
                    <a:pt x="619" y="28"/>
                    <a:pt x="585" y="38"/>
                  </a:cubicBezTo>
                  <a:cubicBezTo>
                    <a:pt x="551" y="48"/>
                    <a:pt x="517" y="58"/>
                    <a:pt x="484" y="70"/>
                  </a:cubicBezTo>
                  <a:cubicBezTo>
                    <a:pt x="448" y="83"/>
                    <a:pt x="238" y="171"/>
                    <a:pt x="228" y="176"/>
                  </a:cubicBezTo>
                  <a:cubicBezTo>
                    <a:pt x="198" y="191"/>
                    <a:pt x="169" y="206"/>
                    <a:pt x="139" y="221"/>
                  </a:cubicBezTo>
                  <a:cubicBezTo>
                    <a:pt x="118" y="231"/>
                    <a:pt x="98" y="243"/>
                    <a:pt x="77" y="252"/>
                  </a:cubicBezTo>
                  <a:cubicBezTo>
                    <a:pt x="51" y="262"/>
                    <a:pt x="29" y="277"/>
                    <a:pt x="10" y="297"/>
                  </a:cubicBezTo>
                  <a:cubicBezTo>
                    <a:pt x="7" y="300"/>
                    <a:pt x="4" y="304"/>
                    <a:pt x="4" y="308"/>
                  </a:cubicBezTo>
                  <a:cubicBezTo>
                    <a:pt x="0" y="323"/>
                    <a:pt x="2" y="337"/>
                    <a:pt x="15" y="348"/>
                  </a:cubicBezTo>
                  <a:cubicBezTo>
                    <a:pt x="29" y="360"/>
                    <a:pt x="45" y="364"/>
                    <a:pt x="62" y="356"/>
                  </a:cubicBezTo>
                  <a:cubicBezTo>
                    <a:pt x="92" y="341"/>
                    <a:pt x="123" y="325"/>
                    <a:pt x="153" y="310"/>
                  </a:cubicBezTo>
                  <a:cubicBezTo>
                    <a:pt x="196" y="288"/>
                    <a:pt x="234" y="257"/>
                    <a:pt x="280" y="239"/>
                  </a:cubicBezTo>
                  <a:cubicBezTo>
                    <a:pt x="285" y="236"/>
                    <a:pt x="291" y="233"/>
                    <a:pt x="297" y="231"/>
                  </a:cubicBezTo>
                  <a:cubicBezTo>
                    <a:pt x="334" y="215"/>
                    <a:pt x="369" y="201"/>
                    <a:pt x="406" y="186"/>
                  </a:cubicBezTo>
                  <a:cubicBezTo>
                    <a:pt x="414" y="182"/>
                    <a:pt x="417" y="186"/>
                    <a:pt x="417" y="187"/>
                  </a:cubicBezTo>
                  <a:cubicBezTo>
                    <a:pt x="418" y="191"/>
                    <a:pt x="409" y="198"/>
                    <a:pt x="403" y="203"/>
                  </a:cubicBezTo>
                  <a:cubicBezTo>
                    <a:pt x="351" y="248"/>
                    <a:pt x="305" y="297"/>
                    <a:pt x="268" y="354"/>
                  </a:cubicBezTo>
                  <a:cubicBezTo>
                    <a:pt x="249" y="383"/>
                    <a:pt x="237" y="414"/>
                    <a:pt x="233" y="447"/>
                  </a:cubicBezTo>
                  <a:cubicBezTo>
                    <a:pt x="230" y="471"/>
                    <a:pt x="229" y="496"/>
                    <a:pt x="242" y="519"/>
                  </a:cubicBezTo>
                  <a:cubicBezTo>
                    <a:pt x="247" y="528"/>
                    <a:pt x="254" y="536"/>
                    <a:pt x="265" y="536"/>
                  </a:cubicBezTo>
                  <a:cubicBezTo>
                    <a:pt x="276" y="536"/>
                    <a:pt x="283" y="529"/>
                    <a:pt x="288" y="521"/>
                  </a:cubicBezTo>
                  <a:cubicBezTo>
                    <a:pt x="297" y="509"/>
                    <a:pt x="305" y="497"/>
                    <a:pt x="313" y="485"/>
                  </a:cubicBezTo>
                  <a:cubicBezTo>
                    <a:pt x="317" y="480"/>
                    <a:pt x="319" y="475"/>
                    <a:pt x="321" y="470"/>
                  </a:cubicBezTo>
                  <a:cubicBezTo>
                    <a:pt x="325" y="463"/>
                    <a:pt x="328" y="456"/>
                    <a:pt x="332" y="450"/>
                  </a:cubicBezTo>
                  <a:cubicBezTo>
                    <a:pt x="335" y="443"/>
                    <a:pt x="338" y="436"/>
                    <a:pt x="341" y="429"/>
                  </a:cubicBezTo>
                  <a:cubicBezTo>
                    <a:pt x="346" y="418"/>
                    <a:pt x="348" y="405"/>
                    <a:pt x="356" y="397"/>
                  </a:cubicBezTo>
                  <a:cubicBezTo>
                    <a:pt x="386" y="368"/>
                    <a:pt x="417" y="338"/>
                    <a:pt x="455" y="318"/>
                  </a:cubicBezTo>
                  <a:cubicBezTo>
                    <a:pt x="475" y="307"/>
                    <a:pt x="496" y="296"/>
                    <a:pt x="520" y="296"/>
                  </a:cubicBezTo>
                  <a:cubicBezTo>
                    <a:pt x="524" y="296"/>
                    <a:pt x="530" y="297"/>
                    <a:pt x="532" y="300"/>
                  </a:cubicBezTo>
                  <a:cubicBezTo>
                    <a:pt x="533" y="303"/>
                    <a:pt x="531" y="309"/>
                    <a:pt x="529" y="312"/>
                  </a:cubicBezTo>
                  <a:cubicBezTo>
                    <a:pt x="505" y="346"/>
                    <a:pt x="471" y="369"/>
                    <a:pt x="437" y="392"/>
                  </a:cubicBezTo>
                  <a:cubicBezTo>
                    <a:pt x="414" y="407"/>
                    <a:pt x="390" y="419"/>
                    <a:pt x="367" y="435"/>
                  </a:cubicBezTo>
                  <a:cubicBezTo>
                    <a:pt x="340" y="453"/>
                    <a:pt x="333" y="482"/>
                    <a:pt x="328" y="512"/>
                  </a:cubicBezTo>
                  <a:cubicBezTo>
                    <a:pt x="326" y="529"/>
                    <a:pt x="341" y="540"/>
                    <a:pt x="358" y="534"/>
                  </a:cubicBezTo>
                  <a:cubicBezTo>
                    <a:pt x="362" y="533"/>
                    <a:pt x="365" y="531"/>
                    <a:pt x="368" y="530"/>
                  </a:cubicBezTo>
                  <a:cubicBezTo>
                    <a:pt x="375" y="528"/>
                    <a:pt x="378" y="529"/>
                    <a:pt x="379" y="538"/>
                  </a:cubicBezTo>
                  <a:cubicBezTo>
                    <a:pt x="380" y="567"/>
                    <a:pt x="372" y="595"/>
                    <a:pt x="366" y="623"/>
                  </a:cubicBezTo>
                  <a:cubicBezTo>
                    <a:pt x="365" y="627"/>
                    <a:pt x="362" y="631"/>
                    <a:pt x="358" y="634"/>
                  </a:cubicBezTo>
                  <a:cubicBezTo>
                    <a:pt x="332" y="654"/>
                    <a:pt x="305" y="674"/>
                    <a:pt x="272" y="683"/>
                  </a:cubicBezTo>
                  <a:cubicBezTo>
                    <a:pt x="261" y="686"/>
                    <a:pt x="246" y="689"/>
                    <a:pt x="245" y="677"/>
                  </a:cubicBezTo>
                  <a:cubicBezTo>
                    <a:pt x="244" y="672"/>
                    <a:pt x="247" y="669"/>
                    <a:pt x="233" y="673"/>
                  </a:cubicBezTo>
                  <a:cubicBezTo>
                    <a:pt x="220" y="678"/>
                    <a:pt x="211" y="687"/>
                    <a:pt x="207" y="701"/>
                  </a:cubicBezTo>
                  <a:cubicBezTo>
                    <a:pt x="205" y="706"/>
                    <a:pt x="205" y="712"/>
                    <a:pt x="202" y="717"/>
                  </a:cubicBezTo>
                  <a:cubicBezTo>
                    <a:pt x="193" y="731"/>
                    <a:pt x="204" y="763"/>
                    <a:pt x="218" y="775"/>
                  </a:cubicBezTo>
                  <a:cubicBezTo>
                    <a:pt x="235" y="788"/>
                    <a:pt x="246" y="785"/>
                    <a:pt x="268" y="771"/>
                  </a:cubicBezTo>
                  <a:cubicBezTo>
                    <a:pt x="289" y="759"/>
                    <a:pt x="308" y="743"/>
                    <a:pt x="329" y="728"/>
                  </a:cubicBezTo>
                  <a:cubicBezTo>
                    <a:pt x="332" y="726"/>
                    <a:pt x="344" y="718"/>
                    <a:pt x="348" y="716"/>
                  </a:cubicBezTo>
                  <a:cubicBezTo>
                    <a:pt x="349" y="721"/>
                    <a:pt x="345" y="735"/>
                    <a:pt x="346" y="747"/>
                  </a:cubicBezTo>
                  <a:cubicBezTo>
                    <a:pt x="347" y="759"/>
                    <a:pt x="347" y="774"/>
                    <a:pt x="350" y="792"/>
                  </a:cubicBezTo>
                  <a:cubicBezTo>
                    <a:pt x="350" y="794"/>
                    <a:pt x="352" y="796"/>
                    <a:pt x="353" y="798"/>
                  </a:cubicBezTo>
                  <a:cubicBezTo>
                    <a:pt x="359" y="804"/>
                    <a:pt x="369" y="815"/>
                    <a:pt x="378" y="823"/>
                  </a:cubicBezTo>
                  <a:cubicBezTo>
                    <a:pt x="383" y="829"/>
                    <a:pt x="388" y="832"/>
                    <a:pt x="396" y="826"/>
                  </a:cubicBezTo>
                  <a:cubicBezTo>
                    <a:pt x="398" y="824"/>
                    <a:pt x="403" y="823"/>
                    <a:pt x="406" y="824"/>
                  </a:cubicBezTo>
                  <a:cubicBezTo>
                    <a:pt x="418" y="828"/>
                    <a:pt x="423" y="821"/>
                    <a:pt x="428" y="813"/>
                  </a:cubicBezTo>
                  <a:cubicBezTo>
                    <a:pt x="431" y="808"/>
                    <a:pt x="435" y="801"/>
                    <a:pt x="440" y="796"/>
                  </a:cubicBezTo>
                  <a:cubicBezTo>
                    <a:pt x="448" y="790"/>
                    <a:pt x="450" y="783"/>
                    <a:pt x="446" y="774"/>
                  </a:cubicBezTo>
                  <a:cubicBezTo>
                    <a:pt x="437" y="748"/>
                    <a:pt x="438" y="721"/>
                    <a:pt x="437" y="695"/>
                  </a:cubicBezTo>
                  <a:cubicBezTo>
                    <a:pt x="437" y="681"/>
                    <a:pt x="442" y="675"/>
                    <a:pt x="454" y="671"/>
                  </a:cubicBezTo>
                  <a:cubicBezTo>
                    <a:pt x="480" y="662"/>
                    <a:pt x="508" y="656"/>
                    <a:pt x="528" y="659"/>
                  </a:cubicBezTo>
                  <a:cubicBezTo>
                    <a:pt x="538" y="661"/>
                    <a:pt x="546" y="663"/>
                    <a:pt x="549" y="669"/>
                  </a:cubicBezTo>
                  <a:cubicBezTo>
                    <a:pt x="554" y="675"/>
                    <a:pt x="545" y="684"/>
                    <a:pt x="537" y="691"/>
                  </a:cubicBezTo>
                  <a:cubicBezTo>
                    <a:pt x="529" y="698"/>
                    <a:pt x="508" y="712"/>
                    <a:pt x="504" y="714"/>
                  </a:cubicBezTo>
                  <a:cubicBezTo>
                    <a:pt x="503" y="715"/>
                    <a:pt x="501" y="716"/>
                    <a:pt x="501" y="717"/>
                  </a:cubicBezTo>
                  <a:cubicBezTo>
                    <a:pt x="503" y="719"/>
                    <a:pt x="507" y="718"/>
                    <a:pt x="509" y="717"/>
                  </a:cubicBezTo>
                  <a:cubicBezTo>
                    <a:pt x="513" y="715"/>
                    <a:pt x="522" y="713"/>
                    <a:pt x="526" y="713"/>
                  </a:cubicBezTo>
                  <a:cubicBezTo>
                    <a:pt x="530" y="713"/>
                    <a:pt x="537" y="716"/>
                    <a:pt x="547" y="712"/>
                  </a:cubicBezTo>
                  <a:cubicBezTo>
                    <a:pt x="570" y="702"/>
                    <a:pt x="594" y="695"/>
                    <a:pt x="612" y="676"/>
                  </a:cubicBezTo>
                  <a:cubicBezTo>
                    <a:pt x="640" y="646"/>
                    <a:pt x="628" y="614"/>
                    <a:pt x="598" y="599"/>
                  </a:cubicBezTo>
                  <a:cubicBezTo>
                    <a:pt x="573" y="586"/>
                    <a:pt x="546" y="584"/>
                    <a:pt x="518" y="587"/>
                  </a:cubicBezTo>
                  <a:cubicBezTo>
                    <a:pt x="496" y="590"/>
                    <a:pt x="474" y="595"/>
                    <a:pt x="452" y="599"/>
                  </a:cubicBezTo>
                  <a:cubicBezTo>
                    <a:pt x="441" y="601"/>
                    <a:pt x="437" y="597"/>
                    <a:pt x="439" y="588"/>
                  </a:cubicBezTo>
                  <a:cubicBezTo>
                    <a:pt x="444" y="564"/>
                    <a:pt x="450" y="540"/>
                    <a:pt x="456" y="517"/>
                  </a:cubicBezTo>
                  <a:cubicBezTo>
                    <a:pt x="457" y="514"/>
                    <a:pt x="460" y="511"/>
                    <a:pt x="462" y="510"/>
                  </a:cubicBezTo>
                  <a:cubicBezTo>
                    <a:pt x="480" y="502"/>
                    <a:pt x="495" y="491"/>
                    <a:pt x="506" y="474"/>
                  </a:cubicBezTo>
                  <a:cubicBezTo>
                    <a:pt x="516" y="459"/>
                    <a:pt x="519" y="444"/>
                    <a:pt x="511" y="427"/>
                  </a:cubicBezTo>
                  <a:cubicBezTo>
                    <a:pt x="505" y="414"/>
                    <a:pt x="502" y="398"/>
                    <a:pt x="513" y="384"/>
                  </a:cubicBezTo>
                  <a:cubicBezTo>
                    <a:pt x="522" y="371"/>
                    <a:pt x="531" y="357"/>
                    <a:pt x="539" y="343"/>
                  </a:cubicBezTo>
                  <a:cubicBezTo>
                    <a:pt x="546" y="329"/>
                    <a:pt x="553" y="314"/>
                    <a:pt x="560" y="300"/>
                  </a:cubicBezTo>
                  <a:cubicBezTo>
                    <a:pt x="568" y="282"/>
                    <a:pt x="563" y="259"/>
                    <a:pt x="549" y="253"/>
                  </a:cubicBezTo>
                  <a:cubicBezTo>
                    <a:pt x="536" y="248"/>
                    <a:pt x="521" y="244"/>
                    <a:pt x="507" y="242"/>
                  </a:cubicBezTo>
                  <a:cubicBezTo>
                    <a:pt x="480" y="238"/>
                    <a:pt x="457" y="253"/>
                    <a:pt x="435" y="266"/>
                  </a:cubicBezTo>
                  <a:cubicBezTo>
                    <a:pt x="415" y="277"/>
                    <a:pt x="397" y="290"/>
                    <a:pt x="378" y="302"/>
                  </a:cubicBezTo>
                  <a:cubicBezTo>
                    <a:pt x="366" y="309"/>
                    <a:pt x="353" y="315"/>
                    <a:pt x="342" y="324"/>
                  </a:cubicBezTo>
                  <a:cubicBezTo>
                    <a:pt x="332" y="333"/>
                    <a:pt x="323" y="344"/>
                    <a:pt x="314" y="354"/>
                  </a:cubicBezTo>
                  <a:cubicBezTo>
                    <a:pt x="312" y="356"/>
                    <a:pt x="309" y="356"/>
                    <a:pt x="306" y="357"/>
                  </a:cubicBezTo>
                  <a:cubicBezTo>
                    <a:pt x="305" y="355"/>
                    <a:pt x="304" y="352"/>
                    <a:pt x="304" y="349"/>
                  </a:cubicBezTo>
                  <a:cubicBezTo>
                    <a:pt x="308" y="338"/>
                    <a:pt x="311" y="327"/>
                    <a:pt x="317" y="317"/>
                  </a:cubicBezTo>
                  <a:cubicBezTo>
                    <a:pt x="330" y="299"/>
                    <a:pt x="343" y="280"/>
                    <a:pt x="358" y="263"/>
                  </a:cubicBezTo>
                  <a:cubicBezTo>
                    <a:pt x="379" y="242"/>
                    <a:pt x="400" y="221"/>
                    <a:pt x="424" y="204"/>
                  </a:cubicBezTo>
                  <a:cubicBezTo>
                    <a:pt x="443" y="191"/>
                    <a:pt x="466" y="183"/>
                    <a:pt x="488" y="173"/>
                  </a:cubicBezTo>
                  <a:cubicBezTo>
                    <a:pt x="503" y="167"/>
                    <a:pt x="518" y="160"/>
                    <a:pt x="534" y="157"/>
                  </a:cubicBezTo>
                  <a:cubicBezTo>
                    <a:pt x="566" y="151"/>
                    <a:pt x="599" y="147"/>
                    <a:pt x="632" y="141"/>
                  </a:cubicBezTo>
                  <a:cubicBezTo>
                    <a:pt x="656" y="138"/>
                    <a:pt x="679" y="132"/>
                    <a:pt x="703" y="130"/>
                  </a:cubicBezTo>
                  <a:cubicBezTo>
                    <a:pt x="721" y="129"/>
                    <a:pt x="740" y="131"/>
                    <a:pt x="756" y="119"/>
                  </a:cubicBezTo>
                  <a:cubicBezTo>
                    <a:pt x="762" y="115"/>
                    <a:pt x="770" y="109"/>
                    <a:pt x="772" y="103"/>
                  </a:cubicBezTo>
                  <a:cubicBezTo>
                    <a:pt x="778" y="84"/>
                    <a:pt x="780" y="64"/>
                    <a:pt x="773" y="44"/>
                  </a:cubicBezTo>
                  <a:cubicBezTo>
                    <a:pt x="765" y="19"/>
                    <a:pt x="737" y="0"/>
                    <a:pt x="711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" name="Freeform 9"/>
            <p:cNvSpPr/>
            <p:nvPr/>
          </p:nvSpPr>
          <p:spPr bwMode="auto">
            <a:xfrm>
              <a:off x="1839912" y="-752475"/>
              <a:ext cx="465138" cy="438150"/>
            </a:xfrm>
            <a:custGeom>
              <a:avLst/>
              <a:gdLst>
                <a:gd name="T0" fmla="*/ 575 w 608"/>
                <a:gd name="T1" fmla="*/ 324 h 573"/>
                <a:gd name="T2" fmla="*/ 530 w 608"/>
                <a:gd name="T3" fmla="*/ 319 h 573"/>
                <a:gd name="T4" fmla="*/ 505 w 608"/>
                <a:gd name="T5" fmla="*/ 335 h 573"/>
                <a:gd name="T6" fmla="*/ 438 w 608"/>
                <a:gd name="T7" fmla="*/ 339 h 573"/>
                <a:gd name="T8" fmla="*/ 423 w 608"/>
                <a:gd name="T9" fmla="*/ 339 h 573"/>
                <a:gd name="T10" fmla="*/ 428 w 608"/>
                <a:gd name="T11" fmla="*/ 325 h 573"/>
                <a:gd name="T12" fmla="*/ 481 w 608"/>
                <a:gd name="T13" fmla="*/ 232 h 573"/>
                <a:gd name="T14" fmla="*/ 512 w 608"/>
                <a:gd name="T15" fmla="*/ 143 h 573"/>
                <a:gd name="T16" fmla="*/ 512 w 608"/>
                <a:gd name="T17" fmla="*/ 97 h 573"/>
                <a:gd name="T18" fmla="*/ 506 w 608"/>
                <a:gd name="T19" fmla="*/ 80 h 573"/>
                <a:gd name="T20" fmla="*/ 472 w 608"/>
                <a:gd name="T21" fmla="*/ 23 h 573"/>
                <a:gd name="T22" fmla="*/ 394 w 608"/>
                <a:gd name="T23" fmla="*/ 0 h 573"/>
                <a:gd name="T24" fmla="*/ 273 w 608"/>
                <a:gd name="T25" fmla="*/ 48 h 573"/>
                <a:gd name="T26" fmla="*/ 194 w 608"/>
                <a:gd name="T27" fmla="*/ 109 h 573"/>
                <a:gd name="T28" fmla="*/ 173 w 608"/>
                <a:gd name="T29" fmla="*/ 156 h 573"/>
                <a:gd name="T30" fmla="*/ 231 w 608"/>
                <a:gd name="T31" fmla="*/ 223 h 573"/>
                <a:gd name="T32" fmla="*/ 308 w 608"/>
                <a:gd name="T33" fmla="*/ 213 h 573"/>
                <a:gd name="T34" fmla="*/ 369 w 608"/>
                <a:gd name="T35" fmla="*/ 180 h 573"/>
                <a:gd name="T36" fmla="*/ 399 w 608"/>
                <a:gd name="T37" fmla="*/ 171 h 573"/>
                <a:gd name="T38" fmla="*/ 363 w 608"/>
                <a:gd name="T39" fmla="*/ 251 h 573"/>
                <a:gd name="T40" fmla="*/ 306 w 608"/>
                <a:gd name="T41" fmla="*/ 334 h 573"/>
                <a:gd name="T42" fmla="*/ 233 w 608"/>
                <a:gd name="T43" fmla="*/ 372 h 573"/>
                <a:gd name="T44" fmla="*/ 174 w 608"/>
                <a:gd name="T45" fmla="*/ 387 h 573"/>
                <a:gd name="T46" fmla="*/ 67 w 608"/>
                <a:gd name="T47" fmla="*/ 427 h 573"/>
                <a:gd name="T48" fmla="*/ 35 w 608"/>
                <a:gd name="T49" fmla="*/ 453 h 573"/>
                <a:gd name="T50" fmla="*/ 22 w 608"/>
                <a:gd name="T51" fmla="*/ 482 h 573"/>
                <a:gd name="T52" fmla="*/ 63 w 608"/>
                <a:gd name="T53" fmla="*/ 569 h 573"/>
                <a:gd name="T54" fmla="*/ 112 w 608"/>
                <a:gd name="T55" fmla="*/ 568 h 573"/>
                <a:gd name="T56" fmla="*/ 215 w 608"/>
                <a:gd name="T57" fmla="*/ 535 h 573"/>
                <a:gd name="T58" fmla="*/ 477 w 608"/>
                <a:gd name="T59" fmla="*/ 473 h 573"/>
                <a:gd name="T60" fmla="*/ 516 w 608"/>
                <a:gd name="T61" fmla="*/ 474 h 573"/>
                <a:gd name="T62" fmla="*/ 551 w 608"/>
                <a:gd name="T63" fmla="*/ 483 h 573"/>
                <a:gd name="T64" fmla="*/ 591 w 608"/>
                <a:gd name="T65" fmla="*/ 453 h 573"/>
                <a:gd name="T66" fmla="*/ 606 w 608"/>
                <a:gd name="T67" fmla="*/ 394 h 573"/>
                <a:gd name="T68" fmla="*/ 575 w 608"/>
                <a:gd name="T69" fmla="*/ 324 h 5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608" h="573">
                  <a:moveTo>
                    <a:pt x="575" y="324"/>
                  </a:moveTo>
                  <a:cubicBezTo>
                    <a:pt x="561" y="310"/>
                    <a:pt x="547" y="309"/>
                    <a:pt x="530" y="319"/>
                  </a:cubicBezTo>
                  <a:cubicBezTo>
                    <a:pt x="522" y="323"/>
                    <a:pt x="514" y="333"/>
                    <a:pt x="505" y="335"/>
                  </a:cubicBezTo>
                  <a:cubicBezTo>
                    <a:pt x="483" y="339"/>
                    <a:pt x="462" y="337"/>
                    <a:pt x="438" y="339"/>
                  </a:cubicBezTo>
                  <a:cubicBezTo>
                    <a:pt x="434" y="339"/>
                    <a:pt x="426" y="341"/>
                    <a:pt x="423" y="339"/>
                  </a:cubicBezTo>
                  <a:cubicBezTo>
                    <a:pt x="420" y="336"/>
                    <a:pt x="426" y="328"/>
                    <a:pt x="428" y="325"/>
                  </a:cubicBezTo>
                  <a:cubicBezTo>
                    <a:pt x="442" y="302"/>
                    <a:pt x="469" y="260"/>
                    <a:pt x="481" y="232"/>
                  </a:cubicBezTo>
                  <a:cubicBezTo>
                    <a:pt x="496" y="199"/>
                    <a:pt x="509" y="152"/>
                    <a:pt x="512" y="143"/>
                  </a:cubicBezTo>
                  <a:cubicBezTo>
                    <a:pt x="516" y="129"/>
                    <a:pt x="518" y="111"/>
                    <a:pt x="512" y="97"/>
                  </a:cubicBezTo>
                  <a:cubicBezTo>
                    <a:pt x="510" y="92"/>
                    <a:pt x="508" y="86"/>
                    <a:pt x="506" y="80"/>
                  </a:cubicBezTo>
                  <a:cubicBezTo>
                    <a:pt x="499" y="58"/>
                    <a:pt x="492" y="36"/>
                    <a:pt x="472" y="23"/>
                  </a:cubicBezTo>
                  <a:cubicBezTo>
                    <a:pt x="448" y="7"/>
                    <a:pt x="422" y="0"/>
                    <a:pt x="394" y="0"/>
                  </a:cubicBezTo>
                  <a:cubicBezTo>
                    <a:pt x="348" y="1"/>
                    <a:pt x="310" y="24"/>
                    <a:pt x="273" y="48"/>
                  </a:cubicBezTo>
                  <a:cubicBezTo>
                    <a:pt x="246" y="66"/>
                    <a:pt x="220" y="88"/>
                    <a:pt x="194" y="109"/>
                  </a:cubicBezTo>
                  <a:cubicBezTo>
                    <a:pt x="177" y="122"/>
                    <a:pt x="167" y="142"/>
                    <a:pt x="173" y="156"/>
                  </a:cubicBezTo>
                  <a:cubicBezTo>
                    <a:pt x="185" y="185"/>
                    <a:pt x="203" y="209"/>
                    <a:pt x="231" y="223"/>
                  </a:cubicBezTo>
                  <a:cubicBezTo>
                    <a:pt x="256" y="236"/>
                    <a:pt x="287" y="222"/>
                    <a:pt x="308" y="213"/>
                  </a:cubicBezTo>
                  <a:cubicBezTo>
                    <a:pt x="335" y="201"/>
                    <a:pt x="346" y="191"/>
                    <a:pt x="369" y="180"/>
                  </a:cubicBezTo>
                  <a:cubicBezTo>
                    <a:pt x="375" y="177"/>
                    <a:pt x="393" y="166"/>
                    <a:pt x="399" y="171"/>
                  </a:cubicBezTo>
                  <a:cubicBezTo>
                    <a:pt x="404" y="176"/>
                    <a:pt x="374" y="229"/>
                    <a:pt x="363" y="251"/>
                  </a:cubicBezTo>
                  <a:cubicBezTo>
                    <a:pt x="349" y="282"/>
                    <a:pt x="328" y="309"/>
                    <a:pt x="306" y="334"/>
                  </a:cubicBezTo>
                  <a:cubicBezTo>
                    <a:pt x="286" y="356"/>
                    <a:pt x="260" y="365"/>
                    <a:pt x="233" y="372"/>
                  </a:cubicBezTo>
                  <a:cubicBezTo>
                    <a:pt x="213" y="377"/>
                    <a:pt x="193" y="380"/>
                    <a:pt x="174" y="387"/>
                  </a:cubicBezTo>
                  <a:cubicBezTo>
                    <a:pt x="138" y="399"/>
                    <a:pt x="103" y="413"/>
                    <a:pt x="67" y="427"/>
                  </a:cubicBezTo>
                  <a:cubicBezTo>
                    <a:pt x="54" y="432"/>
                    <a:pt x="41" y="438"/>
                    <a:pt x="35" y="453"/>
                  </a:cubicBezTo>
                  <a:cubicBezTo>
                    <a:pt x="30" y="463"/>
                    <a:pt x="27" y="473"/>
                    <a:pt x="22" y="482"/>
                  </a:cubicBezTo>
                  <a:cubicBezTo>
                    <a:pt x="0" y="521"/>
                    <a:pt x="29" y="565"/>
                    <a:pt x="63" y="569"/>
                  </a:cubicBezTo>
                  <a:cubicBezTo>
                    <a:pt x="79" y="570"/>
                    <a:pt x="95" y="573"/>
                    <a:pt x="112" y="568"/>
                  </a:cubicBezTo>
                  <a:cubicBezTo>
                    <a:pt x="148" y="557"/>
                    <a:pt x="202" y="539"/>
                    <a:pt x="215" y="535"/>
                  </a:cubicBezTo>
                  <a:cubicBezTo>
                    <a:pt x="241" y="527"/>
                    <a:pt x="414" y="478"/>
                    <a:pt x="477" y="473"/>
                  </a:cubicBezTo>
                  <a:cubicBezTo>
                    <a:pt x="490" y="473"/>
                    <a:pt x="503" y="472"/>
                    <a:pt x="516" y="474"/>
                  </a:cubicBezTo>
                  <a:cubicBezTo>
                    <a:pt x="528" y="476"/>
                    <a:pt x="540" y="483"/>
                    <a:pt x="551" y="483"/>
                  </a:cubicBezTo>
                  <a:cubicBezTo>
                    <a:pt x="568" y="483"/>
                    <a:pt x="579" y="477"/>
                    <a:pt x="591" y="453"/>
                  </a:cubicBezTo>
                  <a:cubicBezTo>
                    <a:pt x="601" y="434"/>
                    <a:pt x="608" y="416"/>
                    <a:pt x="606" y="394"/>
                  </a:cubicBezTo>
                  <a:cubicBezTo>
                    <a:pt x="605" y="368"/>
                    <a:pt x="592" y="343"/>
                    <a:pt x="575" y="3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" name="Freeform 10"/>
            <p:cNvSpPr/>
            <p:nvPr/>
          </p:nvSpPr>
          <p:spPr bwMode="auto">
            <a:xfrm>
              <a:off x="3209925" y="-660400"/>
              <a:ext cx="519113" cy="490538"/>
            </a:xfrm>
            <a:custGeom>
              <a:avLst/>
              <a:gdLst>
                <a:gd name="T0" fmla="*/ 609 w 680"/>
                <a:gd name="T1" fmla="*/ 178 h 640"/>
                <a:gd name="T2" fmla="*/ 538 w 680"/>
                <a:gd name="T3" fmla="*/ 176 h 640"/>
                <a:gd name="T4" fmla="*/ 414 w 680"/>
                <a:gd name="T5" fmla="*/ 199 h 640"/>
                <a:gd name="T6" fmla="*/ 372 w 680"/>
                <a:gd name="T7" fmla="*/ 208 h 640"/>
                <a:gd name="T8" fmla="*/ 360 w 680"/>
                <a:gd name="T9" fmla="*/ 204 h 640"/>
                <a:gd name="T10" fmla="*/ 365 w 680"/>
                <a:gd name="T11" fmla="*/ 191 h 640"/>
                <a:gd name="T12" fmla="*/ 386 w 680"/>
                <a:gd name="T13" fmla="*/ 160 h 640"/>
                <a:gd name="T14" fmla="*/ 409 w 680"/>
                <a:gd name="T15" fmla="*/ 126 h 640"/>
                <a:gd name="T16" fmla="*/ 444 w 680"/>
                <a:gd name="T17" fmla="*/ 81 h 640"/>
                <a:gd name="T18" fmla="*/ 439 w 680"/>
                <a:gd name="T19" fmla="*/ 48 h 640"/>
                <a:gd name="T20" fmla="*/ 434 w 680"/>
                <a:gd name="T21" fmla="*/ 40 h 640"/>
                <a:gd name="T22" fmla="*/ 357 w 680"/>
                <a:gd name="T23" fmla="*/ 9 h 640"/>
                <a:gd name="T24" fmla="*/ 290 w 680"/>
                <a:gd name="T25" fmla="*/ 32 h 640"/>
                <a:gd name="T26" fmla="*/ 273 w 680"/>
                <a:gd name="T27" fmla="*/ 52 h 640"/>
                <a:gd name="T28" fmla="*/ 286 w 680"/>
                <a:gd name="T29" fmla="*/ 76 h 640"/>
                <a:gd name="T30" fmla="*/ 326 w 680"/>
                <a:gd name="T31" fmla="*/ 96 h 640"/>
                <a:gd name="T32" fmla="*/ 336 w 680"/>
                <a:gd name="T33" fmla="*/ 108 h 640"/>
                <a:gd name="T34" fmla="*/ 317 w 680"/>
                <a:gd name="T35" fmla="*/ 148 h 640"/>
                <a:gd name="T36" fmla="*/ 296 w 680"/>
                <a:gd name="T37" fmla="*/ 179 h 640"/>
                <a:gd name="T38" fmla="*/ 288 w 680"/>
                <a:gd name="T39" fmla="*/ 222 h 640"/>
                <a:gd name="T40" fmla="*/ 277 w 680"/>
                <a:gd name="T41" fmla="*/ 234 h 640"/>
                <a:gd name="T42" fmla="*/ 166 w 680"/>
                <a:gd name="T43" fmla="*/ 275 h 640"/>
                <a:gd name="T44" fmla="*/ 77 w 680"/>
                <a:gd name="T45" fmla="*/ 315 h 640"/>
                <a:gd name="T46" fmla="*/ 16 w 680"/>
                <a:gd name="T47" fmla="*/ 339 h 640"/>
                <a:gd name="T48" fmla="*/ 7 w 680"/>
                <a:gd name="T49" fmla="*/ 362 h 640"/>
                <a:gd name="T50" fmla="*/ 13 w 680"/>
                <a:gd name="T51" fmla="*/ 373 h 640"/>
                <a:gd name="T52" fmla="*/ 89 w 680"/>
                <a:gd name="T53" fmla="*/ 419 h 640"/>
                <a:gd name="T54" fmla="*/ 110 w 680"/>
                <a:gd name="T55" fmla="*/ 416 h 640"/>
                <a:gd name="T56" fmla="*/ 279 w 680"/>
                <a:gd name="T57" fmla="*/ 347 h 640"/>
                <a:gd name="T58" fmla="*/ 334 w 680"/>
                <a:gd name="T59" fmla="*/ 332 h 640"/>
                <a:gd name="T60" fmla="*/ 327 w 680"/>
                <a:gd name="T61" fmla="*/ 460 h 640"/>
                <a:gd name="T62" fmla="*/ 278 w 680"/>
                <a:gd name="T63" fmla="*/ 537 h 640"/>
                <a:gd name="T64" fmla="*/ 233 w 680"/>
                <a:gd name="T65" fmla="*/ 544 h 640"/>
                <a:gd name="T66" fmla="*/ 173 w 680"/>
                <a:gd name="T67" fmla="*/ 502 h 640"/>
                <a:gd name="T68" fmla="*/ 152 w 680"/>
                <a:gd name="T69" fmla="*/ 485 h 640"/>
                <a:gd name="T70" fmla="*/ 147 w 680"/>
                <a:gd name="T71" fmla="*/ 496 h 640"/>
                <a:gd name="T72" fmla="*/ 177 w 680"/>
                <a:gd name="T73" fmla="*/ 551 h 640"/>
                <a:gd name="T74" fmla="*/ 181 w 680"/>
                <a:gd name="T75" fmla="*/ 581 h 640"/>
                <a:gd name="T76" fmla="*/ 220 w 680"/>
                <a:gd name="T77" fmla="*/ 624 h 640"/>
                <a:gd name="T78" fmla="*/ 289 w 680"/>
                <a:gd name="T79" fmla="*/ 629 h 640"/>
                <a:gd name="T80" fmla="*/ 404 w 680"/>
                <a:gd name="T81" fmla="*/ 471 h 640"/>
                <a:gd name="T82" fmla="*/ 424 w 680"/>
                <a:gd name="T83" fmla="*/ 322 h 640"/>
                <a:gd name="T84" fmla="*/ 435 w 680"/>
                <a:gd name="T85" fmla="*/ 315 h 640"/>
                <a:gd name="T86" fmla="*/ 488 w 680"/>
                <a:gd name="T87" fmla="*/ 305 h 640"/>
                <a:gd name="T88" fmla="*/ 579 w 680"/>
                <a:gd name="T89" fmla="*/ 307 h 640"/>
                <a:gd name="T90" fmla="*/ 625 w 680"/>
                <a:gd name="T91" fmla="*/ 319 h 640"/>
                <a:gd name="T92" fmla="*/ 662 w 680"/>
                <a:gd name="T93" fmla="*/ 283 h 640"/>
                <a:gd name="T94" fmla="*/ 655 w 680"/>
                <a:gd name="T95" fmla="*/ 214 h 640"/>
                <a:gd name="T96" fmla="*/ 609 w 680"/>
                <a:gd name="T97" fmla="*/ 178 h 6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680" h="640">
                  <a:moveTo>
                    <a:pt x="609" y="178"/>
                  </a:moveTo>
                  <a:cubicBezTo>
                    <a:pt x="594" y="172"/>
                    <a:pt x="578" y="170"/>
                    <a:pt x="538" y="176"/>
                  </a:cubicBezTo>
                  <a:cubicBezTo>
                    <a:pt x="507" y="181"/>
                    <a:pt x="462" y="187"/>
                    <a:pt x="414" y="199"/>
                  </a:cubicBezTo>
                  <a:cubicBezTo>
                    <a:pt x="402" y="203"/>
                    <a:pt x="385" y="206"/>
                    <a:pt x="372" y="208"/>
                  </a:cubicBezTo>
                  <a:cubicBezTo>
                    <a:pt x="367" y="208"/>
                    <a:pt x="362" y="210"/>
                    <a:pt x="360" y="204"/>
                  </a:cubicBezTo>
                  <a:cubicBezTo>
                    <a:pt x="360" y="201"/>
                    <a:pt x="362" y="195"/>
                    <a:pt x="365" y="191"/>
                  </a:cubicBezTo>
                  <a:cubicBezTo>
                    <a:pt x="371" y="180"/>
                    <a:pt x="379" y="170"/>
                    <a:pt x="386" y="160"/>
                  </a:cubicBezTo>
                  <a:cubicBezTo>
                    <a:pt x="393" y="149"/>
                    <a:pt x="401" y="137"/>
                    <a:pt x="409" y="126"/>
                  </a:cubicBezTo>
                  <a:cubicBezTo>
                    <a:pt x="420" y="111"/>
                    <a:pt x="433" y="96"/>
                    <a:pt x="444" y="81"/>
                  </a:cubicBezTo>
                  <a:cubicBezTo>
                    <a:pt x="454" y="67"/>
                    <a:pt x="452" y="60"/>
                    <a:pt x="439" y="48"/>
                  </a:cubicBezTo>
                  <a:cubicBezTo>
                    <a:pt x="437" y="45"/>
                    <a:pt x="436" y="42"/>
                    <a:pt x="434" y="40"/>
                  </a:cubicBezTo>
                  <a:cubicBezTo>
                    <a:pt x="418" y="14"/>
                    <a:pt x="385" y="0"/>
                    <a:pt x="357" y="9"/>
                  </a:cubicBezTo>
                  <a:cubicBezTo>
                    <a:pt x="334" y="16"/>
                    <a:pt x="312" y="24"/>
                    <a:pt x="290" y="32"/>
                  </a:cubicBezTo>
                  <a:cubicBezTo>
                    <a:pt x="281" y="35"/>
                    <a:pt x="271" y="41"/>
                    <a:pt x="273" y="52"/>
                  </a:cubicBezTo>
                  <a:cubicBezTo>
                    <a:pt x="275" y="61"/>
                    <a:pt x="280" y="69"/>
                    <a:pt x="286" y="76"/>
                  </a:cubicBezTo>
                  <a:cubicBezTo>
                    <a:pt x="296" y="88"/>
                    <a:pt x="310" y="95"/>
                    <a:pt x="326" y="96"/>
                  </a:cubicBezTo>
                  <a:cubicBezTo>
                    <a:pt x="334" y="96"/>
                    <a:pt x="340" y="99"/>
                    <a:pt x="336" y="108"/>
                  </a:cubicBezTo>
                  <a:cubicBezTo>
                    <a:pt x="330" y="122"/>
                    <a:pt x="324" y="136"/>
                    <a:pt x="317" y="148"/>
                  </a:cubicBezTo>
                  <a:cubicBezTo>
                    <a:pt x="311" y="159"/>
                    <a:pt x="302" y="168"/>
                    <a:pt x="296" y="179"/>
                  </a:cubicBezTo>
                  <a:cubicBezTo>
                    <a:pt x="288" y="193"/>
                    <a:pt x="287" y="206"/>
                    <a:pt x="288" y="222"/>
                  </a:cubicBezTo>
                  <a:cubicBezTo>
                    <a:pt x="289" y="230"/>
                    <a:pt x="286" y="231"/>
                    <a:pt x="277" y="234"/>
                  </a:cubicBezTo>
                  <a:cubicBezTo>
                    <a:pt x="240" y="247"/>
                    <a:pt x="203" y="261"/>
                    <a:pt x="166" y="275"/>
                  </a:cubicBezTo>
                  <a:cubicBezTo>
                    <a:pt x="136" y="287"/>
                    <a:pt x="107" y="303"/>
                    <a:pt x="77" y="315"/>
                  </a:cubicBezTo>
                  <a:cubicBezTo>
                    <a:pt x="57" y="323"/>
                    <a:pt x="40" y="338"/>
                    <a:pt x="16" y="339"/>
                  </a:cubicBezTo>
                  <a:cubicBezTo>
                    <a:pt x="4" y="339"/>
                    <a:pt x="0" y="351"/>
                    <a:pt x="7" y="362"/>
                  </a:cubicBezTo>
                  <a:cubicBezTo>
                    <a:pt x="9" y="365"/>
                    <a:pt x="11" y="369"/>
                    <a:pt x="13" y="373"/>
                  </a:cubicBezTo>
                  <a:cubicBezTo>
                    <a:pt x="24" y="402"/>
                    <a:pt x="58" y="424"/>
                    <a:pt x="89" y="419"/>
                  </a:cubicBezTo>
                  <a:cubicBezTo>
                    <a:pt x="96" y="418"/>
                    <a:pt x="103" y="418"/>
                    <a:pt x="110" y="416"/>
                  </a:cubicBezTo>
                  <a:cubicBezTo>
                    <a:pt x="166" y="398"/>
                    <a:pt x="223" y="365"/>
                    <a:pt x="279" y="347"/>
                  </a:cubicBezTo>
                  <a:cubicBezTo>
                    <a:pt x="297" y="341"/>
                    <a:pt x="316" y="338"/>
                    <a:pt x="334" y="332"/>
                  </a:cubicBezTo>
                  <a:cubicBezTo>
                    <a:pt x="366" y="323"/>
                    <a:pt x="343" y="417"/>
                    <a:pt x="327" y="460"/>
                  </a:cubicBezTo>
                  <a:cubicBezTo>
                    <a:pt x="314" y="493"/>
                    <a:pt x="287" y="531"/>
                    <a:pt x="278" y="537"/>
                  </a:cubicBezTo>
                  <a:cubicBezTo>
                    <a:pt x="271" y="542"/>
                    <a:pt x="261" y="549"/>
                    <a:pt x="233" y="544"/>
                  </a:cubicBezTo>
                  <a:cubicBezTo>
                    <a:pt x="204" y="538"/>
                    <a:pt x="179" y="508"/>
                    <a:pt x="173" y="502"/>
                  </a:cubicBezTo>
                  <a:cubicBezTo>
                    <a:pt x="167" y="497"/>
                    <a:pt x="157" y="482"/>
                    <a:pt x="152" y="485"/>
                  </a:cubicBezTo>
                  <a:cubicBezTo>
                    <a:pt x="147" y="488"/>
                    <a:pt x="147" y="492"/>
                    <a:pt x="147" y="496"/>
                  </a:cubicBezTo>
                  <a:cubicBezTo>
                    <a:pt x="146" y="500"/>
                    <a:pt x="160" y="532"/>
                    <a:pt x="177" y="551"/>
                  </a:cubicBezTo>
                  <a:cubicBezTo>
                    <a:pt x="190" y="565"/>
                    <a:pt x="175" y="573"/>
                    <a:pt x="181" y="581"/>
                  </a:cubicBezTo>
                  <a:cubicBezTo>
                    <a:pt x="195" y="602"/>
                    <a:pt x="213" y="620"/>
                    <a:pt x="220" y="624"/>
                  </a:cubicBezTo>
                  <a:cubicBezTo>
                    <a:pt x="239" y="636"/>
                    <a:pt x="265" y="640"/>
                    <a:pt x="289" y="629"/>
                  </a:cubicBezTo>
                  <a:cubicBezTo>
                    <a:pt x="324" y="612"/>
                    <a:pt x="375" y="558"/>
                    <a:pt x="404" y="471"/>
                  </a:cubicBezTo>
                  <a:cubicBezTo>
                    <a:pt x="420" y="421"/>
                    <a:pt x="422" y="354"/>
                    <a:pt x="424" y="322"/>
                  </a:cubicBezTo>
                  <a:cubicBezTo>
                    <a:pt x="424" y="317"/>
                    <a:pt x="431" y="316"/>
                    <a:pt x="435" y="315"/>
                  </a:cubicBezTo>
                  <a:cubicBezTo>
                    <a:pt x="456" y="309"/>
                    <a:pt x="470" y="307"/>
                    <a:pt x="488" y="305"/>
                  </a:cubicBezTo>
                  <a:cubicBezTo>
                    <a:pt x="518" y="303"/>
                    <a:pt x="546" y="297"/>
                    <a:pt x="579" y="307"/>
                  </a:cubicBezTo>
                  <a:cubicBezTo>
                    <a:pt x="585" y="309"/>
                    <a:pt x="611" y="320"/>
                    <a:pt x="625" y="319"/>
                  </a:cubicBezTo>
                  <a:cubicBezTo>
                    <a:pt x="639" y="318"/>
                    <a:pt x="648" y="307"/>
                    <a:pt x="662" y="283"/>
                  </a:cubicBezTo>
                  <a:cubicBezTo>
                    <a:pt x="680" y="251"/>
                    <a:pt x="666" y="230"/>
                    <a:pt x="655" y="214"/>
                  </a:cubicBezTo>
                  <a:cubicBezTo>
                    <a:pt x="646" y="199"/>
                    <a:pt x="634" y="187"/>
                    <a:pt x="609" y="17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" name="Freeform 11"/>
            <p:cNvSpPr>
              <a:spLocks noEditPoints="1"/>
            </p:cNvSpPr>
            <p:nvPr/>
          </p:nvSpPr>
          <p:spPr bwMode="auto">
            <a:xfrm>
              <a:off x="1077912" y="-808038"/>
              <a:ext cx="234950" cy="592138"/>
            </a:xfrm>
            <a:custGeom>
              <a:avLst/>
              <a:gdLst>
                <a:gd name="T0" fmla="*/ 307 w 308"/>
                <a:gd name="T1" fmla="*/ 389 h 774"/>
                <a:gd name="T2" fmla="*/ 304 w 308"/>
                <a:gd name="T3" fmla="*/ 376 h 774"/>
                <a:gd name="T4" fmla="*/ 296 w 308"/>
                <a:gd name="T5" fmla="*/ 386 h 774"/>
                <a:gd name="T6" fmla="*/ 248 w 308"/>
                <a:gd name="T7" fmla="*/ 486 h 774"/>
                <a:gd name="T8" fmla="*/ 207 w 308"/>
                <a:gd name="T9" fmla="*/ 565 h 774"/>
                <a:gd name="T10" fmla="*/ 157 w 308"/>
                <a:gd name="T11" fmla="*/ 639 h 774"/>
                <a:gd name="T12" fmla="*/ 148 w 308"/>
                <a:gd name="T13" fmla="*/ 643 h 774"/>
                <a:gd name="T14" fmla="*/ 146 w 308"/>
                <a:gd name="T15" fmla="*/ 634 h 774"/>
                <a:gd name="T16" fmla="*/ 157 w 308"/>
                <a:gd name="T17" fmla="*/ 610 h 774"/>
                <a:gd name="T18" fmla="*/ 178 w 308"/>
                <a:gd name="T19" fmla="*/ 553 h 774"/>
                <a:gd name="T20" fmla="*/ 217 w 308"/>
                <a:gd name="T21" fmla="*/ 455 h 774"/>
                <a:gd name="T22" fmla="*/ 239 w 308"/>
                <a:gd name="T23" fmla="*/ 368 h 774"/>
                <a:gd name="T24" fmla="*/ 230 w 308"/>
                <a:gd name="T25" fmla="*/ 321 h 774"/>
                <a:gd name="T26" fmla="*/ 226 w 308"/>
                <a:gd name="T27" fmla="*/ 307 h 774"/>
                <a:gd name="T28" fmla="*/ 232 w 308"/>
                <a:gd name="T29" fmla="*/ 233 h 774"/>
                <a:gd name="T30" fmla="*/ 253 w 308"/>
                <a:gd name="T31" fmla="*/ 155 h 774"/>
                <a:gd name="T32" fmla="*/ 279 w 308"/>
                <a:gd name="T33" fmla="*/ 115 h 774"/>
                <a:gd name="T34" fmla="*/ 298 w 308"/>
                <a:gd name="T35" fmla="*/ 44 h 774"/>
                <a:gd name="T36" fmla="*/ 274 w 308"/>
                <a:gd name="T37" fmla="*/ 8 h 774"/>
                <a:gd name="T38" fmla="*/ 228 w 308"/>
                <a:gd name="T39" fmla="*/ 6 h 774"/>
                <a:gd name="T40" fmla="*/ 159 w 308"/>
                <a:gd name="T41" fmla="*/ 29 h 774"/>
                <a:gd name="T42" fmla="*/ 101 w 308"/>
                <a:gd name="T43" fmla="*/ 53 h 774"/>
                <a:gd name="T44" fmla="*/ 56 w 308"/>
                <a:gd name="T45" fmla="*/ 79 h 774"/>
                <a:gd name="T46" fmla="*/ 37 w 308"/>
                <a:gd name="T47" fmla="*/ 121 h 774"/>
                <a:gd name="T48" fmla="*/ 57 w 308"/>
                <a:gd name="T49" fmla="*/ 162 h 774"/>
                <a:gd name="T50" fmla="*/ 67 w 308"/>
                <a:gd name="T51" fmla="*/ 176 h 774"/>
                <a:gd name="T52" fmla="*/ 132 w 308"/>
                <a:gd name="T53" fmla="*/ 198 h 774"/>
                <a:gd name="T54" fmla="*/ 180 w 308"/>
                <a:gd name="T55" fmla="*/ 173 h 774"/>
                <a:gd name="T56" fmla="*/ 195 w 308"/>
                <a:gd name="T57" fmla="*/ 179 h 774"/>
                <a:gd name="T58" fmla="*/ 197 w 308"/>
                <a:gd name="T59" fmla="*/ 211 h 774"/>
                <a:gd name="T60" fmla="*/ 190 w 308"/>
                <a:gd name="T61" fmla="*/ 289 h 774"/>
                <a:gd name="T62" fmla="*/ 160 w 308"/>
                <a:gd name="T63" fmla="*/ 313 h 774"/>
                <a:gd name="T64" fmla="*/ 115 w 308"/>
                <a:gd name="T65" fmla="*/ 321 h 774"/>
                <a:gd name="T66" fmla="*/ 19 w 308"/>
                <a:gd name="T67" fmla="*/ 417 h 774"/>
                <a:gd name="T68" fmla="*/ 13 w 308"/>
                <a:gd name="T69" fmla="*/ 498 h 774"/>
                <a:gd name="T70" fmla="*/ 86 w 308"/>
                <a:gd name="T71" fmla="*/ 555 h 774"/>
                <a:gd name="T72" fmla="*/ 95 w 308"/>
                <a:gd name="T73" fmla="*/ 569 h 774"/>
                <a:gd name="T74" fmla="*/ 63 w 308"/>
                <a:gd name="T75" fmla="*/ 668 h 774"/>
                <a:gd name="T76" fmla="*/ 55 w 308"/>
                <a:gd name="T77" fmla="*/ 734 h 774"/>
                <a:gd name="T78" fmla="*/ 101 w 308"/>
                <a:gd name="T79" fmla="*/ 769 h 774"/>
                <a:gd name="T80" fmla="*/ 128 w 308"/>
                <a:gd name="T81" fmla="*/ 754 h 774"/>
                <a:gd name="T82" fmla="*/ 208 w 308"/>
                <a:gd name="T83" fmla="*/ 643 h 774"/>
                <a:gd name="T84" fmla="*/ 231 w 308"/>
                <a:gd name="T85" fmla="*/ 598 h 774"/>
                <a:gd name="T86" fmla="*/ 260 w 308"/>
                <a:gd name="T87" fmla="*/ 528 h 774"/>
                <a:gd name="T88" fmla="*/ 280 w 308"/>
                <a:gd name="T89" fmla="*/ 469 h 774"/>
                <a:gd name="T90" fmla="*/ 299 w 308"/>
                <a:gd name="T91" fmla="*/ 409 h 774"/>
                <a:gd name="T92" fmla="*/ 307 w 308"/>
                <a:gd name="T93" fmla="*/ 389 h 774"/>
                <a:gd name="T94" fmla="*/ 131 w 308"/>
                <a:gd name="T95" fmla="*/ 454 h 774"/>
                <a:gd name="T96" fmla="*/ 125 w 308"/>
                <a:gd name="T97" fmla="*/ 465 h 774"/>
                <a:gd name="T98" fmla="*/ 104 w 308"/>
                <a:gd name="T99" fmla="*/ 475 h 774"/>
                <a:gd name="T100" fmla="*/ 90 w 308"/>
                <a:gd name="T101" fmla="*/ 449 h 774"/>
                <a:gd name="T102" fmla="*/ 138 w 308"/>
                <a:gd name="T103" fmla="*/ 389 h 774"/>
                <a:gd name="T104" fmla="*/ 148 w 308"/>
                <a:gd name="T105" fmla="*/ 392 h 774"/>
                <a:gd name="T106" fmla="*/ 144 w 308"/>
                <a:gd name="T107" fmla="*/ 413 h 774"/>
                <a:gd name="T108" fmla="*/ 131 w 308"/>
                <a:gd name="T109" fmla="*/ 454 h 7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308" h="774">
                  <a:moveTo>
                    <a:pt x="307" y="389"/>
                  </a:moveTo>
                  <a:cubicBezTo>
                    <a:pt x="308" y="385"/>
                    <a:pt x="308" y="377"/>
                    <a:pt x="304" y="376"/>
                  </a:cubicBezTo>
                  <a:cubicBezTo>
                    <a:pt x="300" y="375"/>
                    <a:pt x="298" y="382"/>
                    <a:pt x="296" y="386"/>
                  </a:cubicBezTo>
                  <a:cubicBezTo>
                    <a:pt x="280" y="419"/>
                    <a:pt x="264" y="453"/>
                    <a:pt x="248" y="486"/>
                  </a:cubicBezTo>
                  <a:cubicBezTo>
                    <a:pt x="234" y="512"/>
                    <a:pt x="221" y="539"/>
                    <a:pt x="207" y="565"/>
                  </a:cubicBezTo>
                  <a:cubicBezTo>
                    <a:pt x="193" y="592"/>
                    <a:pt x="180" y="619"/>
                    <a:pt x="157" y="639"/>
                  </a:cubicBezTo>
                  <a:cubicBezTo>
                    <a:pt x="155" y="642"/>
                    <a:pt x="151" y="642"/>
                    <a:pt x="148" y="643"/>
                  </a:cubicBezTo>
                  <a:cubicBezTo>
                    <a:pt x="147" y="640"/>
                    <a:pt x="145" y="636"/>
                    <a:pt x="146" y="634"/>
                  </a:cubicBezTo>
                  <a:cubicBezTo>
                    <a:pt x="149" y="626"/>
                    <a:pt x="153" y="618"/>
                    <a:pt x="157" y="610"/>
                  </a:cubicBezTo>
                  <a:cubicBezTo>
                    <a:pt x="164" y="591"/>
                    <a:pt x="171" y="572"/>
                    <a:pt x="178" y="553"/>
                  </a:cubicBezTo>
                  <a:cubicBezTo>
                    <a:pt x="191" y="520"/>
                    <a:pt x="205" y="488"/>
                    <a:pt x="217" y="455"/>
                  </a:cubicBezTo>
                  <a:cubicBezTo>
                    <a:pt x="226" y="427"/>
                    <a:pt x="233" y="397"/>
                    <a:pt x="239" y="368"/>
                  </a:cubicBezTo>
                  <a:cubicBezTo>
                    <a:pt x="243" y="352"/>
                    <a:pt x="241" y="336"/>
                    <a:pt x="230" y="321"/>
                  </a:cubicBezTo>
                  <a:cubicBezTo>
                    <a:pt x="227" y="317"/>
                    <a:pt x="225" y="312"/>
                    <a:pt x="226" y="307"/>
                  </a:cubicBezTo>
                  <a:cubicBezTo>
                    <a:pt x="227" y="282"/>
                    <a:pt x="230" y="258"/>
                    <a:pt x="232" y="233"/>
                  </a:cubicBezTo>
                  <a:cubicBezTo>
                    <a:pt x="235" y="206"/>
                    <a:pt x="241" y="180"/>
                    <a:pt x="253" y="155"/>
                  </a:cubicBezTo>
                  <a:cubicBezTo>
                    <a:pt x="259" y="140"/>
                    <a:pt x="269" y="128"/>
                    <a:pt x="279" y="115"/>
                  </a:cubicBezTo>
                  <a:cubicBezTo>
                    <a:pt x="296" y="95"/>
                    <a:pt x="299" y="69"/>
                    <a:pt x="298" y="44"/>
                  </a:cubicBezTo>
                  <a:cubicBezTo>
                    <a:pt x="298" y="29"/>
                    <a:pt x="291" y="15"/>
                    <a:pt x="274" y="8"/>
                  </a:cubicBezTo>
                  <a:cubicBezTo>
                    <a:pt x="259" y="2"/>
                    <a:pt x="244" y="0"/>
                    <a:pt x="228" y="6"/>
                  </a:cubicBezTo>
                  <a:cubicBezTo>
                    <a:pt x="205" y="14"/>
                    <a:pt x="182" y="20"/>
                    <a:pt x="159" y="29"/>
                  </a:cubicBezTo>
                  <a:cubicBezTo>
                    <a:pt x="140" y="36"/>
                    <a:pt x="120" y="44"/>
                    <a:pt x="101" y="53"/>
                  </a:cubicBezTo>
                  <a:cubicBezTo>
                    <a:pt x="85" y="61"/>
                    <a:pt x="70" y="69"/>
                    <a:pt x="56" y="79"/>
                  </a:cubicBezTo>
                  <a:cubicBezTo>
                    <a:pt x="43" y="89"/>
                    <a:pt x="35" y="105"/>
                    <a:pt x="37" y="121"/>
                  </a:cubicBezTo>
                  <a:cubicBezTo>
                    <a:pt x="38" y="136"/>
                    <a:pt x="44" y="151"/>
                    <a:pt x="57" y="162"/>
                  </a:cubicBezTo>
                  <a:cubicBezTo>
                    <a:pt x="61" y="166"/>
                    <a:pt x="64" y="171"/>
                    <a:pt x="67" y="176"/>
                  </a:cubicBezTo>
                  <a:cubicBezTo>
                    <a:pt x="80" y="198"/>
                    <a:pt x="109" y="208"/>
                    <a:pt x="132" y="198"/>
                  </a:cubicBezTo>
                  <a:cubicBezTo>
                    <a:pt x="149" y="190"/>
                    <a:pt x="164" y="181"/>
                    <a:pt x="180" y="173"/>
                  </a:cubicBezTo>
                  <a:cubicBezTo>
                    <a:pt x="189" y="168"/>
                    <a:pt x="193" y="169"/>
                    <a:pt x="195" y="179"/>
                  </a:cubicBezTo>
                  <a:cubicBezTo>
                    <a:pt x="196" y="189"/>
                    <a:pt x="196" y="198"/>
                    <a:pt x="197" y="211"/>
                  </a:cubicBezTo>
                  <a:cubicBezTo>
                    <a:pt x="195" y="235"/>
                    <a:pt x="193" y="262"/>
                    <a:pt x="190" y="289"/>
                  </a:cubicBezTo>
                  <a:cubicBezTo>
                    <a:pt x="188" y="307"/>
                    <a:pt x="177" y="313"/>
                    <a:pt x="160" y="313"/>
                  </a:cubicBezTo>
                  <a:cubicBezTo>
                    <a:pt x="145" y="313"/>
                    <a:pt x="128" y="314"/>
                    <a:pt x="115" y="321"/>
                  </a:cubicBezTo>
                  <a:cubicBezTo>
                    <a:pt x="71" y="340"/>
                    <a:pt x="42" y="375"/>
                    <a:pt x="19" y="417"/>
                  </a:cubicBezTo>
                  <a:cubicBezTo>
                    <a:pt x="6" y="443"/>
                    <a:pt x="0" y="468"/>
                    <a:pt x="13" y="498"/>
                  </a:cubicBezTo>
                  <a:cubicBezTo>
                    <a:pt x="28" y="531"/>
                    <a:pt x="49" y="552"/>
                    <a:pt x="86" y="555"/>
                  </a:cubicBezTo>
                  <a:cubicBezTo>
                    <a:pt x="95" y="556"/>
                    <a:pt x="98" y="560"/>
                    <a:pt x="95" y="569"/>
                  </a:cubicBezTo>
                  <a:cubicBezTo>
                    <a:pt x="84" y="602"/>
                    <a:pt x="73" y="635"/>
                    <a:pt x="63" y="668"/>
                  </a:cubicBezTo>
                  <a:cubicBezTo>
                    <a:pt x="57" y="689"/>
                    <a:pt x="50" y="711"/>
                    <a:pt x="55" y="734"/>
                  </a:cubicBezTo>
                  <a:cubicBezTo>
                    <a:pt x="60" y="756"/>
                    <a:pt x="81" y="774"/>
                    <a:pt x="101" y="769"/>
                  </a:cubicBezTo>
                  <a:cubicBezTo>
                    <a:pt x="111" y="767"/>
                    <a:pt x="120" y="761"/>
                    <a:pt x="128" y="754"/>
                  </a:cubicBezTo>
                  <a:cubicBezTo>
                    <a:pt x="164" y="725"/>
                    <a:pt x="188" y="686"/>
                    <a:pt x="208" y="643"/>
                  </a:cubicBezTo>
                  <a:cubicBezTo>
                    <a:pt x="215" y="628"/>
                    <a:pt x="224" y="614"/>
                    <a:pt x="231" y="598"/>
                  </a:cubicBezTo>
                  <a:cubicBezTo>
                    <a:pt x="242" y="575"/>
                    <a:pt x="251" y="552"/>
                    <a:pt x="260" y="528"/>
                  </a:cubicBezTo>
                  <a:cubicBezTo>
                    <a:pt x="268" y="510"/>
                    <a:pt x="279" y="470"/>
                    <a:pt x="280" y="469"/>
                  </a:cubicBezTo>
                  <a:cubicBezTo>
                    <a:pt x="286" y="449"/>
                    <a:pt x="292" y="429"/>
                    <a:pt x="299" y="409"/>
                  </a:cubicBezTo>
                  <a:cubicBezTo>
                    <a:pt x="301" y="402"/>
                    <a:pt x="306" y="396"/>
                    <a:pt x="307" y="389"/>
                  </a:cubicBezTo>
                  <a:close/>
                  <a:moveTo>
                    <a:pt x="131" y="454"/>
                  </a:moveTo>
                  <a:cubicBezTo>
                    <a:pt x="130" y="458"/>
                    <a:pt x="128" y="462"/>
                    <a:pt x="125" y="465"/>
                  </a:cubicBezTo>
                  <a:cubicBezTo>
                    <a:pt x="120" y="471"/>
                    <a:pt x="115" y="479"/>
                    <a:pt x="104" y="475"/>
                  </a:cubicBezTo>
                  <a:cubicBezTo>
                    <a:pt x="96" y="472"/>
                    <a:pt x="89" y="459"/>
                    <a:pt x="90" y="449"/>
                  </a:cubicBezTo>
                  <a:cubicBezTo>
                    <a:pt x="95" y="420"/>
                    <a:pt x="115" y="403"/>
                    <a:pt x="138" y="389"/>
                  </a:cubicBezTo>
                  <a:cubicBezTo>
                    <a:pt x="140" y="388"/>
                    <a:pt x="145" y="391"/>
                    <a:pt x="148" y="392"/>
                  </a:cubicBezTo>
                  <a:cubicBezTo>
                    <a:pt x="146" y="401"/>
                    <a:pt x="146" y="407"/>
                    <a:pt x="144" y="413"/>
                  </a:cubicBezTo>
                  <a:cubicBezTo>
                    <a:pt x="140" y="427"/>
                    <a:pt x="136" y="441"/>
                    <a:pt x="131" y="4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Freeform 12"/>
            <p:cNvSpPr/>
            <p:nvPr/>
          </p:nvSpPr>
          <p:spPr bwMode="auto">
            <a:xfrm>
              <a:off x="3265487" y="-985838"/>
              <a:ext cx="400050" cy="276225"/>
            </a:xfrm>
            <a:custGeom>
              <a:avLst/>
              <a:gdLst>
                <a:gd name="T0" fmla="*/ 35 w 524"/>
                <a:gd name="T1" fmla="*/ 339 h 361"/>
                <a:gd name="T2" fmla="*/ 55 w 524"/>
                <a:gd name="T3" fmla="*/ 346 h 361"/>
                <a:gd name="T4" fmla="*/ 107 w 524"/>
                <a:gd name="T5" fmla="*/ 354 h 361"/>
                <a:gd name="T6" fmla="*/ 128 w 524"/>
                <a:gd name="T7" fmla="*/ 332 h 361"/>
                <a:gd name="T8" fmla="*/ 131 w 524"/>
                <a:gd name="T9" fmla="*/ 294 h 361"/>
                <a:gd name="T10" fmla="*/ 129 w 524"/>
                <a:gd name="T11" fmla="*/ 259 h 361"/>
                <a:gd name="T12" fmla="*/ 134 w 524"/>
                <a:gd name="T13" fmla="*/ 195 h 361"/>
                <a:gd name="T14" fmla="*/ 141 w 524"/>
                <a:gd name="T15" fmla="*/ 188 h 361"/>
                <a:gd name="T16" fmla="*/ 149 w 524"/>
                <a:gd name="T17" fmla="*/ 194 h 361"/>
                <a:gd name="T18" fmla="*/ 205 w 524"/>
                <a:gd name="T19" fmla="*/ 245 h 361"/>
                <a:gd name="T20" fmla="*/ 209 w 524"/>
                <a:gd name="T21" fmla="*/ 266 h 361"/>
                <a:gd name="T22" fmla="*/ 184 w 524"/>
                <a:gd name="T23" fmla="*/ 291 h 361"/>
                <a:gd name="T24" fmla="*/ 168 w 524"/>
                <a:gd name="T25" fmla="*/ 312 h 361"/>
                <a:gd name="T26" fmla="*/ 168 w 524"/>
                <a:gd name="T27" fmla="*/ 344 h 361"/>
                <a:gd name="T28" fmla="*/ 198 w 524"/>
                <a:gd name="T29" fmla="*/ 334 h 361"/>
                <a:gd name="T30" fmla="*/ 428 w 524"/>
                <a:gd name="T31" fmla="*/ 159 h 361"/>
                <a:gd name="T32" fmla="*/ 458 w 524"/>
                <a:gd name="T33" fmla="*/ 143 h 361"/>
                <a:gd name="T34" fmla="*/ 471 w 524"/>
                <a:gd name="T35" fmla="*/ 138 h 361"/>
                <a:gd name="T36" fmla="*/ 499 w 524"/>
                <a:gd name="T37" fmla="*/ 126 h 361"/>
                <a:gd name="T38" fmla="*/ 516 w 524"/>
                <a:gd name="T39" fmla="*/ 104 h 361"/>
                <a:gd name="T40" fmla="*/ 524 w 524"/>
                <a:gd name="T41" fmla="*/ 69 h 361"/>
                <a:gd name="T42" fmla="*/ 521 w 524"/>
                <a:gd name="T43" fmla="*/ 49 h 361"/>
                <a:gd name="T44" fmla="*/ 512 w 524"/>
                <a:gd name="T45" fmla="*/ 31 h 361"/>
                <a:gd name="T46" fmla="*/ 481 w 524"/>
                <a:gd name="T47" fmla="*/ 5 h 361"/>
                <a:gd name="T48" fmla="*/ 444 w 524"/>
                <a:gd name="T49" fmla="*/ 1 h 361"/>
                <a:gd name="T50" fmla="*/ 409 w 524"/>
                <a:gd name="T51" fmla="*/ 11 h 361"/>
                <a:gd name="T52" fmla="*/ 393 w 524"/>
                <a:gd name="T53" fmla="*/ 20 h 361"/>
                <a:gd name="T54" fmla="*/ 390 w 524"/>
                <a:gd name="T55" fmla="*/ 25 h 361"/>
                <a:gd name="T56" fmla="*/ 404 w 524"/>
                <a:gd name="T57" fmla="*/ 35 h 361"/>
                <a:gd name="T58" fmla="*/ 401 w 524"/>
                <a:gd name="T59" fmla="*/ 54 h 361"/>
                <a:gd name="T60" fmla="*/ 374 w 524"/>
                <a:gd name="T61" fmla="*/ 96 h 361"/>
                <a:gd name="T62" fmla="*/ 266 w 524"/>
                <a:gd name="T63" fmla="*/ 213 h 361"/>
                <a:gd name="T64" fmla="*/ 270 w 524"/>
                <a:gd name="T65" fmla="*/ 174 h 361"/>
                <a:gd name="T66" fmla="*/ 256 w 524"/>
                <a:gd name="T67" fmla="*/ 90 h 361"/>
                <a:gd name="T68" fmla="*/ 229 w 524"/>
                <a:gd name="T69" fmla="*/ 65 h 361"/>
                <a:gd name="T70" fmla="*/ 206 w 524"/>
                <a:gd name="T71" fmla="*/ 73 h 361"/>
                <a:gd name="T72" fmla="*/ 202 w 524"/>
                <a:gd name="T73" fmla="*/ 75 h 361"/>
                <a:gd name="T74" fmla="*/ 160 w 524"/>
                <a:gd name="T75" fmla="*/ 123 h 361"/>
                <a:gd name="T76" fmla="*/ 125 w 524"/>
                <a:gd name="T77" fmla="*/ 185 h 361"/>
                <a:gd name="T78" fmla="*/ 115 w 524"/>
                <a:gd name="T79" fmla="*/ 191 h 361"/>
                <a:gd name="T80" fmla="*/ 110 w 524"/>
                <a:gd name="T81" fmla="*/ 179 h 361"/>
                <a:gd name="T82" fmla="*/ 97 w 524"/>
                <a:gd name="T83" fmla="*/ 128 h 361"/>
                <a:gd name="T84" fmla="*/ 63 w 524"/>
                <a:gd name="T85" fmla="*/ 114 h 361"/>
                <a:gd name="T86" fmla="*/ 20 w 524"/>
                <a:gd name="T87" fmla="*/ 152 h 361"/>
                <a:gd name="T88" fmla="*/ 0 w 524"/>
                <a:gd name="T89" fmla="*/ 250 h 361"/>
                <a:gd name="T90" fmla="*/ 3 w 524"/>
                <a:gd name="T91" fmla="*/ 287 h 361"/>
                <a:gd name="T92" fmla="*/ 35 w 524"/>
                <a:gd name="T93" fmla="*/ 339 h 3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524" h="361">
                  <a:moveTo>
                    <a:pt x="35" y="339"/>
                  </a:moveTo>
                  <a:cubicBezTo>
                    <a:pt x="42" y="341"/>
                    <a:pt x="49" y="343"/>
                    <a:pt x="55" y="346"/>
                  </a:cubicBezTo>
                  <a:cubicBezTo>
                    <a:pt x="71" y="356"/>
                    <a:pt x="88" y="361"/>
                    <a:pt x="107" y="354"/>
                  </a:cubicBezTo>
                  <a:cubicBezTo>
                    <a:pt x="120" y="350"/>
                    <a:pt x="126" y="346"/>
                    <a:pt x="128" y="332"/>
                  </a:cubicBezTo>
                  <a:cubicBezTo>
                    <a:pt x="129" y="319"/>
                    <a:pt x="131" y="307"/>
                    <a:pt x="131" y="294"/>
                  </a:cubicBezTo>
                  <a:cubicBezTo>
                    <a:pt x="132" y="283"/>
                    <a:pt x="132" y="270"/>
                    <a:pt x="129" y="259"/>
                  </a:cubicBezTo>
                  <a:cubicBezTo>
                    <a:pt x="121" y="236"/>
                    <a:pt x="123" y="215"/>
                    <a:pt x="134" y="195"/>
                  </a:cubicBezTo>
                  <a:cubicBezTo>
                    <a:pt x="135" y="192"/>
                    <a:pt x="139" y="188"/>
                    <a:pt x="141" y="188"/>
                  </a:cubicBezTo>
                  <a:cubicBezTo>
                    <a:pt x="144" y="188"/>
                    <a:pt x="148" y="192"/>
                    <a:pt x="149" y="194"/>
                  </a:cubicBezTo>
                  <a:cubicBezTo>
                    <a:pt x="161" y="218"/>
                    <a:pt x="181" y="234"/>
                    <a:pt x="205" y="245"/>
                  </a:cubicBezTo>
                  <a:cubicBezTo>
                    <a:pt x="227" y="252"/>
                    <a:pt x="209" y="266"/>
                    <a:pt x="209" y="266"/>
                  </a:cubicBezTo>
                  <a:cubicBezTo>
                    <a:pt x="209" y="266"/>
                    <a:pt x="188" y="286"/>
                    <a:pt x="184" y="291"/>
                  </a:cubicBezTo>
                  <a:cubicBezTo>
                    <a:pt x="180" y="296"/>
                    <a:pt x="166" y="310"/>
                    <a:pt x="168" y="312"/>
                  </a:cubicBezTo>
                  <a:cubicBezTo>
                    <a:pt x="172" y="315"/>
                    <a:pt x="165" y="341"/>
                    <a:pt x="168" y="344"/>
                  </a:cubicBezTo>
                  <a:cubicBezTo>
                    <a:pt x="175" y="349"/>
                    <a:pt x="198" y="334"/>
                    <a:pt x="198" y="334"/>
                  </a:cubicBezTo>
                  <a:cubicBezTo>
                    <a:pt x="198" y="334"/>
                    <a:pt x="399" y="184"/>
                    <a:pt x="428" y="159"/>
                  </a:cubicBezTo>
                  <a:cubicBezTo>
                    <a:pt x="434" y="154"/>
                    <a:pt x="454" y="145"/>
                    <a:pt x="458" y="143"/>
                  </a:cubicBezTo>
                  <a:cubicBezTo>
                    <a:pt x="463" y="142"/>
                    <a:pt x="467" y="140"/>
                    <a:pt x="471" y="138"/>
                  </a:cubicBezTo>
                  <a:cubicBezTo>
                    <a:pt x="481" y="136"/>
                    <a:pt x="490" y="132"/>
                    <a:pt x="499" y="126"/>
                  </a:cubicBezTo>
                  <a:cubicBezTo>
                    <a:pt x="504" y="122"/>
                    <a:pt x="515" y="106"/>
                    <a:pt x="516" y="104"/>
                  </a:cubicBezTo>
                  <a:cubicBezTo>
                    <a:pt x="524" y="88"/>
                    <a:pt x="523" y="74"/>
                    <a:pt x="524" y="69"/>
                  </a:cubicBezTo>
                  <a:cubicBezTo>
                    <a:pt x="524" y="65"/>
                    <a:pt x="522" y="54"/>
                    <a:pt x="521" y="49"/>
                  </a:cubicBezTo>
                  <a:cubicBezTo>
                    <a:pt x="518" y="39"/>
                    <a:pt x="512" y="32"/>
                    <a:pt x="512" y="31"/>
                  </a:cubicBezTo>
                  <a:cubicBezTo>
                    <a:pt x="507" y="21"/>
                    <a:pt x="490" y="8"/>
                    <a:pt x="481" y="5"/>
                  </a:cubicBezTo>
                  <a:cubicBezTo>
                    <a:pt x="476" y="3"/>
                    <a:pt x="459" y="0"/>
                    <a:pt x="444" y="1"/>
                  </a:cubicBezTo>
                  <a:cubicBezTo>
                    <a:pt x="429" y="3"/>
                    <a:pt x="417" y="8"/>
                    <a:pt x="409" y="11"/>
                  </a:cubicBezTo>
                  <a:cubicBezTo>
                    <a:pt x="400" y="15"/>
                    <a:pt x="394" y="19"/>
                    <a:pt x="393" y="20"/>
                  </a:cubicBezTo>
                  <a:cubicBezTo>
                    <a:pt x="392" y="21"/>
                    <a:pt x="389" y="24"/>
                    <a:pt x="390" y="25"/>
                  </a:cubicBezTo>
                  <a:cubicBezTo>
                    <a:pt x="391" y="27"/>
                    <a:pt x="402" y="31"/>
                    <a:pt x="404" y="35"/>
                  </a:cubicBezTo>
                  <a:cubicBezTo>
                    <a:pt x="407" y="41"/>
                    <a:pt x="405" y="45"/>
                    <a:pt x="401" y="54"/>
                  </a:cubicBezTo>
                  <a:cubicBezTo>
                    <a:pt x="397" y="63"/>
                    <a:pt x="391" y="77"/>
                    <a:pt x="374" y="96"/>
                  </a:cubicBezTo>
                  <a:cubicBezTo>
                    <a:pt x="358" y="116"/>
                    <a:pt x="280" y="199"/>
                    <a:pt x="266" y="213"/>
                  </a:cubicBezTo>
                  <a:cubicBezTo>
                    <a:pt x="266" y="211"/>
                    <a:pt x="269" y="185"/>
                    <a:pt x="270" y="174"/>
                  </a:cubicBezTo>
                  <a:cubicBezTo>
                    <a:pt x="274" y="144"/>
                    <a:pt x="276" y="115"/>
                    <a:pt x="256" y="90"/>
                  </a:cubicBezTo>
                  <a:cubicBezTo>
                    <a:pt x="249" y="80"/>
                    <a:pt x="240" y="70"/>
                    <a:pt x="229" y="65"/>
                  </a:cubicBezTo>
                  <a:cubicBezTo>
                    <a:pt x="224" y="62"/>
                    <a:pt x="214" y="70"/>
                    <a:pt x="206" y="73"/>
                  </a:cubicBezTo>
                  <a:cubicBezTo>
                    <a:pt x="204" y="74"/>
                    <a:pt x="203" y="75"/>
                    <a:pt x="202" y="75"/>
                  </a:cubicBezTo>
                  <a:cubicBezTo>
                    <a:pt x="180" y="85"/>
                    <a:pt x="167" y="102"/>
                    <a:pt x="160" y="123"/>
                  </a:cubicBezTo>
                  <a:cubicBezTo>
                    <a:pt x="152" y="146"/>
                    <a:pt x="143" y="168"/>
                    <a:pt x="125" y="185"/>
                  </a:cubicBezTo>
                  <a:cubicBezTo>
                    <a:pt x="122" y="188"/>
                    <a:pt x="118" y="189"/>
                    <a:pt x="115" y="191"/>
                  </a:cubicBezTo>
                  <a:cubicBezTo>
                    <a:pt x="113" y="187"/>
                    <a:pt x="111" y="183"/>
                    <a:pt x="110" y="179"/>
                  </a:cubicBezTo>
                  <a:cubicBezTo>
                    <a:pt x="106" y="162"/>
                    <a:pt x="103" y="144"/>
                    <a:pt x="97" y="128"/>
                  </a:cubicBezTo>
                  <a:cubicBezTo>
                    <a:pt x="91" y="113"/>
                    <a:pt x="77" y="108"/>
                    <a:pt x="63" y="114"/>
                  </a:cubicBezTo>
                  <a:cubicBezTo>
                    <a:pt x="44" y="121"/>
                    <a:pt x="29" y="133"/>
                    <a:pt x="20" y="152"/>
                  </a:cubicBezTo>
                  <a:cubicBezTo>
                    <a:pt x="5" y="183"/>
                    <a:pt x="1" y="216"/>
                    <a:pt x="0" y="250"/>
                  </a:cubicBezTo>
                  <a:cubicBezTo>
                    <a:pt x="1" y="262"/>
                    <a:pt x="0" y="275"/>
                    <a:pt x="3" y="287"/>
                  </a:cubicBezTo>
                  <a:cubicBezTo>
                    <a:pt x="7" y="309"/>
                    <a:pt x="13" y="329"/>
                    <a:pt x="35" y="33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" name="Freeform 13"/>
            <p:cNvSpPr/>
            <p:nvPr/>
          </p:nvSpPr>
          <p:spPr bwMode="auto">
            <a:xfrm>
              <a:off x="3279775" y="-790575"/>
              <a:ext cx="455613" cy="174625"/>
            </a:xfrm>
            <a:custGeom>
              <a:avLst/>
              <a:gdLst>
                <a:gd name="T0" fmla="*/ 388 w 597"/>
                <a:gd name="T1" fmla="*/ 10 h 228"/>
                <a:gd name="T2" fmla="*/ 260 w 597"/>
                <a:gd name="T3" fmla="*/ 48 h 228"/>
                <a:gd name="T4" fmla="*/ 106 w 597"/>
                <a:gd name="T5" fmla="*/ 130 h 228"/>
                <a:gd name="T6" fmla="*/ 4 w 597"/>
                <a:gd name="T7" fmla="*/ 198 h 228"/>
                <a:gd name="T8" fmla="*/ 6 w 597"/>
                <a:gd name="T9" fmla="*/ 203 h 228"/>
                <a:gd name="T10" fmla="*/ 57 w 597"/>
                <a:gd name="T11" fmla="*/ 195 h 228"/>
                <a:gd name="T12" fmla="*/ 136 w 597"/>
                <a:gd name="T13" fmla="*/ 175 h 228"/>
                <a:gd name="T14" fmla="*/ 186 w 597"/>
                <a:gd name="T15" fmla="*/ 142 h 228"/>
                <a:gd name="T16" fmla="*/ 320 w 597"/>
                <a:gd name="T17" fmla="*/ 70 h 228"/>
                <a:gd name="T18" fmla="*/ 496 w 597"/>
                <a:gd name="T19" fmla="*/ 33 h 228"/>
                <a:gd name="T20" fmla="*/ 530 w 597"/>
                <a:gd name="T21" fmla="*/ 62 h 228"/>
                <a:gd name="T22" fmla="*/ 503 w 597"/>
                <a:gd name="T23" fmla="*/ 120 h 228"/>
                <a:gd name="T24" fmla="*/ 443 w 597"/>
                <a:gd name="T25" fmla="*/ 171 h 228"/>
                <a:gd name="T26" fmla="*/ 366 w 597"/>
                <a:gd name="T27" fmla="*/ 217 h 228"/>
                <a:gd name="T28" fmla="*/ 364 w 597"/>
                <a:gd name="T29" fmla="*/ 220 h 228"/>
                <a:gd name="T30" fmla="*/ 364 w 597"/>
                <a:gd name="T31" fmla="*/ 220 h 228"/>
                <a:gd name="T32" fmla="*/ 367 w 597"/>
                <a:gd name="T33" fmla="*/ 224 h 228"/>
                <a:gd name="T34" fmla="*/ 380 w 597"/>
                <a:gd name="T35" fmla="*/ 228 h 228"/>
                <a:gd name="T36" fmla="*/ 425 w 597"/>
                <a:gd name="T37" fmla="*/ 226 h 228"/>
                <a:gd name="T38" fmla="*/ 550 w 597"/>
                <a:gd name="T39" fmla="*/ 177 h 228"/>
                <a:gd name="T40" fmla="*/ 596 w 597"/>
                <a:gd name="T41" fmla="*/ 102 h 228"/>
                <a:gd name="T42" fmla="*/ 587 w 597"/>
                <a:gd name="T43" fmla="*/ 54 h 228"/>
                <a:gd name="T44" fmla="*/ 528 w 597"/>
                <a:gd name="T45" fmla="*/ 11 h 228"/>
                <a:gd name="T46" fmla="*/ 388 w 597"/>
                <a:gd name="T47" fmla="*/ 10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97" h="228">
                  <a:moveTo>
                    <a:pt x="388" y="10"/>
                  </a:moveTo>
                  <a:cubicBezTo>
                    <a:pt x="343" y="20"/>
                    <a:pt x="330" y="20"/>
                    <a:pt x="260" y="48"/>
                  </a:cubicBezTo>
                  <a:cubicBezTo>
                    <a:pt x="190" y="76"/>
                    <a:pt x="125" y="118"/>
                    <a:pt x="106" y="130"/>
                  </a:cubicBezTo>
                  <a:cubicBezTo>
                    <a:pt x="81" y="145"/>
                    <a:pt x="8" y="194"/>
                    <a:pt x="4" y="198"/>
                  </a:cubicBezTo>
                  <a:cubicBezTo>
                    <a:pt x="0" y="202"/>
                    <a:pt x="2" y="203"/>
                    <a:pt x="6" y="203"/>
                  </a:cubicBezTo>
                  <a:cubicBezTo>
                    <a:pt x="10" y="203"/>
                    <a:pt x="49" y="195"/>
                    <a:pt x="57" y="195"/>
                  </a:cubicBezTo>
                  <a:cubicBezTo>
                    <a:pt x="85" y="196"/>
                    <a:pt x="111" y="189"/>
                    <a:pt x="136" y="175"/>
                  </a:cubicBezTo>
                  <a:cubicBezTo>
                    <a:pt x="155" y="165"/>
                    <a:pt x="171" y="154"/>
                    <a:pt x="186" y="142"/>
                  </a:cubicBezTo>
                  <a:cubicBezTo>
                    <a:pt x="225" y="111"/>
                    <a:pt x="297" y="78"/>
                    <a:pt x="320" y="70"/>
                  </a:cubicBezTo>
                  <a:cubicBezTo>
                    <a:pt x="380" y="48"/>
                    <a:pt x="457" y="30"/>
                    <a:pt x="496" y="33"/>
                  </a:cubicBezTo>
                  <a:cubicBezTo>
                    <a:pt x="512" y="34"/>
                    <a:pt x="527" y="43"/>
                    <a:pt x="530" y="62"/>
                  </a:cubicBezTo>
                  <a:cubicBezTo>
                    <a:pt x="533" y="77"/>
                    <a:pt x="513" y="110"/>
                    <a:pt x="503" y="120"/>
                  </a:cubicBezTo>
                  <a:cubicBezTo>
                    <a:pt x="494" y="130"/>
                    <a:pt x="469" y="152"/>
                    <a:pt x="443" y="171"/>
                  </a:cubicBezTo>
                  <a:cubicBezTo>
                    <a:pt x="413" y="191"/>
                    <a:pt x="369" y="216"/>
                    <a:pt x="366" y="217"/>
                  </a:cubicBezTo>
                  <a:cubicBezTo>
                    <a:pt x="363" y="219"/>
                    <a:pt x="364" y="220"/>
                    <a:pt x="364" y="220"/>
                  </a:cubicBezTo>
                  <a:cubicBezTo>
                    <a:pt x="364" y="220"/>
                    <a:pt x="364" y="219"/>
                    <a:pt x="364" y="220"/>
                  </a:cubicBezTo>
                  <a:cubicBezTo>
                    <a:pt x="364" y="222"/>
                    <a:pt x="365" y="222"/>
                    <a:pt x="367" y="224"/>
                  </a:cubicBezTo>
                  <a:cubicBezTo>
                    <a:pt x="370" y="225"/>
                    <a:pt x="373" y="228"/>
                    <a:pt x="380" y="228"/>
                  </a:cubicBezTo>
                  <a:cubicBezTo>
                    <a:pt x="383" y="228"/>
                    <a:pt x="421" y="226"/>
                    <a:pt x="425" y="226"/>
                  </a:cubicBezTo>
                  <a:cubicBezTo>
                    <a:pt x="451" y="224"/>
                    <a:pt x="505" y="216"/>
                    <a:pt x="550" y="177"/>
                  </a:cubicBezTo>
                  <a:cubicBezTo>
                    <a:pt x="573" y="156"/>
                    <a:pt x="593" y="137"/>
                    <a:pt x="596" y="102"/>
                  </a:cubicBezTo>
                  <a:cubicBezTo>
                    <a:pt x="597" y="90"/>
                    <a:pt x="596" y="73"/>
                    <a:pt x="587" y="54"/>
                  </a:cubicBezTo>
                  <a:cubicBezTo>
                    <a:pt x="576" y="29"/>
                    <a:pt x="549" y="18"/>
                    <a:pt x="528" y="11"/>
                  </a:cubicBezTo>
                  <a:cubicBezTo>
                    <a:pt x="493" y="0"/>
                    <a:pt x="438" y="0"/>
                    <a:pt x="388" y="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" name="Freeform 14"/>
            <p:cNvSpPr/>
            <p:nvPr/>
          </p:nvSpPr>
          <p:spPr bwMode="auto">
            <a:xfrm>
              <a:off x="549275" y="-954088"/>
              <a:ext cx="160338" cy="173038"/>
            </a:xfrm>
            <a:custGeom>
              <a:avLst/>
              <a:gdLst>
                <a:gd name="T0" fmla="*/ 39 w 210"/>
                <a:gd name="T1" fmla="*/ 128 h 226"/>
                <a:gd name="T2" fmla="*/ 50 w 210"/>
                <a:gd name="T3" fmla="*/ 144 h 226"/>
                <a:gd name="T4" fmla="*/ 53 w 210"/>
                <a:gd name="T5" fmla="*/ 162 h 226"/>
                <a:gd name="T6" fmla="*/ 34 w 210"/>
                <a:gd name="T7" fmla="*/ 188 h 226"/>
                <a:gd name="T8" fmla="*/ 12 w 210"/>
                <a:gd name="T9" fmla="*/ 222 h 226"/>
                <a:gd name="T10" fmla="*/ 48 w 210"/>
                <a:gd name="T11" fmla="*/ 201 h 226"/>
                <a:gd name="T12" fmla="*/ 84 w 210"/>
                <a:gd name="T13" fmla="*/ 192 h 226"/>
                <a:gd name="T14" fmla="*/ 159 w 210"/>
                <a:gd name="T15" fmla="*/ 197 h 226"/>
                <a:gd name="T16" fmla="*/ 199 w 210"/>
                <a:gd name="T17" fmla="*/ 166 h 226"/>
                <a:gd name="T18" fmla="*/ 189 w 210"/>
                <a:gd name="T19" fmla="*/ 80 h 226"/>
                <a:gd name="T20" fmla="*/ 156 w 210"/>
                <a:gd name="T21" fmla="*/ 43 h 226"/>
                <a:gd name="T22" fmla="*/ 99 w 210"/>
                <a:gd name="T23" fmla="*/ 11 h 226"/>
                <a:gd name="T24" fmla="*/ 66 w 210"/>
                <a:gd name="T25" fmla="*/ 11 h 226"/>
                <a:gd name="T26" fmla="*/ 36 w 210"/>
                <a:gd name="T27" fmla="*/ 31 h 226"/>
                <a:gd name="T28" fmla="*/ 25 w 210"/>
                <a:gd name="T29" fmla="*/ 108 h 226"/>
                <a:gd name="T30" fmla="*/ 39 w 210"/>
                <a:gd name="T31" fmla="*/ 128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10" h="226">
                  <a:moveTo>
                    <a:pt x="39" y="128"/>
                  </a:moveTo>
                  <a:cubicBezTo>
                    <a:pt x="43" y="134"/>
                    <a:pt x="46" y="140"/>
                    <a:pt x="50" y="144"/>
                  </a:cubicBezTo>
                  <a:cubicBezTo>
                    <a:pt x="56" y="150"/>
                    <a:pt x="58" y="155"/>
                    <a:pt x="53" y="162"/>
                  </a:cubicBezTo>
                  <a:cubicBezTo>
                    <a:pt x="47" y="170"/>
                    <a:pt x="40" y="179"/>
                    <a:pt x="34" y="188"/>
                  </a:cubicBezTo>
                  <a:cubicBezTo>
                    <a:pt x="28" y="197"/>
                    <a:pt x="9" y="218"/>
                    <a:pt x="12" y="222"/>
                  </a:cubicBezTo>
                  <a:cubicBezTo>
                    <a:pt x="15" y="226"/>
                    <a:pt x="38" y="207"/>
                    <a:pt x="48" y="201"/>
                  </a:cubicBezTo>
                  <a:cubicBezTo>
                    <a:pt x="59" y="194"/>
                    <a:pt x="70" y="186"/>
                    <a:pt x="84" y="192"/>
                  </a:cubicBezTo>
                  <a:cubicBezTo>
                    <a:pt x="109" y="203"/>
                    <a:pt x="134" y="201"/>
                    <a:pt x="159" y="197"/>
                  </a:cubicBezTo>
                  <a:cubicBezTo>
                    <a:pt x="177" y="194"/>
                    <a:pt x="194" y="186"/>
                    <a:pt x="199" y="166"/>
                  </a:cubicBezTo>
                  <a:cubicBezTo>
                    <a:pt x="205" y="137"/>
                    <a:pt x="210" y="107"/>
                    <a:pt x="189" y="80"/>
                  </a:cubicBezTo>
                  <a:cubicBezTo>
                    <a:pt x="178" y="67"/>
                    <a:pt x="169" y="53"/>
                    <a:pt x="156" y="43"/>
                  </a:cubicBezTo>
                  <a:cubicBezTo>
                    <a:pt x="139" y="30"/>
                    <a:pt x="119" y="20"/>
                    <a:pt x="99" y="11"/>
                  </a:cubicBezTo>
                  <a:cubicBezTo>
                    <a:pt x="89" y="6"/>
                    <a:pt x="78" y="0"/>
                    <a:pt x="66" y="11"/>
                  </a:cubicBezTo>
                  <a:cubicBezTo>
                    <a:pt x="57" y="19"/>
                    <a:pt x="47" y="26"/>
                    <a:pt x="36" y="31"/>
                  </a:cubicBezTo>
                  <a:cubicBezTo>
                    <a:pt x="11" y="44"/>
                    <a:pt x="0" y="87"/>
                    <a:pt x="25" y="108"/>
                  </a:cubicBezTo>
                  <a:cubicBezTo>
                    <a:pt x="31" y="113"/>
                    <a:pt x="34" y="122"/>
                    <a:pt x="39" y="1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" name="Freeform 15"/>
            <p:cNvSpPr/>
            <p:nvPr/>
          </p:nvSpPr>
          <p:spPr bwMode="auto">
            <a:xfrm>
              <a:off x="3154362" y="-631825"/>
              <a:ext cx="93663" cy="157163"/>
            </a:xfrm>
            <a:custGeom>
              <a:avLst/>
              <a:gdLst>
                <a:gd name="T0" fmla="*/ 105 w 122"/>
                <a:gd name="T1" fmla="*/ 180 h 205"/>
                <a:gd name="T2" fmla="*/ 108 w 122"/>
                <a:gd name="T3" fmla="*/ 135 h 205"/>
                <a:gd name="T4" fmla="*/ 121 w 122"/>
                <a:gd name="T5" fmla="*/ 30 h 205"/>
                <a:gd name="T6" fmla="*/ 106 w 122"/>
                <a:gd name="T7" fmla="*/ 10 h 205"/>
                <a:gd name="T8" fmla="*/ 101 w 122"/>
                <a:gd name="T9" fmla="*/ 8 h 205"/>
                <a:gd name="T10" fmla="*/ 64 w 122"/>
                <a:gd name="T11" fmla="*/ 0 h 205"/>
                <a:gd name="T12" fmla="*/ 46 w 122"/>
                <a:gd name="T13" fmla="*/ 9 h 205"/>
                <a:gd name="T14" fmla="*/ 24 w 122"/>
                <a:gd name="T15" fmla="*/ 44 h 205"/>
                <a:gd name="T16" fmla="*/ 4 w 122"/>
                <a:gd name="T17" fmla="*/ 141 h 205"/>
                <a:gd name="T18" fmla="*/ 47 w 122"/>
                <a:gd name="T19" fmla="*/ 198 h 205"/>
                <a:gd name="T20" fmla="*/ 78 w 122"/>
                <a:gd name="T21" fmla="*/ 202 h 205"/>
                <a:gd name="T22" fmla="*/ 105 w 122"/>
                <a:gd name="T23" fmla="*/ 180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22" h="205">
                  <a:moveTo>
                    <a:pt x="105" y="180"/>
                  </a:moveTo>
                  <a:cubicBezTo>
                    <a:pt x="103" y="164"/>
                    <a:pt x="106" y="150"/>
                    <a:pt x="108" y="135"/>
                  </a:cubicBezTo>
                  <a:cubicBezTo>
                    <a:pt x="113" y="100"/>
                    <a:pt x="117" y="65"/>
                    <a:pt x="121" y="30"/>
                  </a:cubicBezTo>
                  <a:cubicBezTo>
                    <a:pt x="122" y="17"/>
                    <a:pt x="119" y="12"/>
                    <a:pt x="106" y="10"/>
                  </a:cubicBezTo>
                  <a:cubicBezTo>
                    <a:pt x="105" y="9"/>
                    <a:pt x="103" y="8"/>
                    <a:pt x="101" y="8"/>
                  </a:cubicBezTo>
                  <a:cubicBezTo>
                    <a:pt x="89" y="5"/>
                    <a:pt x="77" y="3"/>
                    <a:pt x="64" y="0"/>
                  </a:cubicBezTo>
                  <a:cubicBezTo>
                    <a:pt x="58" y="2"/>
                    <a:pt x="50" y="4"/>
                    <a:pt x="46" y="9"/>
                  </a:cubicBezTo>
                  <a:cubicBezTo>
                    <a:pt x="38" y="20"/>
                    <a:pt x="27" y="31"/>
                    <a:pt x="24" y="44"/>
                  </a:cubicBezTo>
                  <a:cubicBezTo>
                    <a:pt x="15" y="76"/>
                    <a:pt x="9" y="108"/>
                    <a:pt x="4" y="141"/>
                  </a:cubicBezTo>
                  <a:cubicBezTo>
                    <a:pt x="0" y="172"/>
                    <a:pt x="16" y="192"/>
                    <a:pt x="47" y="198"/>
                  </a:cubicBezTo>
                  <a:cubicBezTo>
                    <a:pt x="57" y="200"/>
                    <a:pt x="68" y="199"/>
                    <a:pt x="78" y="202"/>
                  </a:cubicBezTo>
                  <a:cubicBezTo>
                    <a:pt x="94" y="205"/>
                    <a:pt x="108" y="196"/>
                    <a:pt x="105" y="18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" name="Freeform 16"/>
            <p:cNvSpPr/>
            <p:nvPr/>
          </p:nvSpPr>
          <p:spPr bwMode="auto">
            <a:xfrm>
              <a:off x="-407988" y="17462"/>
              <a:ext cx="93663" cy="138113"/>
            </a:xfrm>
            <a:custGeom>
              <a:avLst/>
              <a:gdLst>
                <a:gd name="T0" fmla="*/ 0 w 59"/>
                <a:gd name="T1" fmla="*/ 87 h 87"/>
                <a:gd name="T2" fmla="*/ 0 w 59"/>
                <a:gd name="T3" fmla="*/ 0 h 87"/>
                <a:gd name="T4" fmla="*/ 15 w 59"/>
                <a:gd name="T5" fmla="*/ 0 h 87"/>
                <a:gd name="T6" fmla="*/ 45 w 59"/>
                <a:gd name="T7" fmla="*/ 58 h 87"/>
                <a:gd name="T8" fmla="*/ 45 w 59"/>
                <a:gd name="T9" fmla="*/ 0 h 87"/>
                <a:gd name="T10" fmla="*/ 59 w 59"/>
                <a:gd name="T11" fmla="*/ 0 h 87"/>
                <a:gd name="T12" fmla="*/ 59 w 59"/>
                <a:gd name="T13" fmla="*/ 87 h 87"/>
                <a:gd name="T14" fmla="*/ 44 w 59"/>
                <a:gd name="T15" fmla="*/ 87 h 87"/>
                <a:gd name="T16" fmla="*/ 14 w 59"/>
                <a:gd name="T17" fmla="*/ 31 h 87"/>
                <a:gd name="T18" fmla="*/ 14 w 59"/>
                <a:gd name="T19" fmla="*/ 87 h 87"/>
                <a:gd name="T20" fmla="*/ 0 w 59"/>
                <a:gd name="T21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87">
                  <a:moveTo>
                    <a:pt x="0" y="87"/>
                  </a:moveTo>
                  <a:lnTo>
                    <a:pt x="0" y="0"/>
                  </a:lnTo>
                  <a:lnTo>
                    <a:pt x="15" y="0"/>
                  </a:lnTo>
                  <a:lnTo>
                    <a:pt x="45" y="58"/>
                  </a:lnTo>
                  <a:lnTo>
                    <a:pt x="45" y="0"/>
                  </a:lnTo>
                  <a:lnTo>
                    <a:pt x="59" y="0"/>
                  </a:lnTo>
                  <a:lnTo>
                    <a:pt x="59" y="87"/>
                  </a:lnTo>
                  <a:lnTo>
                    <a:pt x="44" y="87"/>
                  </a:lnTo>
                  <a:lnTo>
                    <a:pt x="14" y="31"/>
                  </a:lnTo>
                  <a:lnTo>
                    <a:pt x="14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" name="Freeform 17"/>
            <p:cNvSpPr>
              <a:spLocks noEditPoints="1"/>
            </p:cNvSpPr>
            <p:nvPr/>
          </p:nvSpPr>
          <p:spPr bwMode="auto">
            <a:xfrm>
              <a:off x="-301625" y="17462"/>
              <a:ext cx="115888" cy="138113"/>
            </a:xfrm>
            <a:custGeom>
              <a:avLst/>
              <a:gdLst>
                <a:gd name="T0" fmla="*/ 73 w 73"/>
                <a:gd name="T1" fmla="*/ 87 h 87"/>
                <a:gd name="T2" fmla="*/ 57 w 73"/>
                <a:gd name="T3" fmla="*/ 87 h 87"/>
                <a:gd name="T4" fmla="*/ 51 w 73"/>
                <a:gd name="T5" fmla="*/ 67 h 87"/>
                <a:gd name="T6" fmla="*/ 22 w 73"/>
                <a:gd name="T7" fmla="*/ 67 h 87"/>
                <a:gd name="T8" fmla="*/ 15 w 73"/>
                <a:gd name="T9" fmla="*/ 87 h 87"/>
                <a:gd name="T10" fmla="*/ 0 w 73"/>
                <a:gd name="T11" fmla="*/ 87 h 87"/>
                <a:gd name="T12" fmla="*/ 28 w 73"/>
                <a:gd name="T13" fmla="*/ 0 h 87"/>
                <a:gd name="T14" fmla="*/ 44 w 73"/>
                <a:gd name="T15" fmla="*/ 0 h 87"/>
                <a:gd name="T16" fmla="*/ 73 w 73"/>
                <a:gd name="T17" fmla="*/ 87 h 87"/>
                <a:gd name="T18" fmla="*/ 46 w 73"/>
                <a:gd name="T19" fmla="*/ 53 h 87"/>
                <a:gd name="T20" fmla="*/ 36 w 73"/>
                <a:gd name="T21" fmla="*/ 21 h 87"/>
                <a:gd name="T22" fmla="*/ 26 w 73"/>
                <a:gd name="T23" fmla="*/ 53 h 87"/>
                <a:gd name="T24" fmla="*/ 46 w 73"/>
                <a:gd name="T25" fmla="*/ 5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3" h="87">
                  <a:moveTo>
                    <a:pt x="73" y="87"/>
                  </a:moveTo>
                  <a:lnTo>
                    <a:pt x="57" y="87"/>
                  </a:lnTo>
                  <a:lnTo>
                    <a:pt x="51" y="67"/>
                  </a:lnTo>
                  <a:lnTo>
                    <a:pt x="22" y="67"/>
                  </a:lnTo>
                  <a:lnTo>
                    <a:pt x="15" y="87"/>
                  </a:lnTo>
                  <a:lnTo>
                    <a:pt x="0" y="87"/>
                  </a:lnTo>
                  <a:lnTo>
                    <a:pt x="28" y="0"/>
                  </a:lnTo>
                  <a:lnTo>
                    <a:pt x="44" y="0"/>
                  </a:lnTo>
                  <a:lnTo>
                    <a:pt x="73" y="87"/>
                  </a:lnTo>
                  <a:close/>
                  <a:moveTo>
                    <a:pt x="46" y="53"/>
                  </a:moveTo>
                  <a:lnTo>
                    <a:pt x="36" y="21"/>
                  </a:lnTo>
                  <a:lnTo>
                    <a:pt x="26" y="53"/>
                  </a:lnTo>
                  <a:lnTo>
                    <a:pt x="46" y="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" name="Freeform 18"/>
            <p:cNvSpPr/>
            <p:nvPr/>
          </p:nvSpPr>
          <p:spPr bwMode="auto">
            <a:xfrm>
              <a:off x="-173038" y="17462"/>
              <a:ext cx="92075" cy="138113"/>
            </a:xfrm>
            <a:custGeom>
              <a:avLst/>
              <a:gdLst>
                <a:gd name="T0" fmla="*/ 0 w 58"/>
                <a:gd name="T1" fmla="*/ 87 h 87"/>
                <a:gd name="T2" fmla="*/ 0 w 58"/>
                <a:gd name="T3" fmla="*/ 0 h 87"/>
                <a:gd name="T4" fmla="*/ 15 w 58"/>
                <a:gd name="T5" fmla="*/ 0 h 87"/>
                <a:gd name="T6" fmla="*/ 44 w 58"/>
                <a:gd name="T7" fmla="*/ 58 h 87"/>
                <a:gd name="T8" fmla="*/ 44 w 58"/>
                <a:gd name="T9" fmla="*/ 0 h 87"/>
                <a:gd name="T10" fmla="*/ 58 w 58"/>
                <a:gd name="T11" fmla="*/ 0 h 87"/>
                <a:gd name="T12" fmla="*/ 58 w 58"/>
                <a:gd name="T13" fmla="*/ 87 h 87"/>
                <a:gd name="T14" fmla="*/ 43 w 58"/>
                <a:gd name="T15" fmla="*/ 87 h 87"/>
                <a:gd name="T16" fmla="*/ 14 w 58"/>
                <a:gd name="T17" fmla="*/ 31 h 87"/>
                <a:gd name="T18" fmla="*/ 14 w 58"/>
                <a:gd name="T19" fmla="*/ 87 h 87"/>
                <a:gd name="T20" fmla="*/ 0 w 58"/>
                <a:gd name="T21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8" h="87">
                  <a:moveTo>
                    <a:pt x="0" y="87"/>
                  </a:moveTo>
                  <a:lnTo>
                    <a:pt x="0" y="0"/>
                  </a:lnTo>
                  <a:lnTo>
                    <a:pt x="15" y="0"/>
                  </a:lnTo>
                  <a:lnTo>
                    <a:pt x="44" y="58"/>
                  </a:lnTo>
                  <a:lnTo>
                    <a:pt x="44" y="0"/>
                  </a:lnTo>
                  <a:lnTo>
                    <a:pt x="58" y="0"/>
                  </a:lnTo>
                  <a:lnTo>
                    <a:pt x="58" y="87"/>
                  </a:lnTo>
                  <a:lnTo>
                    <a:pt x="43" y="87"/>
                  </a:lnTo>
                  <a:lnTo>
                    <a:pt x="14" y="31"/>
                  </a:lnTo>
                  <a:lnTo>
                    <a:pt x="14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" name="Freeform 19"/>
            <p:cNvSpPr/>
            <p:nvPr/>
          </p:nvSpPr>
          <p:spPr bwMode="auto">
            <a:xfrm>
              <a:off x="-65088" y="17462"/>
              <a:ext cx="74613" cy="141288"/>
            </a:xfrm>
            <a:custGeom>
              <a:avLst/>
              <a:gdLst>
                <a:gd name="T0" fmla="*/ 67 w 97"/>
                <a:gd name="T1" fmla="*/ 0 h 183"/>
                <a:gd name="T2" fmla="*/ 97 w 97"/>
                <a:gd name="T3" fmla="*/ 0 h 183"/>
                <a:gd name="T4" fmla="*/ 97 w 97"/>
                <a:gd name="T5" fmla="*/ 114 h 183"/>
                <a:gd name="T6" fmla="*/ 94 w 97"/>
                <a:gd name="T7" fmla="*/ 148 h 183"/>
                <a:gd name="T8" fmla="*/ 78 w 97"/>
                <a:gd name="T9" fmla="*/ 173 h 183"/>
                <a:gd name="T10" fmla="*/ 47 w 97"/>
                <a:gd name="T11" fmla="*/ 183 h 183"/>
                <a:gd name="T12" fmla="*/ 12 w 97"/>
                <a:gd name="T13" fmla="*/ 168 h 183"/>
                <a:gd name="T14" fmla="*/ 0 w 97"/>
                <a:gd name="T15" fmla="*/ 124 h 183"/>
                <a:gd name="T16" fmla="*/ 29 w 97"/>
                <a:gd name="T17" fmla="*/ 120 h 183"/>
                <a:gd name="T18" fmla="*/ 32 w 97"/>
                <a:gd name="T19" fmla="*/ 142 h 183"/>
                <a:gd name="T20" fmla="*/ 48 w 97"/>
                <a:gd name="T21" fmla="*/ 152 h 183"/>
                <a:gd name="T22" fmla="*/ 62 w 97"/>
                <a:gd name="T23" fmla="*/ 145 h 183"/>
                <a:gd name="T24" fmla="*/ 67 w 97"/>
                <a:gd name="T25" fmla="*/ 116 h 183"/>
                <a:gd name="T26" fmla="*/ 67 w 97"/>
                <a:gd name="T27" fmla="*/ 0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7" h="183">
                  <a:moveTo>
                    <a:pt x="67" y="0"/>
                  </a:moveTo>
                  <a:cubicBezTo>
                    <a:pt x="97" y="0"/>
                    <a:pt x="97" y="0"/>
                    <a:pt x="97" y="0"/>
                  </a:cubicBezTo>
                  <a:cubicBezTo>
                    <a:pt x="97" y="114"/>
                    <a:pt x="97" y="114"/>
                    <a:pt x="97" y="114"/>
                  </a:cubicBezTo>
                  <a:cubicBezTo>
                    <a:pt x="97" y="128"/>
                    <a:pt x="96" y="140"/>
                    <a:pt x="94" y="148"/>
                  </a:cubicBezTo>
                  <a:cubicBezTo>
                    <a:pt x="91" y="158"/>
                    <a:pt x="85" y="167"/>
                    <a:pt x="78" y="173"/>
                  </a:cubicBezTo>
                  <a:cubicBezTo>
                    <a:pt x="70" y="179"/>
                    <a:pt x="59" y="183"/>
                    <a:pt x="47" y="183"/>
                  </a:cubicBezTo>
                  <a:cubicBezTo>
                    <a:pt x="32" y="183"/>
                    <a:pt x="20" y="178"/>
                    <a:pt x="12" y="168"/>
                  </a:cubicBezTo>
                  <a:cubicBezTo>
                    <a:pt x="4" y="158"/>
                    <a:pt x="0" y="143"/>
                    <a:pt x="0" y="124"/>
                  </a:cubicBezTo>
                  <a:cubicBezTo>
                    <a:pt x="29" y="120"/>
                    <a:pt x="29" y="120"/>
                    <a:pt x="29" y="120"/>
                  </a:cubicBezTo>
                  <a:cubicBezTo>
                    <a:pt x="29" y="130"/>
                    <a:pt x="30" y="138"/>
                    <a:pt x="32" y="142"/>
                  </a:cubicBezTo>
                  <a:cubicBezTo>
                    <a:pt x="36" y="148"/>
                    <a:pt x="41" y="152"/>
                    <a:pt x="48" y="152"/>
                  </a:cubicBezTo>
                  <a:cubicBezTo>
                    <a:pt x="55" y="152"/>
                    <a:pt x="59" y="149"/>
                    <a:pt x="62" y="145"/>
                  </a:cubicBezTo>
                  <a:cubicBezTo>
                    <a:pt x="65" y="140"/>
                    <a:pt x="67" y="131"/>
                    <a:pt x="67" y="116"/>
                  </a:cubicBezTo>
                  <a:lnTo>
                    <a:pt x="6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" name="Rectangle 20"/>
            <p:cNvSpPr>
              <a:spLocks noChangeArrowheads="1"/>
            </p:cNvSpPr>
            <p:nvPr/>
          </p:nvSpPr>
          <p:spPr bwMode="auto">
            <a:xfrm>
              <a:off x="34925" y="17462"/>
              <a:ext cx="22225" cy="13811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" name="Freeform 21"/>
            <p:cNvSpPr/>
            <p:nvPr/>
          </p:nvSpPr>
          <p:spPr bwMode="auto">
            <a:xfrm>
              <a:off x="79375" y="17462"/>
              <a:ext cx="93663" cy="138113"/>
            </a:xfrm>
            <a:custGeom>
              <a:avLst/>
              <a:gdLst>
                <a:gd name="T0" fmla="*/ 0 w 59"/>
                <a:gd name="T1" fmla="*/ 87 h 87"/>
                <a:gd name="T2" fmla="*/ 0 w 59"/>
                <a:gd name="T3" fmla="*/ 0 h 87"/>
                <a:gd name="T4" fmla="*/ 15 w 59"/>
                <a:gd name="T5" fmla="*/ 0 h 87"/>
                <a:gd name="T6" fmla="*/ 45 w 59"/>
                <a:gd name="T7" fmla="*/ 58 h 87"/>
                <a:gd name="T8" fmla="*/ 45 w 59"/>
                <a:gd name="T9" fmla="*/ 0 h 87"/>
                <a:gd name="T10" fmla="*/ 59 w 59"/>
                <a:gd name="T11" fmla="*/ 0 h 87"/>
                <a:gd name="T12" fmla="*/ 59 w 59"/>
                <a:gd name="T13" fmla="*/ 87 h 87"/>
                <a:gd name="T14" fmla="*/ 44 w 59"/>
                <a:gd name="T15" fmla="*/ 87 h 87"/>
                <a:gd name="T16" fmla="*/ 14 w 59"/>
                <a:gd name="T17" fmla="*/ 31 h 87"/>
                <a:gd name="T18" fmla="*/ 14 w 59"/>
                <a:gd name="T19" fmla="*/ 87 h 87"/>
                <a:gd name="T20" fmla="*/ 0 w 59"/>
                <a:gd name="T21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87">
                  <a:moveTo>
                    <a:pt x="0" y="87"/>
                  </a:moveTo>
                  <a:lnTo>
                    <a:pt x="0" y="0"/>
                  </a:lnTo>
                  <a:lnTo>
                    <a:pt x="15" y="0"/>
                  </a:lnTo>
                  <a:lnTo>
                    <a:pt x="45" y="58"/>
                  </a:lnTo>
                  <a:lnTo>
                    <a:pt x="45" y="0"/>
                  </a:lnTo>
                  <a:lnTo>
                    <a:pt x="59" y="0"/>
                  </a:lnTo>
                  <a:lnTo>
                    <a:pt x="59" y="87"/>
                  </a:lnTo>
                  <a:lnTo>
                    <a:pt x="44" y="87"/>
                  </a:lnTo>
                  <a:lnTo>
                    <a:pt x="14" y="31"/>
                  </a:lnTo>
                  <a:lnTo>
                    <a:pt x="14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" name="Freeform 22"/>
            <p:cNvSpPr/>
            <p:nvPr/>
          </p:nvSpPr>
          <p:spPr bwMode="auto">
            <a:xfrm>
              <a:off x="193675" y="15875"/>
              <a:ext cx="107950" cy="142875"/>
            </a:xfrm>
            <a:custGeom>
              <a:avLst/>
              <a:gdLst>
                <a:gd name="T0" fmla="*/ 77 w 143"/>
                <a:gd name="T1" fmla="*/ 117 h 186"/>
                <a:gd name="T2" fmla="*/ 77 w 143"/>
                <a:gd name="T3" fmla="*/ 86 h 186"/>
                <a:gd name="T4" fmla="*/ 143 w 143"/>
                <a:gd name="T5" fmla="*/ 86 h 186"/>
                <a:gd name="T6" fmla="*/ 143 w 143"/>
                <a:gd name="T7" fmla="*/ 158 h 186"/>
                <a:gd name="T8" fmla="*/ 115 w 143"/>
                <a:gd name="T9" fmla="*/ 177 h 186"/>
                <a:gd name="T10" fmla="*/ 78 w 143"/>
                <a:gd name="T11" fmla="*/ 186 h 186"/>
                <a:gd name="T12" fmla="*/ 36 w 143"/>
                <a:gd name="T13" fmla="*/ 174 h 186"/>
                <a:gd name="T14" fmla="*/ 9 w 143"/>
                <a:gd name="T15" fmla="*/ 140 h 186"/>
                <a:gd name="T16" fmla="*/ 0 w 143"/>
                <a:gd name="T17" fmla="*/ 92 h 186"/>
                <a:gd name="T18" fmla="*/ 10 w 143"/>
                <a:gd name="T19" fmla="*/ 42 h 186"/>
                <a:gd name="T20" fmla="*/ 40 w 143"/>
                <a:gd name="T21" fmla="*/ 9 h 186"/>
                <a:gd name="T22" fmla="*/ 76 w 143"/>
                <a:gd name="T23" fmla="*/ 0 h 186"/>
                <a:gd name="T24" fmla="*/ 120 w 143"/>
                <a:gd name="T25" fmla="*/ 14 h 186"/>
                <a:gd name="T26" fmla="*/ 141 w 143"/>
                <a:gd name="T27" fmla="*/ 53 h 186"/>
                <a:gd name="T28" fmla="*/ 110 w 143"/>
                <a:gd name="T29" fmla="*/ 60 h 186"/>
                <a:gd name="T30" fmla="*/ 98 w 143"/>
                <a:gd name="T31" fmla="*/ 39 h 186"/>
                <a:gd name="T32" fmla="*/ 76 w 143"/>
                <a:gd name="T33" fmla="*/ 31 h 186"/>
                <a:gd name="T34" fmla="*/ 44 w 143"/>
                <a:gd name="T35" fmla="*/ 46 h 186"/>
                <a:gd name="T36" fmla="*/ 32 w 143"/>
                <a:gd name="T37" fmla="*/ 91 h 186"/>
                <a:gd name="T38" fmla="*/ 44 w 143"/>
                <a:gd name="T39" fmla="*/ 139 h 186"/>
                <a:gd name="T40" fmla="*/ 76 w 143"/>
                <a:gd name="T41" fmla="*/ 155 h 186"/>
                <a:gd name="T42" fmla="*/ 95 w 143"/>
                <a:gd name="T43" fmla="*/ 150 h 186"/>
                <a:gd name="T44" fmla="*/ 112 w 143"/>
                <a:gd name="T45" fmla="*/ 139 h 186"/>
                <a:gd name="T46" fmla="*/ 112 w 143"/>
                <a:gd name="T47" fmla="*/ 117 h 186"/>
                <a:gd name="T48" fmla="*/ 77 w 143"/>
                <a:gd name="T49" fmla="*/ 117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43" h="186">
                  <a:moveTo>
                    <a:pt x="77" y="117"/>
                  </a:moveTo>
                  <a:cubicBezTo>
                    <a:pt x="77" y="86"/>
                    <a:pt x="77" y="86"/>
                    <a:pt x="77" y="86"/>
                  </a:cubicBezTo>
                  <a:cubicBezTo>
                    <a:pt x="143" y="86"/>
                    <a:pt x="143" y="86"/>
                    <a:pt x="143" y="86"/>
                  </a:cubicBezTo>
                  <a:cubicBezTo>
                    <a:pt x="143" y="158"/>
                    <a:pt x="143" y="158"/>
                    <a:pt x="143" y="158"/>
                  </a:cubicBezTo>
                  <a:cubicBezTo>
                    <a:pt x="136" y="165"/>
                    <a:pt x="127" y="172"/>
                    <a:pt x="115" y="177"/>
                  </a:cubicBezTo>
                  <a:cubicBezTo>
                    <a:pt x="103" y="183"/>
                    <a:pt x="90" y="186"/>
                    <a:pt x="78" y="186"/>
                  </a:cubicBezTo>
                  <a:cubicBezTo>
                    <a:pt x="62" y="186"/>
                    <a:pt x="48" y="182"/>
                    <a:pt x="36" y="174"/>
                  </a:cubicBezTo>
                  <a:cubicBezTo>
                    <a:pt x="24" y="166"/>
                    <a:pt x="15" y="155"/>
                    <a:pt x="9" y="140"/>
                  </a:cubicBezTo>
                  <a:cubicBezTo>
                    <a:pt x="3" y="125"/>
                    <a:pt x="0" y="109"/>
                    <a:pt x="0" y="92"/>
                  </a:cubicBezTo>
                  <a:cubicBezTo>
                    <a:pt x="0" y="74"/>
                    <a:pt x="4" y="57"/>
                    <a:pt x="10" y="42"/>
                  </a:cubicBezTo>
                  <a:cubicBezTo>
                    <a:pt x="17" y="28"/>
                    <a:pt x="27" y="17"/>
                    <a:pt x="40" y="9"/>
                  </a:cubicBezTo>
                  <a:cubicBezTo>
                    <a:pt x="49" y="3"/>
                    <a:pt x="61" y="0"/>
                    <a:pt x="76" y="0"/>
                  </a:cubicBezTo>
                  <a:cubicBezTo>
                    <a:pt x="95" y="0"/>
                    <a:pt x="110" y="5"/>
                    <a:pt x="120" y="14"/>
                  </a:cubicBezTo>
                  <a:cubicBezTo>
                    <a:pt x="131" y="24"/>
                    <a:pt x="138" y="36"/>
                    <a:pt x="141" y="53"/>
                  </a:cubicBezTo>
                  <a:cubicBezTo>
                    <a:pt x="110" y="60"/>
                    <a:pt x="110" y="60"/>
                    <a:pt x="110" y="60"/>
                  </a:cubicBezTo>
                  <a:cubicBezTo>
                    <a:pt x="108" y="51"/>
                    <a:pt x="104" y="44"/>
                    <a:pt x="98" y="39"/>
                  </a:cubicBezTo>
                  <a:cubicBezTo>
                    <a:pt x="92" y="34"/>
                    <a:pt x="85" y="31"/>
                    <a:pt x="76" y="31"/>
                  </a:cubicBezTo>
                  <a:cubicBezTo>
                    <a:pt x="63" y="31"/>
                    <a:pt x="52" y="36"/>
                    <a:pt x="44" y="46"/>
                  </a:cubicBezTo>
                  <a:cubicBezTo>
                    <a:pt x="36" y="56"/>
                    <a:pt x="32" y="71"/>
                    <a:pt x="32" y="91"/>
                  </a:cubicBezTo>
                  <a:cubicBezTo>
                    <a:pt x="32" y="112"/>
                    <a:pt x="36" y="128"/>
                    <a:pt x="44" y="139"/>
                  </a:cubicBezTo>
                  <a:cubicBezTo>
                    <a:pt x="52" y="149"/>
                    <a:pt x="63" y="155"/>
                    <a:pt x="76" y="155"/>
                  </a:cubicBezTo>
                  <a:cubicBezTo>
                    <a:pt x="82" y="155"/>
                    <a:pt x="89" y="153"/>
                    <a:pt x="95" y="150"/>
                  </a:cubicBezTo>
                  <a:cubicBezTo>
                    <a:pt x="102" y="147"/>
                    <a:pt x="107" y="144"/>
                    <a:pt x="112" y="139"/>
                  </a:cubicBezTo>
                  <a:cubicBezTo>
                    <a:pt x="112" y="117"/>
                    <a:pt x="112" y="117"/>
                    <a:pt x="112" y="117"/>
                  </a:cubicBezTo>
                  <a:lnTo>
                    <a:pt x="77" y="11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" name="Freeform 23"/>
            <p:cNvSpPr/>
            <p:nvPr/>
          </p:nvSpPr>
          <p:spPr bwMode="auto">
            <a:xfrm>
              <a:off x="368300" y="17462"/>
              <a:ext cx="93663" cy="141288"/>
            </a:xfrm>
            <a:custGeom>
              <a:avLst/>
              <a:gdLst>
                <a:gd name="T0" fmla="*/ 0 w 122"/>
                <a:gd name="T1" fmla="*/ 0 h 183"/>
                <a:gd name="T2" fmla="*/ 31 w 122"/>
                <a:gd name="T3" fmla="*/ 0 h 183"/>
                <a:gd name="T4" fmla="*/ 31 w 122"/>
                <a:gd name="T5" fmla="*/ 97 h 183"/>
                <a:gd name="T6" fmla="*/ 32 w 122"/>
                <a:gd name="T7" fmla="*/ 127 h 183"/>
                <a:gd name="T8" fmla="*/ 41 w 122"/>
                <a:gd name="T9" fmla="*/ 145 h 183"/>
                <a:gd name="T10" fmla="*/ 62 w 122"/>
                <a:gd name="T11" fmla="*/ 152 h 183"/>
                <a:gd name="T12" fmla="*/ 81 w 122"/>
                <a:gd name="T13" fmla="*/ 145 h 183"/>
                <a:gd name="T14" fmla="*/ 90 w 122"/>
                <a:gd name="T15" fmla="*/ 130 h 183"/>
                <a:gd name="T16" fmla="*/ 91 w 122"/>
                <a:gd name="T17" fmla="*/ 99 h 183"/>
                <a:gd name="T18" fmla="*/ 91 w 122"/>
                <a:gd name="T19" fmla="*/ 0 h 183"/>
                <a:gd name="T20" fmla="*/ 122 w 122"/>
                <a:gd name="T21" fmla="*/ 0 h 183"/>
                <a:gd name="T22" fmla="*/ 122 w 122"/>
                <a:gd name="T23" fmla="*/ 94 h 183"/>
                <a:gd name="T24" fmla="*/ 119 w 122"/>
                <a:gd name="T25" fmla="*/ 140 h 183"/>
                <a:gd name="T26" fmla="*/ 110 w 122"/>
                <a:gd name="T27" fmla="*/ 162 h 183"/>
                <a:gd name="T28" fmla="*/ 92 w 122"/>
                <a:gd name="T29" fmla="*/ 177 h 183"/>
                <a:gd name="T30" fmla="*/ 63 w 122"/>
                <a:gd name="T31" fmla="*/ 183 h 183"/>
                <a:gd name="T32" fmla="*/ 30 w 122"/>
                <a:gd name="T33" fmla="*/ 177 h 183"/>
                <a:gd name="T34" fmla="*/ 12 w 122"/>
                <a:gd name="T35" fmla="*/ 161 h 183"/>
                <a:gd name="T36" fmla="*/ 3 w 122"/>
                <a:gd name="T37" fmla="*/ 141 h 183"/>
                <a:gd name="T38" fmla="*/ 0 w 122"/>
                <a:gd name="T39" fmla="*/ 96 h 183"/>
                <a:gd name="T40" fmla="*/ 0 w 122"/>
                <a:gd name="T41" fmla="*/ 0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22" h="183">
                  <a:moveTo>
                    <a:pt x="0" y="0"/>
                  </a:moveTo>
                  <a:cubicBezTo>
                    <a:pt x="31" y="0"/>
                    <a:pt x="31" y="0"/>
                    <a:pt x="31" y="0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1" y="113"/>
                    <a:pt x="31" y="123"/>
                    <a:pt x="32" y="127"/>
                  </a:cubicBezTo>
                  <a:cubicBezTo>
                    <a:pt x="33" y="135"/>
                    <a:pt x="37" y="140"/>
                    <a:pt x="41" y="145"/>
                  </a:cubicBezTo>
                  <a:cubicBezTo>
                    <a:pt x="46" y="149"/>
                    <a:pt x="53" y="152"/>
                    <a:pt x="62" y="152"/>
                  </a:cubicBezTo>
                  <a:cubicBezTo>
                    <a:pt x="70" y="152"/>
                    <a:pt x="77" y="149"/>
                    <a:pt x="81" y="145"/>
                  </a:cubicBezTo>
                  <a:cubicBezTo>
                    <a:pt x="86" y="141"/>
                    <a:pt x="89" y="136"/>
                    <a:pt x="90" y="130"/>
                  </a:cubicBezTo>
                  <a:cubicBezTo>
                    <a:pt x="90" y="124"/>
                    <a:pt x="91" y="114"/>
                    <a:pt x="91" y="99"/>
                  </a:cubicBezTo>
                  <a:cubicBezTo>
                    <a:pt x="91" y="0"/>
                    <a:pt x="91" y="0"/>
                    <a:pt x="91" y="0"/>
                  </a:cubicBezTo>
                  <a:cubicBezTo>
                    <a:pt x="122" y="0"/>
                    <a:pt x="122" y="0"/>
                    <a:pt x="122" y="0"/>
                  </a:cubicBezTo>
                  <a:cubicBezTo>
                    <a:pt x="122" y="94"/>
                    <a:pt x="122" y="94"/>
                    <a:pt x="122" y="94"/>
                  </a:cubicBezTo>
                  <a:cubicBezTo>
                    <a:pt x="122" y="116"/>
                    <a:pt x="121" y="131"/>
                    <a:pt x="119" y="140"/>
                  </a:cubicBezTo>
                  <a:cubicBezTo>
                    <a:pt x="117" y="149"/>
                    <a:pt x="114" y="156"/>
                    <a:pt x="110" y="162"/>
                  </a:cubicBezTo>
                  <a:cubicBezTo>
                    <a:pt x="105" y="169"/>
                    <a:pt x="100" y="173"/>
                    <a:pt x="92" y="177"/>
                  </a:cubicBezTo>
                  <a:cubicBezTo>
                    <a:pt x="84" y="181"/>
                    <a:pt x="75" y="183"/>
                    <a:pt x="63" y="183"/>
                  </a:cubicBezTo>
                  <a:cubicBezTo>
                    <a:pt x="48" y="183"/>
                    <a:pt x="37" y="181"/>
                    <a:pt x="30" y="177"/>
                  </a:cubicBezTo>
                  <a:cubicBezTo>
                    <a:pt x="22" y="173"/>
                    <a:pt x="16" y="168"/>
                    <a:pt x="12" y="161"/>
                  </a:cubicBezTo>
                  <a:cubicBezTo>
                    <a:pt x="7" y="155"/>
                    <a:pt x="5" y="148"/>
                    <a:pt x="3" y="141"/>
                  </a:cubicBezTo>
                  <a:cubicBezTo>
                    <a:pt x="1" y="131"/>
                    <a:pt x="0" y="116"/>
                    <a:pt x="0" y="96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" name="Freeform 24"/>
            <p:cNvSpPr/>
            <p:nvPr/>
          </p:nvSpPr>
          <p:spPr bwMode="auto">
            <a:xfrm>
              <a:off x="485775" y="17462"/>
              <a:ext cx="93663" cy="138113"/>
            </a:xfrm>
            <a:custGeom>
              <a:avLst/>
              <a:gdLst>
                <a:gd name="T0" fmla="*/ 0 w 59"/>
                <a:gd name="T1" fmla="*/ 87 h 87"/>
                <a:gd name="T2" fmla="*/ 0 w 59"/>
                <a:gd name="T3" fmla="*/ 0 h 87"/>
                <a:gd name="T4" fmla="*/ 15 w 59"/>
                <a:gd name="T5" fmla="*/ 0 h 87"/>
                <a:gd name="T6" fmla="*/ 45 w 59"/>
                <a:gd name="T7" fmla="*/ 58 h 87"/>
                <a:gd name="T8" fmla="*/ 45 w 59"/>
                <a:gd name="T9" fmla="*/ 0 h 87"/>
                <a:gd name="T10" fmla="*/ 59 w 59"/>
                <a:gd name="T11" fmla="*/ 0 h 87"/>
                <a:gd name="T12" fmla="*/ 59 w 59"/>
                <a:gd name="T13" fmla="*/ 87 h 87"/>
                <a:gd name="T14" fmla="*/ 44 w 59"/>
                <a:gd name="T15" fmla="*/ 87 h 87"/>
                <a:gd name="T16" fmla="*/ 14 w 59"/>
                <a:gd name="T17" fmla="*/ 31 h 87"/>
                <a:gd name="T18" fmla="*/ 14 w 59"/>
                <a:gd name="T19" fmla="*/ 87 h 87"/>
                <a:gd name="T20" fmla="*/ 0 w 59"/>
                <a:gd name="T21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87">
                  <a:moveTo>
                    <a:pt x="0" y="87"/>
                  </a:moveTo>
                  <a:lnTo>
                    <a:pt x="0" y="0"/>
                  </a:lnTo>
                  <a:lnTo>
                    <a:pt x="15" y="0"/>
                  </a:lnTo>
                  <a:lnTo>
                    <a:pt x="45" y="58"/>
                  </a:lnTo>
                  <a:lnTo>
                    <a:pt x="45" y="0"/>
                  </a:lnTo>
                  <a:lnTo>
                    <a:pt x="59" y="0"/>
                  </a:lnTo>
                  <a:lnTo>
                    <a:pt x="59" y="87"/>
                  </a:lnTo>
                  <a:lnTo>
                    <a:pt x="44" y="87"/>
                  </a:lnTo>
                  <a:lnTo>
                    <a:pt x="14" y="31"/>
                  </a:lnTo>
                  <a:lnTo>
                    <a:pt x="14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" name="Rectangle 25"/>
            <p:cNvSpPr>
              <a:spLocks noChangeArrowheads="1"/>
            </p:cNvSpPr>
            <p:nvPr/>
          </p:nvSpPr>
          <p:spPr bwMode="auto">
            <a:xfrm>
              <a:off x="603250" y="17462"/>
              <a:ext cx="23813" cy="13811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" name="Freeform 26"/>
            <p:cNvSpPr/>
            <p:nvPr/>
          </p:nvSpPr>
          <p:spPr bwMode="auto">
            <a:xfrm>
              <a:off x="636587" y="17462"/>
              <a:ext cx="107950" cy="138113"/>
            </a:xfrm>
            <a:custGeom>
              <a:avLst/>
              <a:gdLst>
                <a:gd name="T0" fmla="*/ 27 w 68"/>
                <a:gd name="T1" fmla="*/ 87 h 87"/>
                <a:gd name="T2" fmla="*/ 0 w 68"/>
                <a:gd name="T3" fmla="*/ 0 h 87"/>
                <a:gd name="T4" fmla="*/ 16 w 68"/>
                <a:gd name="T5" fmla="*/ 0 h 87"/>
                <a:gd name="T6" fmla="*/ 35 w 68"/>
                <a:gd name="T7" fmla="*/ 65 h 87"/>
                <a:gd name="T8" fmla="*/ 53 w 68"/>
                <a:gd name="T9" fmla="*/ 0 h 87"/>
                <a:gd name="T10" fmla="*/ 68 w 68"/>
                <a:gd name="T11" fmla="*/ 0 h 87"/>
                <a:gd name="T12" fmla="*/ 42 w 68"/>
                <a:gd name="T13" fmla="*/ 87 h 87"/>
                <a:gd name="T14" fmla="*/ 27 w 68"/>
                <a:gd name="T15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8" h="87">
                  <a:moveTo>
                    <a:pt x="27" y="87"/>
                  </a:moveTo>
                  <a:lnTo>
                    <a:pt x="0" y="0"/>
                  </a:lnTo>
                  <a:lnTo>
                    <a:pt x="16" y="0"/>
                  </a:lnTo>
                  <a:lnTo>
                    <a:pt x="35" y="65"/>
                  </a:lnTo>
                  <a:lnTo>
                    <a:pt x="53" y="0"/>
                  </a:lnTo>
                  <a:lnTo>
                    <a:pt x="68" y="0"/>
                  </a:lnTo>
                  <a:lnTo>
                    <a:pt x="42" y="87"/>
                  </a:lnTo>
                  <a:lnTo>
                    <a:pt x="27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" name="Freeform 27"/>
            <p:cNvSpPr/>
            <p:nvPr/>
          </p:nvSpPr>
          <p:spPr bwMode="auto">
            <a:xfrm>
              <a:off x="757237" y="17462"/>
              <a:ext cx="88900" cy="138113"/>
            </a:xfrm>
            <a:custGeom>
              <a:avLst/>
              <a:gdLst>
                <a:gd name="T0" fmla="*/ 0 w 56"/>
                <a:gd name="T1" fmla="*/ 87 h 87"/>
                <a:gd name="T2" fmla="*/ 0 w 56"/>
                <a:gd name="T3" fmla="*/ 0 h 87"/>
                <a:gd name="T4" fmla="*/ 55 w 56"/>
                <a:gd name="T5" fmla="*/ 0 h 87"/>
                <a:gd name="T6" fmla="*/ 55 w 56"/>
                <a:gd name="T7" fmla="*/ 15 h 87"/>
                <a:gd name="T8" fmla="*/ 15 w 56"/>
                <a:gd name="T9" fmla="*/ 15 h 87"/>
                <a:gd name="T10" fmla="*/ 15 w 56"/>
                <a:gd name="T11" fmla="*/ 34 h 87"/>
                <a:gd name="T12" fmla="*/ 52 w 56"/>
                <a:gd name="T13" fmla="*/ 34 h 87"/>
                <a:gd name="T14" fmla="*/ 52 w 56"/>
                <a:gd name="T15" fmla="*/ 49 h 87"/>
                <a:gd name="T16" fmla="*/ 15 w 56"/>
                <a:gd name="T17" fmla="*/ 49 h 87"/>
                <a:gd name="T18" fmla="*/ 15 w 56"/>
                <a:gd name="T19" fmla="*/ 72 h 87"/>
                <a:gd name="T20" fmla="*/ 56 w 56"/>
                <a:gd name="T21" fmla="*/ 72 h 87"/>
                <a:gd name="T22" fmla="*/ 56 w 56"/>
                <a:gd name="T23" fmla="*/ 87 h 87"/>
                <a:gd name="T24" fmla="*/ 0 w 56"/>
                <a:gd name="T25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6" h="87">
                  <a:moveTo>
                    <a:pt x="0" y="87"/>
                  </a:moveTo>
                  <a:lnTo>
                    <a:pt x="0" y="0"/>
                  </a:lnTo>
                  <a:lnTo>
                    <a:pt x="55" y="0"/>
                  </a:lnTo>
                  <a:lnTo>
                    <a:pt x="55" y="15"/>
                  </a:lnTo>
                  <a:lnTo>
                    <a:pt x="15" y="15"/>
                  </a:lnTo>
                  <a:lnTo>
                    <a:pt x="15" y="34"/>
                  </a:lnTo>
                  <a:lnTo>
                    <a:pt x="52" y="34"/>
                  </a:lnTo>
                  <a:lnTo>
                    <a:pt x="52" y="49"/>
                  </a:lnTo>
                  <a:lnTo>
                    <a:pt x="15" y="49"/>
                  </a:lnTo>
                  <a:lnTo>
                    <a:pt x="15" y="72"/>
                  </a:lnTo>
                  <a:lnTo>
                    <a:pt x="56" y="72"/>
                  </a:lnTo>
                  <a:lnTo>
                    <a:pt x="56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9" name="Freeform 28"/>
            <p:cNvSpPr>
              <a:spLocks noEditPoints="1"/>
            </p:cNvSpPr>
            <p:nvPr/>
          </p:nvSpPr>
          <p:spPr bwMode="auto">
            <a:xfrm>
              <a:off x="865187" y="17462"/>
              <a:ext cx="104775" cy="138113"/>
            </a:xfrm>
            <a:custGeom>
              <a:avLst/>
              <a:gdLst>
                <a:gd name="T0" fmla="*/ 0 w 137"/>
                <a:gd name="T1" fmla="*/ 179 h 179"/>
                <a:gd name="T2" fmla="*/ 0 w 137"/>
                <a:gd name="T3" fmla="*/ 0 h 179"/>
                <a:gd name="T4" fmla="*/ 65 w 137"/>
                <a:gd name="T5" fmla="*/ 0 h 179"/>
                <a:gd name="T6" fmla="*/ 100 w 137"/>
                <a:gd name="T7" fmla="*/ 5 h 179"/>
                <a:gd name="T8" fmla="*/ 118 w 137"/>
                <a:gd name="T9" fmla="*/ 22 h 179"/>
                <a:gd name="T10" fmla="*/ 124 w 137"/>
                <a:gd name="T11" fmla="*/ 50 h 179"/>
                <a:gd name="T12" fmla="*/ 114 w 137"/>
                <a:gd name="T13" fmla="*/ 84 h 179"/>
                <a:gd name="T14" fmla="*/ 84 w 137"/>
                <a:gd name="T15" fmla="*/ 100 h 179"/>
                <a:gd name="T16" fmla="*/ 101 w 137"/>
                <a:gd name="T17" fmla="*/ 115 h 179"/>
                <a:gd name="T18" fmla="*/ 118 w 137"/>
                <a:gd name="T19" fmla="*/ 144 h 179"/>
                <a:gd name="T20" fmla="*/ 137 w 137"/>
                <a:gd name="T21" fmla="*/ 179 h 179"/>
                <a:gd name="T22" fmla="*/ 100 w 137"/>
                <a:gd name="T23" fmla="*/ 179 h 179"/>
                <a:gd name="T24" fmla="*/ 78 w 137"/>
                <a:gd name="T25" fmla="*/ 140 h 179"/>
                <a:gd name="T26" fmla="*/ 62 w 137"/>
                <a:gd name="T27" fmla="*/ 114 h 179"/>
                <a:gd name="T28" fmla="*/ 52 w 137"/>
                <a:gd name="T29" fmla="*/ 107 h 179"/>
                <a:gd name="T30" fmla="*/ 37 w 137"/>
                <a:gd name="T31" fmla="*/ 105 h 179"/>
                <a:gd name="T32" fmla="*/ 31 w 137"/>
                <a:gd name="T33" fmla="*/ 105 h 179"/>
                <a:gd name="T34" fmla="*/ 31 w 137"/>
                <a:gd name="T35" fmla="*/ 179 h 179"/>
                <a:gd name="T36" fmla="*/ 0 w 137"/>
                <a:gd name="T37" fmla="*/ 179 h 179"/>
                <a:gd name="T38" fmla="*/ 31 w 137"/>
                <a:gd name="T39" fmla="*/ 76 h 179"/>
                <a:gd name="T40" fmla="*/ 53 w 137"/>
                <a:gd name="T41" fmla="*/ 76 h 179"/>
                <a:gd name="T42" fmla="*/ 81 w 137"/>
                <a:gd name="T43" fmla="*/ 74 h 179"/>
                <a:gd name="T44" fmla="*/ 90 w 137"/>
                <a:gd name="T45" fmla="*/ 66 h 179"/>
                <a:gd name="T46" fmla="*/ 93 w 137"/>
                <a:gd name="T47" fmla="*/ 53 h 179"/>
                <a:gd name="T48" fmla="*/ 89 w 137"/>
                <a:gd name="T49" fmla="*/ 38 h 179"/>
                <a:gd name="T50" fmla="*/ 77 w 137"/>
                <a:gd name="T51" fmla="*/ 31 h 179"/>
                <a:gd name="T52" fmla="*/ 55 w 137"/>
                <a:gd name="T53" fmla="*/ 31 h 179"/>
                <a:gd name="T54" fmla="*/ 31 w 137"/>
                <a:gd name="T55" fmla="*/ 31 h 179"/>
                <a:gd name="T56" fmla="*/ 31 w 137"/>
                <a:gd name="T57" fmla="*/ 76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37" h="179">
                  <a:moveTo>
                    <a:pt x="0" y="179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65" y="0"/>
                    <a:pt x="65" y="0"/>
                    <a:pt x="65" y="0"/>
                  </a:cubicBezTo>
                  <a:cubicBezTo>
                    <a:pt x="81" y="0"/>
                    <a:pt x="93" y="2"/>
                    <a:pt x="100" y="5"/>
                  </a:cubicBezTo>
                  <a:cubicBezTo>
                    <a:pt x="108" y="8"/>
                    <a:pt x="113" y="14"/>
                    <a:pt x="118" y="22"/>
                  </a:cubicBezTo>
                  <a:cubicBezTo>
                    <a:pt x="122" y="30"/>
                    <a:pt x="124" y="40"/>
                    <a:pt x="124" y="50"/>
                  </a:cubicBezTo>
                  <a:cubicBezTo>
                    <a:pt x="124" y="64"/>
                    <a:pt x="121" y="75"/>
                    <a:pt x="114" y="84"/>
                  </a:cubicBezTo>
                  <a:cubicBezTo>
                    <a:pt x="108" y="93"/>
                    <a:pt x="98" y="98"/>
                    <a:pt x="84" y="100"/>
                  </a:cubicBezTo>
                  <a:cubicBezTo>
                    <a:pt x="91" y="105"/>
                    <a:pt x="96" y="110"/>
                    <a:pt x="101" y="115"/>
                  </a:cubicBezTo>
                  <a:cubicBezTo>
                    <a:pt x="105" y="121"/>
                    <a:pt x="111" y="131"/>
                    <a:pt x="118" y="144"/>
                  </a:cubicBezTo>
                  <a:cubicBezTo>
                    <a:pt x="137" y="179"/>
                    <a:pt x="137" y="179"/>
                    <a:pt x="137" y="179"/>
                  </a:cubicBezTo>
                  <a:cubicBezTo>
                    <a:pt x="100" y="179"/>
                    <a:pt x="100" y="179"/>
                    <a:pt x="100" y="179"/>
                  </a:cubicBezTo>
                  <a:cubicBezTo>
                    <a:pt x="78" y="140"/>
                    <a:pt x="78" y="140"/>
                    <a:pt x="78" y="140"/>
                  </a:cubicBezTo>
                  <a:cubicBezTo>
                    <a:pt x="70" y="127"/>
                    <a:pt x="64" y="118"/>
                    <a:pt x="62" y="114"/>
                  </a:cubicBezTo>
                  <a:cubicBezTo>
                    <a:pt x="59" y="110"/>
                    <a:pt x="56" y="108"/>
                    <a:pt x="52" y="107"/>
                  </a:cubicBezTo>
                  <a:cubicBezTo>
                    <a:pt x="49" y="105"/>
                    <a:pt x="44" y="105"/>
                    <a:pt x="37" y="105"/>
                  </a:cubicBezTo>
                  <a:cubicBezTo>
                    <a:pt x="31" y="105"/>
                    <a:pt x="31" y="105"/>
                    <a:pt x="31" y="105"/>
                  </a:cubicBezTo>
                  <a:cubicBezTo>
                    <a:pt x="31" y="179"/>
                    <a:pt x="31" y="179"/>
                    <a:pt x="31" y="179"/>
                  </a:cubicBezTo>
                  <a:lnTo>
                    <a:pt x="0" y="179"/>
                  </a:lnTo>
                  <a:close/>
                  <a:moveTo>
                    <a:pt x="31" y="76"/>
                  </a:moveTo>
                  <a:cubicBezTo>
                    <a:pt x="53" y="76"/>
                    <a:pt x="53" y="76"/>
                    <a:pt x="53" y="76"/>
                  </a:cubicBezTo>
                  <a:cubicBezTo>
                    <a:pt x="68" y="76"/>
                    <a:pt x="77" y="75"/>
                    <a:pt x="81" y="74"/>
                  </a:cubicBezTo>
                  <a:cubicBezTo>
                    <a:pt x="85" y="72"/>
                    <a:pt x="88" y="70"/>
                    <a:pt x="90" y="66"/>
                  </a:cubicBezTo>
                  <a:cubicBezTo>
                    <a:pt x="92" y="63"/>
                    <a:pt x="93" y="58"/>
                    <a:pt x="93" y="53"/>
                  </a:cubicBezTo>
                  <a:cubicBezTo>
                    <a:pt x="93" y="47"/>
                    <a:pt x="91" y="42"/>
                    <a:pt x="89" y="38"/>
                  </a:cubicBezTo>
                  <a:cubicBezTo>
                    <a:pt x="86" y="34"/>
                    <a:pt x="82" y="32"/>
                    <a:pt x="77" y="31"/>
                  </a:cubicBezTo>
                  <a:cubicBezTo>
                    <a:pt x="75" y="31"/>
                    <a:pt x="67" y="31"/>
                    <a:pt x="55" y="31"/>
                  </a:cubicBezTo>
                  <a:cubicBezTo>
                    <a:pt x="31" y="31"/>
                    <a:pt x="31" y="31"/>
                    <a:pt x="31" y="31"/>
                  </a:cubicBezTo>
                  <a:lnTo>
                    <a:pt x="31" y="7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0" name="Freeform 29"/>
            <p:cNvSpPr/>
            <p:nvPr/>
          </p:nvSpPr>
          <p:spPr bwMode="auto">
            <a:xfrm>
              <a:off x="977900" y="15875"/>
              <a:ext cx="93663" cy="142875"/>
            </a:xfrm>
            <a:custGeom>
              <a:avLst/>
              <a:gdLst>
                <a:gd name="T0" fmla="*/ 0 w 124"/>
                <a:gd name="T1" fmla="*/ 124 h 186"/>
                <a:gd name="T2" fmla="*/ 30 w 124"/>
                <a:gd name="T3" fmla="*/ 121 h 186"/>
                <a:gd name="T4" fmla="*/ 41 w 124"/>
                <a:gd name="T5" fmla="*/ 147 h 186"/>
                <a:gd name="T6" fmla="*/ 63 w 124"/>
                <a:gd name="T7" fmla="*/ 155 h 186"/>
                <a:gd name="T8" fmla="*/ 85 w 124"/>
                <a:gd name="T9" fmla="*/ 148 h 186"/>
                <a:gd name="T10" fmla="*/ 93 w 124"/>
                <a:gd name="T11" fmla="*/ 130 h 186"/>
                <a:gd name="T12" fmla="*/ 90 w 124"/>
                <a:gd name="T13" fmla="*/ 120 h 186"/>
                <a:gd name="T14" fmla="*/ 78 w 124"/>
                <a:gd name="T15" fmla="*/ 112 h 186"/>
                <a:gd name="T16" fmla="*/ 54 w 124"/>
                <a:gd name="T17" fmla="*/ 104 h 186"/>
                <a:gd name="T18" fmla="*/ 19 w 124"/>
                <a:gd name="T19" fmla="*/ 86 h 186"/>
                <a:gd name="T20" fmla="*/ 5 w 124"/>
                <a:gd name="T21" fmla="*/ 50 h 186"/>
                <a:gd name="T22" fmla="*/ 12 w 124"/>
                <a:gd name="T23" fmla="*/ 25 h 186"/>
                <a:gd name="T24" fmla="*/ 31 w 124"/>
                <a:gd name="T25" fmla="*/ 6 h 186"/>
                <a:gd name="T26" fmla="*/ 61 w 124"/>
                <a:gd name="T27" fmla="*/ 0 h 186"/>
                <a:gd name="T28" fmla="*/ 104 w 124"/>
                <a:gd name="T29" fmla="*/ 15 h 186"/>
                <a:gd name="T30" fmla="*/ 119 w 124"/>
                <a:gd name="T31" fmla="*/ 54 h 186"/>
                <a:gd name="T32" fmla="*/ 88 w 124"/>
                <a:gd name="T33" fmla="*/ 56 h 186"/>
                <a:gd name="T34" fmla="*/ 80 w 124"/>
                <a:gd name="T35" fmla="*/ 36 h 186"/>
                <a:gd name="T36" fmla="*/ 60 w 124"/>
                <a:gd name="T37" fmla="*/ 30 h 186"/>
                <a:gd name="T38" fmla="*/ 39 w 124"/>
                <a:gd name="T39" fmla="*/ 37 h 186"/>
                <a:gd name="T40" fmla="*/ 35 w 124"/>
                <a:gd name="T41" fmla="*/ 48 h 186"/>
                <a:gd name="T42" fmla="*/ 39 w 124"/>
                <a:gd name="T43" fmla="*/ 59 h 186"/>
                <a:gd name="T44" fmla="*/ 67 w 124"/>
                <a:gd name="T45" fmla="*/ 71 h 186"/>
                <a:gd name="T46" fmla="*/ 101 w 124"/>
                <a:gd name="T47" fmla="*/ 83 h 186"/>
                <a:gd name="T48" fmla="*/ 117 w 124"/>
                <a:gd name="T49" fmla="*/ 102 h 186"/>
                <a:gd name="T50" fmla="*/ 124 w 124"/>
                <a:gd name="T51" fmla="*/ 130 h 186"/>
                <a:gd name="T52" fmla="*/ 116 w 124"/>
                <a:gd name="T53" fmla="*/ 159 h 186"/>
                <a:gd name="T54" fmla="*/ 96 w 124"/>
                <a:gd name="T55" fmla="*/ 179 h 186"/>
                <a:gd name="T56" fmla="*/ 63 w 124"/>
                <a:gd name="T57" fmla="*/ 186 h 186"/>
                <a:gd name="T58" fmla="*/ 18 w 124"/>
                <a:gd name="T59" fmla="*/ 170 h 186"/>
                <a:gd name="T60" fmla="*/ 0 w 124"/>
                <a:gd name="T61" fmla="*/ 124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24" h="186">
                  <a:moveTo>
                    <a:pt x="0" y="124"/>
                  </a:moveTo>
                  <a:cubicBezTo>
                    <a:pt x="30" y="121"/>
                    <a:pt x="30" y="121"/>
                    <a:pt x="30" y="121"/>
                  </a:cubicBezTo>
                  <a:cubicBezTo>
                    <a:pt x="31" y="133"/>
                    <a:pt x="35" y="141"/>
                    <a:pt x="41" y="147"/>
                  </a:cubicBezTo>
                  <a:cubicBezTo>
                    <a:pt x="46" y="152"/>
                    <a:pt x="53" y="155"/>
                    <a:pt x="63" y="155"/>
                  </a:cubicBezTo>
                  <a:cubicBezTo>
                    <a:pt x="73" y="155"/>
                    <a:pt x="80" y="153"/>
                    <a:pt x="85" y="148"/>
                  </a:cubicBezTo>
                  <a:cubicBezTo>
                    <a:pt x="90" y="143"/>
                    <a:pt x="93" y="137"/>
                    <a:pt x="93" y="130"/>
                  </a:cubicBezTo>
                  <a:cubicBezTo>
                    <a:pt x="93" y="126"/>
                    <a:pt x="92" y="123"/>
                    <a:pt x="90" y="120"/>
                  </a:cubicBezTo>
                  <a:cubicBezTo>
                    <a:pt x="87" y="117"/>
                    <a:pt x="84" y="114"/>
                    <a:pt x="78" y="112"/>
                  </a:cubicBezTo>
                  <a:cubicBezTo>
                    <a:pt x="75" y="110"/>
                    <a:pt x="67" y="108"/>
                    <a:pt x="54" y="104"/>
                  </a:cubicBezTo>
                  <a:cubicBezTo>
                    <a:pt x="37" y="99"/>
                    <a:pt x="26" y="93"/>
                    <a:pt x="19" y="86"/>
                  </a:cubicBezTo>
                  <a:cubicBezTo>
                    <a:pt x="10" y="76"/>
                    <a:pt x="5" y="64"/>
                    <a:pt x="5" y="50"/>
                  </a:cubicBezTo>
                  <a:cubicBezTo>
                    <a:pt x="5" y="41"/>
                    <a:pt x="7" y="33"/>
                    <a:pt x="12" y="25"/>
                  </a:cubicBezTo>
                  <a:cubicBezTo>
                    <a:pt x="16" y="17"/>
                    <a:pt x="23" y="11"/>
                    <a:pt x="31" y="6"/>
                  </a:cubicBezTo>
                  <a:cubicBezTo>
                    <a:pt x="39" y="2"/>
                    <a:pt x="49" y="0"/>
                    <a:pt x="61" y="0"/>
                  </a:cubicBezTo>
                  <a:cubicBezTo>
                    <a:pt x="80" y="0"/>
                    <a:pt x="94" y="5"/>
                    <a:pt x="104" y="15"/>
                  </a:cubicBezTo>
                  <a:cubicBezTo>
                    <a:pt x="114" y="25"/>
                    <a:pt x="119" y="38"/>
                    <a:pt x="119" y="54"/>
                  </a:cubicBezTo>
                  <a:cubicBezTo>
                    <a:pt x="88" y="56"/>
                    <a:pt x="88" y="56"/>
                    <a:pt x="88" y="56"/>
                  </a:cubicBezTo>
                  <a:cubicBezTo>
                    <a:pt x="87" y="47"/>
                    <a:pt x="84" y="40"/>
                    <a:pt x="80" y="36"/>
                  </a:cubicBezTo>
                  <a:cubicBezTo>
                    <a:pt x="76" y="32"/>
                    <a:pt x="69" y="30"/>
                    <a:pt x="60" y="30"/>
                  </a:cubicBezTo>
                  <a:cubicBezTo>
                    <a:pt x="52" y="30"/>
                    <a:pt x="45" y="32"/>
                    <a:pt x="39" y="37"/>
                  </a:cubicBezTo>
                  <a:cubicBezTo>
                    <a:pt x="36" y="39"/>
                    <a:pt x="35" y="43"/>
                    <a:pt x="35" y="48"/>
                  </a:cubicBezTo>
                  <a:cubicBezTo>
                    <a:pt x="35" y="52"/>
                    <a:pt x="36" y="56"/>
                    <a:pt x="39" y="59"/>
                  </a:cubicBezTo>
                  <a:cubicBezTo>
                    <a:pt x="43" y="62"/>
                    <a:pt x="52" y="66"/>
                    <a:pt x="67" y="71"/>
                  </a:cubicBezTo>
                  <a:cubicBezTo>
                    <a:pt x="82" y="75"/>
                    <a:pt x="93" y="79"/>
                    <a:pt x="101" y="83"/>
                  </a:cubicBezTo>
                  <a:cubicBezTo>
                    <a:pt x="108" y="88"/>
                    <a:pt x="113" y="94"/>
                    <a:pt x="117" y="102"/>
                  </a:cubicBezTo>
                  <a:cubicBezTo>
                    <a:pt x="121" y="109"/>
                    <a:pt x="124" y="119"/>
                    <a:pt x="124" y="130"/>
                  </a:cubicBezTo>
                  <a:cubicBezTo>
                    <a:pt x="124" y="140"/>
                    <a:pt x="121" y="150"/>
                    <a:pt x="116" y="159"/>
                  </a:cubicBezTo>
                  <a:cubicBezTo>
                    <a:pt x="111" y="168"/>
                    <a:pt x="105" y="175"/>
                    <a:pt x="96" y="179"/>
                  </a:cubicBezTo>
                  <a:cubicBezTo>
                    <a:pt x="87" y="183"/>
                    <a:pt x="76" y="186"/>
                    <a:pt x="63" y="186"/>
                  </a:cubicBezTo>
                  <a:cubicBezTo>
                    <a:pt x="43" y="186"/>
                    <a:pt x="28" y="180"/>
                    <a:pt x="18" y="170"/>
                  </a:cubicBezTo>
                  <a:cubicBezTo>
                    <a:pt x="8" y="159"/>
                    <a:pt x="2" y="144"/>
                    <a:pt x="0" y="1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1" name="Rectangle 30"/>
            <p:cNvSpPr>
              <a:spLocks noChangeArrowheads="1"/>
            </p:cNvSpPr>
            <p:nvPr/>
          </p:nvSpPr>
          <p:spPr bwMode="auto">
            <a:xfrm>
              <a:off x="1090612" y="17462"/>
              <a:ext cx="23813" cy="13811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2" name="Freeform 31"/>
            <p:cNvSpPr/>
            <p:nvPr/>
          </p:nvSpPr>
          <p:spPr bwMode="auto">
            <a:xfrm>
              <a:off x="1128712" y="17462"/>
              <a:ext cx="92075" cy="138113"/>
            </a:xfrm>
            <a:custGeom>
              <a:avLst/>
              <a:gdLst>
                <a:gd name="T0" fmla="*/ 22 w 58"/>
                <a:gd name="T1" fmla="*/ 87 h 87"/>
                <a:gd name="T2" fmla="*/ 22 w 58"/>
                <a:gd name="T3" fmla="*/ 15 h 87"/>
                <a:gd name="T4" fmla="*/ 0 w 58"/>
                <a:gd name="T5" fmla="*/ 15 h 87"/>
                <a:gd name="T6" fmla="*/ 0 w 58"/>
                <a:gd name="T7" fmla="*/ 0 h 87"/>
                <a:gd name="T8" fmla="*/ 58 w 58"/>
                <a:gd name="T9" fmla="*/ 0 h 87"/>
                <a:gd name="T10" fmla="*/ 58 w 58"/>
                <a:gd name="T11" fmla="*/ 15 h 87"/>
                <a:gd name="T12" fmla="*/ 37 w 58"/>
                <a:gd name="T13" fmla="*/ 15 h 87"/>
                <a:gd name="T14" fmla="*/ 37 w 58"/>
                <a:gd name="T15" fmla="*/ 87 h 87"/>
                <a:gd name="T16" fmla="*/ 22 w 58"/>
                <a:gd name="T17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8" h="87">
                  <a:moveTo>
                    <a:pt x="22" y="87"/>
                  </a:moveTo>
                  <a:lnTo>
                    <a:pt x="22" y="15"/>
                  </a:lnTo>
                  <a:lnTo>
                    <a:pt x="0" y="15"/>
                  </a:lnTo>
                  <a:lnTo>
                    <a:pt x="0" y="0"/>
                  </a:lnTo>
                  <a:lnTo>
                    <a:pt x="58" y="0"/>
                  </a:lnTo>
                  <a:lnTo>
                    <a:pt x="58" y="15"/>
                  </a:lnTo>
                  <a:lnTo>
                    <a:pt x="37" y="15"/>
                  </a:lnTo>
                  <a:lnTo>
                    <a:pt x="37" y="87"/>
                  </a:lnTo>
                  <a:lnTo>
                    <a:pt x="22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3" name="Freeform 32"/>
            <p:cNvSpPr/>
            <p:nvPr/>
          </p:nvSpPr>
          <p:spPr bwMode="auto">
            <a:xfrm>
              <a:off x="1223962" y="17462"/>
              <a:ext cx="107950" cy="138113"/>
            </a:xfrm>
            <a:custGeom>
              <a:avLst/>
              <a:gdLst>
                <a:gd name="T0" fmla="*/ 27 w 68"/>
                <a:gd name="T1" fmla="*/ 87 h 87"/>
                <a:gd name="T2" fmla="*/ 27 w 68"/>
                <a:gd name="T3" fmla="*/ 51 h 87"/>
                <a:gd name="T4" fmla="*/ 0 w 68"/>
                <a:gd name="T5" fmla="*/ 0 h 87"/>
                <a:gd name="T6" fmla="*/ 17 w 68"/>
                <a:gd name="T7" fmla="*/ 0 h 87"/>
                <a:gd name="T8" fmla="*/ 35 w 68"/>
                <a:gd name="T9" fmla="*/ 35 h 87"/>
                <a:gd name="T10" fmla="*/ 52 w 68"/>
                <a:gd name="T11" fmla="*/ 0 h 87"/>
                <a:gd name="T12" fmla="*/ 68 w 68"/>
                <a:gd name="T13" fmla="*/ 0 h 87"/>
                <a:gd name="T14" fmla="*/ 41 w 68"/>
                <a:gd name="T15" fmla="*/ 51 h 87"/>
                <a:gd name="T16" fmla="*/ 41 w 68"/>
                <a:gd name="T17" fmla="*/ 87 h 87"/>
                <a:gd name="T18" fmla="*/ 27 w 68"/>
                <a:gd name="T19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8" h="87">
                  <a:moveTo>
                    <a:pt x="27" y="87"/>
                  </a:moveTo>
                  <a:lnTo>
                    <a:pt x="27" y="51"/>
                  </a:lnTo>
                  <a:lnTo>
                    <a:pt x="0" y="0"/>
                  </a:lnTo>
                  <a:lnTo>
                    <a:pt x="17" y="0"/>
                  </a:lnTo>
                  <a:lnTo>
                    <a:pt x="35" y="35"/>
                  </a:lnTo>
                  <a:lnTo>
                    <a:pt x="52" y="0"/>
                  </a:lnTo>
                  <a:lnTo>
                    <a:pt x="68" y="0"/>
                  </a:lnTo>
                  <a:lnTo>
                    <a:pt x="41" y="51"/>
                  </a:lnTo>
                  <a:lnTo>
                    <a:pt x="41" y="87"/>
                  </a:lnTo>
                  <a:lnTo>
                    <a:pt x="27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4" name="Freeform 33"/>
            <p:cNvSpPr>
              <a:spLocks noEditPoints="1"/>
            </p:cNvSpPr>
            <p:nvPr/>
          </p:nvSpPr>
          <p:spPr bwMode="auto">
            <a:xfrm>
              <a:off x="1382712" y="15875"/>
              <a:ext cx="111125" cy="142875"/>
            </a:xfrm>
            <a:custGeom>
              <a:avLst/>
              <a:gdLst>
                <a:gd name="T0" fmla="*/ 0 w 147"/>
                <a:gd name="T1" fmla="*/ 94 h 186"/>
                <a:gd name="T2" fmla="*/ 6 w 147"/>
                <a:gd name="T3" fmla="*/ 48 h 186"/>
                <a:gd name="T4" fmla="*/ 21 w 147"/>
                <a:gd name="T5" fmla="*/ 23 h 186"/>
                <a:gd name="T6" fmla="*/ 40 w 147"/>
                <a:gd name="T7" fmla="*/ 7 h 186"/>
                <a:gd name="T8" fmla="*/ 73 w 147"/>
                <a:gd name="T9" fmla="*/ 0 h 186"/>
                <a:gd name="T10" fmla="*/ 127 w 147"/>
                <a:gd name="T11" fmla="*/ 25 h 186"/>
                <a:gd name="T12" fmla="*/ 147 w 147"/>
                <a:gd name="T13" fmla="*/ 93 h 186"/>
                <a:gd name="T14" fmla="*/ 127 w 147"/>
                <a:gd name="T15" fmla="*/ 161 h 186"/>
                <a:gd name="T16" fmla="*/ 74 w 147"/>
                <a:gd name="T17" fmla="*/ 186 h 186"/>
                <a:gd name="T18" fmla="*/ 20 w 147"/>
                <a:gd name="T19" fmla="*/ 161 h 186"/>
                <a:gd name="T20" fmla="*/ 0 w 147"/>
                <a:gd name="T21" fmla="*/ 94 h 186"/>
                <a:gd name="T22" fmla="*/ 31 w 147"/>
                <a:gd name="T23" fmla="*/ 93 h 186"/>
                <a:gd name="T24" fmla="*/ 43 w 147"/>
                <a:gd name="T25" fmla="*/ 139 h 186"/>
                <a:gd name="T26" fmla="*/ 73 w 147"/>
                <a:gd name="T27" fmla="*/ 155 h 186"/>
                <a:gd name="T28" fmla="*/ 104 w 147"/>
                <a:gd name="T29" fmla="*/ 139 h 186"/>
                <a:gd name="T30" fmla="*/ 115 w 147"/>
                <a:gd name="T31" fmla="*/ 92 h 186"/>
                <a:gd name="T32" fmla="*/ 104 w 147"/>
                <a:gd name="T33" fmla="*/ 46 h 186"/>
                <a:gd name="T34" fmla="*/ 73 w 147"/>
                <a:gd name="T35" fmla="*/ 31 h 186"/>
                <a:gd name="T36" fmla="*/ 43 w 147"/>
                <a:gd name="T37" fmla="*/ 46 h 186"/>
                <a:gd name="T38" fmla="*/ 31 w 147"/>
                <a:gd name="T39" fmla="*/ 93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7" h="186">
                  <a:moveTo>
                    <a:pt x="0" y="94"/>
                  </a:moveTo>
                  <a:cubicBezTo>
                    <a:pt x="0" y="76"/>
                    <a:pt x="2" y="60"/>
                    <a:pt x="6" y="48"/>
                  </a:cubicBezTo>
                  <a:cubicBezTo>
                    <a:pt x="10" y="39"/>
                    <a:pt x="15" y="31"/>
                    <a:pt x="21" y="23"/>
                  </a:cubicBezTo>
                  <a:cubicBezTo>
                    <a:pt x="27" y="16"/>
                    <a:pt x="33" y="11"/>
                    <a:pt x="40" y="7"/>
                  </a:cubicBezTo>
                  <a:cubicBezTo>
                    <a:pt x="50" y="3"/>
                    <a:pt x="61" y="0"/>
                    <a:pt x="73" y="0"/>
                  </a:cubicBezTo>
                  <a:cubicBezTo>
                    <a:pt x="96" y="0"/>
                    <a:pt x="114" y="8"/>
                    <a:pt x="127" y="25"/>
                  </a:cubicBezTo>
                  <a:cubicBezTo>
                    <a:pt x="141" y="41"/>
                    <a:pt x="147" y="64"/>
                    <a:pt x="147" y="93"/>
                  </a:cubicBezTo>
                  <a:cubicBezTo>
                    <a:pt x="147" y="122"/>
                    <a:pt x="141" y="145"/>
                    <a:pt x="127" y="161"/>
                  </a:cubicBezTo>
                  <a:cubicBezTo>
                    <a:pt x="114" y="177"/>
                    <a:pt x="96" y="186"/>
                    <a:pt x="74" y="186"/>
                  </a:cubicBezTo>
                  <a:cubicBezTo>
                    <a:pt x="51" y="186"/>
                    <a:pt x="33" y="177"/>
                    <a:pt x="20" y="161"/>
                  </a:cubicBezTo>
                  <a:cubicBezTo>
                    <a:pt x="6" y="145"/>
                    <a:pt x="0" y="122"/>
                    <a:pt x="0" y="94"/>
                  </a:cubicBezTo>
                  <a:close/>
                  <a:moveTo>
                    <a:pt x="31" y="93"/>
                  </a:moveTo>
                  <a:cubicBezTo>
                    <a:pt x="31" y="113"/>
                    <a:pt x="35" y="128"/>
                    <a:pt x="43" y="139"/>
                  </a:cubicBezTo>
                  <a:cubicBezTo>
                    <a:pt x="51" y="149"/>
                    <a:pt x="61" y="155"/>
                    <a:pt x="73" y="155"/>
                  </a:cubicBezTo>
                  <a:cubicBezTo>
                    <a:pt x="86" y="155"/>
                    <a:pt x="96" y="149"/>
                    <a:pt x="104" y="139"/>
                  </a:cubicBezTo>
                  <a:cubicBezTo>
                    <a:pt x="112" y="129"/>
                    <a:pt x="115" y="113"/>
                    <a:pt x="115" y="92"/>
                  </a:cubicBezTo>
                  <a:cubicBezTo>
                    <a:pt x="115" y="72"/>
                    <a:pt x="112" y="56"/>
                    <a:pt x="104" y="46"/>
                  </a:cubicBezTo>
                  <a:cubicBezTo>
                    <a:pt x="96" y="36"/>
                    <a:pt x="86" y="31"/>
                    <a:pt x="73" y="31"/>
                  </a:cubicBezTo>
                  <a:cubicBezTo>
                    <a:pt x="61" y="31"/>
                    <a:pt x="51" y="36"/>
                    <a:pt x="43" y="46"/>
                  </a:cubicBezTo>
                  <a:cubicBezTo>
                    <a:pt x="35" y="57"/>
                    <a:pt x="31" y="72"/>
                    <a:pt x="31" y="9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5" name="Freeform 34"/>
            <p:cNvSpPr/>
            <p:nvPr/>
          </p:nvSpPr>
          <p:spPr bwMode="auto">
            <a:xfrm>
              <a:off x="1512887" y="17462"/>
              <a:ext cx="79375" cy="138113"/>
            </a:xfrm>
            <a:custGeom>
              <a:avLst/>
              <a:gdLst>
                <a:gd name="T0" fmla="*/ 0 w 50"/>
                <a:gd name="T1" fmla="*/ 87 h 87"/>
                <a:gd name="T2" fmla="*/ 0 w 50"/>
                <a:gd name="T3" fmla="*/ 0 h 87"/>
                <a:gd name="T4" fmla="*/ 50 w 50"/>
                <a:gd name="T5" fmla="*/ 0 h 87"/>
                <a:gd name="T6" fmla="*/ 50 w 50"/>
                <a:gd name="T7" fmla="*/ 15 h 87"/>
                <a:gd name="T8" fmla="*/ 15 w 50"/>
                <a:gd name="T9" fmla="*/ 15 h 87"/>
                <a:gd name="T10" fmla="*/ 15 w 50"/>
                <a:gd name="T11" fmla="*/ 36 h 87"/>
                <a:gd name="T12" fmla="*/ 46 w 50"/>
                <a:gd name="T13" fmla="*/ 36 h 87"/>
                <a:gd name="T14" fmla="*/ 46 w 50"/>
                <a:gd name="T15" fmla="*/ 50 h 87"/>
                <a:gd name="T16" fmla="*/ 15 w 50"/>
                <a:gd name="T17" fmla="*/ 50 h 87"/>
                <a:gd name="T18" fmla="*/ 15 w 50"/>
                <a:gd name="T19" fmla="*/ 87 h 87"/>
                <a:gd name="T20" fmla="*/ 0 w 50"/>
                <a:gd name="T21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" h="87">
                  <a:moveTo>
                    <a:pt x="0" y="87"/>
                  </a:moveTo>
                  <a:lnTo>
                    <a:pt x="0" y="0"/>
                  </a:lnTo>
                  <a:lnTo>
                    <a:pt x="50" y="0"/>
                  </a:lnTo>
                  <a:lnTo>
                    <a:pt x="50" y="15"/>
                  </a:lnTo>
                  <a:lnTo>
                    <a:pt x="15" y="15"/>
                  </a:lnTo>
                  <a:lnTo>
                    <a:pt x="15" y="36"/>
                  </a:lnTo>
                  <a:lnTo>
                    <a:pt x="46" y="36"/>
                  </a:lnTo>
                  <a:lnTo>
                    <a:pt x="46" y="50"/>
                  </a:lnTo>
                  <a:lnTo>
                    <a:pt x="15" y="50"/>
                  </a:lnTo>
                  <a:lnTo>
                    <a:pt x="15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6" name="Freeform 35"/>
            <p:cNvSpPr/>
            <p:nvPr/>
          </p:nvSpPr>
          <p:spPr bwMode="auto">
            <a:xfrm>
              <a:off x="1652587" y="15875"/>
              <a:ext cx="93663" cy="142875"/>
            </a:xfrm>
            <a:custGeom>
              <a:avLst/>
              <a:gdLst>
                <a:gd name="T0" fmla="*/ 0 w 124"/>
                <a:gd name="T1" fmla="*/ 124 h 186"/>
                <a:gd name="T2" fmla="*/ 30 w 124"/>
                <a:gd name="T3" fmla="*/ 121 h 186"/>
                <a:gd name="T4" fmla="*/ 41 w 124"/>
                <a:gd name="T5" fmla="*/ 147 h 186"/>
                <a:gd name="T6" fmla="*/ 63 w 124"/>
                <a:gd name="T7" fmla="*/ 155 h 186"/>
                <a:gd name="T8" fmla="*/ 85 w 124"/>
                <a:gd name="T9" fmla="*/ 148 h 186"/>
                <a:gd name="T10" fmla="*/ 93 w 124"/>
                <a:gd name="T11" fmla="*/ 130 h 186"/>
                <a:gd name="T12" fmla="*/ 90 w 124"/>
                <a:gd name="T13" fmla="*/ 120 h 186"/>
                <a:gd name="T14" fmla="*/ 79 w 124"/>
                <a:gd name="T15" fmla="*/ 112 h 186"/>
                <a:gd name="T16" fmla="*/ 54 w 124"/>
                <a:gd name="T17" fmla="*/ 104 h 186"/>
                <a:gd name="T18" fmla="*/ 19 w 124"/>
                <a:gd name="T19" fmla="*/ 86 h 186"/>
                <a:gd name="T20" fmla="*/ 5 w 124"/>
                <a:gd name="T21" fmla="*/ 50 h 186"/>
                <a:gd name="T22" fmla="*/ 12 w 124"/>
                <a:gd name="T23" fmla="*/ 25 h 186"/>
                <a:gd name="T24" fmla="*/ 31 w 124"/>
                <a:gd name="T25" fmla="*/ 6 h 186"/>
                <a:gd name="T26" fmla="*/ 61 w 124"/>
                <a:gd name="T27" fmla="*/ 0 h 186"/>
                <a:gd name="T28" fmla="*/ 104 w 124"/>
                <a:gd name="T29" fmla="*/ 15 h 186"/>
                <a:gd name="T30" fmla="*/ 119 w 124"/>
                <a:gd name="T31" fmla="*/ 54 h 186"/>
                <a:gd name="T32" fmla="*/ 88 w 124"/>
                <a:gd name="T33" fmla="*/ 56 h 186"/>
                <a:gd name="T34" fmla="*/ 80 w 124"/>
                <a:gd name="T35" fmla="*/ 36 h 186"/>
                <a:gd name="T36" fmla="*/ 60 w 124"/>
                <a:gd name="T37" fmla="*/ 30 h 186"/>
                <a:gd name="T38" fmla="*/ 39 w 124"/>
                <a:gd name="T39" fmla="*/ 37 h 186"/>
                <a:gd name="T40" fmla="*/ 35 w 124"/>
                <a:gd name="T41" fmla="*/ 48 h 186"/>
                <a:gd name="T42" fmla="*/ 39 w 124"/>
                <a:gd name="T43" fmla="*/ 59 h 186"/>
                <a:gd name="T44" fmla="*/ 67 w 124"/>
                <a:gd name="T45" fmla="*/ 71 h 186"/>
                <a:gd name="T46" fmla="*/ 101 w 124"/>
                <a:gd name="T47" fmla="*/ 83 h 186"/>
                <a:gd name="T48" fmla="*/ 117 w 124"/>
                <a:gd name="T49" fmla="*/ 102 h 186"/>
                <a:gd name="T50" fmla="*/ 124 w 124"/>
                <a:gd name="T51" fmla="*/ 130 h 186"/>
                <a:gd name="T52" fmla="*/ 116 w 124"/>
                <a:gd name="T53" fmla="*/ 159 h 186"/>
                <a:gd name="T54" fmla="*/ 96 w 124"/>
                <a:gd name="T55" fmla="*/ 179 h 186"/>
                <a:gd name="T56" fmla="*/ 62 w 124"/>
                <a:gd name="T57" fmla="*/ 186 h 186"/>
                <a:gd name="T58" fmla="*/ 18 w 124"/>
                <a:gd name="T59" fmla="*/ 170 h 186"/>
                <a:gd name="T60" fmla="*/ 0 w 124"/>
                <a:gd name="T61" fmla="*/ 124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24" h="186">
                  <a:moveTo>
                    <a:pt x="0" y="124"/>
                  </a:moveTo>
                  <a:cubicBezTo>
                    <a:pt x="30" y="121"/>
                    <a:pt x="30" y="121"/>
                    <a:pt x="30" y="121"/>
                  </a:cubicBezTo>
                  <a:cubicBezTo>
                    <a:pt x="31" y="133"/>
                    <a:pt x="35" y="141"/>
                    <a:pt x="41" y="147"/>
                  </a:cubicBezTo>
                  <a:cubicBezTo>
                    <a:pt x="46" y="152"/>
                    <a:pt x="53" y="155"/>
                    <a:pt x="63" y="155"/>
                  </a:cubicBezTo>
                  <a:cubicBezTo>
                    <a:pt x="73" y="155"/>
                    <a:pt x="80" y="153"/>
                    <a:pt x="85" y="148"/>
                  </a:cubicBezTo>
                  <a:cubicBezTo>
                    <a:pt x="90" y="143"/>
                    <a:pt x="93" y="137"/>
                    <a:pt x="93" y="130"/>
                  </a:cubicBezTo>
                  <a:cubicBezTo>
                    <a:pt x="93" y="126"/>
                    <a:pt x="92" y="123"/>
                    <a:pt x="90" y="120"/>
                  </a:cubicBezTo>
                  <a:cubicBezTo>
                    <a:pt x="87" y="117"/>
                    <a:pt x="84" y="114"/>
                    <a:pt x="79" y="112"/>
                  </a:cubicBezTo>
                  <a:cubicBezTo>
                    <a:pt x="75" y="110"/>
                    <a:pt x="67" y="108"/>
                    <a:pt x="54" y="104"/>
                  </a:cubicBezTo>
                  <a:cubicBezTo>
                    <a:pt x="37" y="99"/>
                    <a:pt x="26" y="93"/>
                    <a:pt x="19" y="86"/>
                  </a:cubicBezTo>
                  <a:cubicBezTo>
                    <a:pt x="10" y="76"/>
                    <a:pt x="5" y="64"/>
                    <a:pt x="5" y="50"/>
                  </a:cubicBezTo>
                  <a:cubicBezTo>
                    <a:pt x="5" y="41"/>
                    <a:pt x="7" y="33"/>
                    <a:pt x="12" y="25"/>
                  </a:cubicBezTo>
                  <a:cubicBezTo>
                    <a:pt x="16" y="17"/>
                    <a:pt x="22" y="11"/>
                    <a:pt x="31" y="6"/>
                  </a:cubicBezTo>
                  <a:cubicBezTo>
                    <a:pt x="39" y="2"/>
                    <a:pt x="49" y="0"/>
                    <a:pt x="61" y="0"/>
                  </a:cubicBezTo>
                  <a:cubicBezTo>
                    <a:pt x="80" y="0"/>
                    <a:pt x="94" y="5"/>
                    <a:pt x="104" y="15"/>
                  </a:cubicBezTo>
                  <a:cubicBezTo>
                    <a:pt x="114" y="25"/>
                    <a:pt x="119" y="38"/>
                    <a:pt x="119" y="54"/>
                  </a:cubicBezTo>
                  <a:cubicBezTo>
                    <a:pt x="88" y="56"/>
                    <a:pt x="88" y="56"/>
                    <a:pt x="88" y="56"/>
                  </a:cubicBezTo>
                  <a:cubicBezTo>
                    <a:pt x="87" y="47"/>
                    <a:pt x="84" y="40"/>
                    <a:pt x="80" y="36"/>
                  </a:cubicBezTo>
                  <a:cubicBezTo>
                    <a:pt x="76" y="32"/>
                    <a:pt x="69" y="30"/>
                    <a:pt x="60" y="30"/>
                  </a:cubicBezTo>
                  <a:cubicBezTo>
                    <a:pt x="51" y="30"/>
                    <a:pt x="44" y="32"/>
                    <a:pt x="39" y="37"/>
                  </a:cubicBezTo>
                  <a:cubicBezTo>
                    <a:pt x="36" y="39"/>
                    <a:pt x="35" y="43"/>
                    <a:pt x="35" y="48"/>
                  </a:cubicBezTo>
                  <a:cubicBezTo>
                    <a:pt x="35" y="52"/>
                    <a:pt x="36" y="56"/>
                    <a:pt x="39" y="59"/>
                  </a:cubicBezTo>
                  <a:cubicBezTo>
                    <a:pt x="43" y="62"/>
                    <a:pt x="52" y="66"/>
                    <a:pt x="67" y="71"/>
                  </a:cubicBezTo>
                  <a:cubicBezTo>
                    <a:pt x="82" y="75"/>
                    <a:pt x="93" y="79"/>
                    <a:pt x="101" y="83"/>
                  </a:cubicBezTo>
                  <a:cubicBezTo>
                    <a:pt x="108" y="88"/>
                    <a:pt x="113" y="94"/>
                    <a:pt x="117" y="102"/>
                  </a:cubicBezTo>
                  <a:cubicBezTo>
                    <a:pt x="121" y="109"/>
                    <a:pt x="124" y="119"/>
                    <a:pt x="124" y="130"/>
                  </a:cubicBezTo>
                  <a:cubicBezTo>
                    <a:pt x="124" y="140"/>
                    <a:pt x="121" y="150"/>
                    <a:pt x="116" y="159"/>
                  </a:cubicBezTo>
                  <a:cubicBezTo>
                    <a:pt x="111" y="168"/>
                    <a:pt x="104" y="175"/>
                    <a:pt x="96" y="179"/>
                  </a:cubicBezTo>
                  <a:cubicBezTo>
                    <a:pt x="87" y="183"/>
                    <a:pt x="76" y="186"/>
                    <a:pt x="62" y="186"/>
                  </a:cubicBezTo>
                  <a:cubicBezTo>
                    <a:pt x="43" y="186"/>
                    <a:pt x="28" y="180"/>
                    <a:pt x="18" y="170"/>
                  </a:cubicBezTo>
                  <a:cubicBezTo>
                    <a:pt x="8" y="159"/>
                    <a:pt x="2" y="144"/>
                    <a:pt x="0" y="1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7" name="Freeform 36"/>
            <p:cNvSpPr/>
            <p:nvPr/>
          </p:nvSpPr>
          <p:spPr bwMode="auto">
            <a:xfrm>
              <a:off x="1762125" y="15875"/>
              <a:ext cx="101600" cy="142875"/>
            </a:xfrm>
            <a:custGeom>
              <a:avLst/>
              <a:gdLst>
                <a:gd name="T0" fmla="*/ 103 w 133"/>
                <a:gd name="T1" fmla="*/ 117 h 186"/>
                <a:gd name="T2" fmla="*/ 133 w 133"/>
                <a:gd name="T3" fmla="*/ 128 h 186"/>
                <a:gd name="T4" fmla="*/ 110 w 133"/>
                <a:gd name="T5" fmla="*/ 171 h 186"/>
                <a:gd name="T6" fmla="*/ 69 w 133"/>
                <a:gd name="T7" fmla="*/ 186 h 186"/>
                <a:gd name="T8" fmla="*/ 19 w 133"/>
                <a:gd name="T9" fmla="*/ 161 h 186"/>
                <a:gd name="T10" fmla="*/ 0 w 133"/>
                <a:gd name="T11" fmla="*/ 94 h 186"/>
                <a:gd name="T12" fmla="*/ 20 w 133"/>
                <a:gd name="T13" fmla="*/ 25 h 186"/>
                <a:gd name="T14" fmla="*/ 71 w 133"/>
                <a:gd name="T15" fmla="*/ 0 h 186"/>
                <a:gd name="T16" fmla="*/ 117 w 133"/>
                <a:gd name="T17" fmla="*/ 20 h 186"/>
                <a:gd name="T18" fmla="*/ 132 w 133"/>
                <a:gd name="T19" fmla="*/ 53 h 186"/>
                <a:gd name="T20" fmla="*/ 102 w 133"/>
                <a:gd name="T21" fmla="*/ 61 h 186"/>
                <a:gd name="T22" fmla="*/ 91 w 133"/>
                <a:gd name="T23" fmla="*/ 39 h 186"/>
                <a:gd name="T24" fmla="*/ 70 w 133"/>
                <a:gd name="T25" fmla="*/ 31 h 186"/>
                <a:gd name="T26" fmla="*/ 42 w 133"/>
                <a:gd name="T27" fmla="*/ 45 h 186"/>
                <a:gd name="T28" fmla="*/ 32 w 133"/>
                <a:gd name="T29" fmla="*/ 92 h 186"/>
                <a:gd name="T30" fmla="*/ 42 w 133"/>
                <a:gd name="T31" fmla="*/ 140 h 186"/>
                <a:gd name="T32" fmla="*/ 69 w 133"/>
                <a:gd name="T33" fmla="*/ 155 h 186"/>
                <a:gd name="T34" fmla="*/ 90 w 133"/>
                <a:gd name="T35" fmla="*/ 145 h 186"/>
                <a:gd name="T36" fmla="*/ 103 w 133"/>
                <a:gd name="T37" fmla="*/ 117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3" h="186">
                  <a:moveTo>
                    <a:pt x="103" y="117"/>
                  </a:moveTo>
                  <a:cubicBezTo>
                    <a:pt x="133" y="128"/>
                    <a:pt x="133" y="128"/>
                    <a:pt x="133" y="128"/>
                  </a:cubicBezTo>
                  <a:cubicBezTo>
                    <a:pt x="128" y="147"/>
                    <a:pt x="121" y="162"/>
                    <a:pt x="110" y="171"/>
                  </a:cubicBezTo>
                  <a:cubicBezTo>
                    <a:pt x="99" y="181"/>
                    <a:pt x="86" y="186"/>
                    <a:pt x="69" y="186"/>
                  </a:cubicBezTo>
                  <a:cubicBezTo>
                    <a:pt x="49" y="186"/>
                    <a:pt x="33" y="177"/>
                    <a:pt x="19" y="161"/>
                  </a:cubicBezTo>
                  <a:cubicBezTo>
                    <a:pt x="7" y="145"/>
                    <a:pt x="0" y="123"/>
                    <a:pt x="0" y="94"/>
                  </a:cubicBezTo>
                  <a:cubicBezTo>
                    <a:pt x="0" y="65"/>
                    <a:pt x="7" y="41"/>
                    <a:pt x="20" y="25"/>
                  </a:cubicBezTo>
                  <a:cubicBezTo>
                    <a:pt x="33" y="8"/>
                    <a:pt x="50" y="0"/>
                    <a:pt x="71" y="0"/>
                  </a:cubicBezTo>
                  <a:cubicBezTo>
                    <a:pt x="90" y="0"/>
                    <a:pt x="105" y="7"/>
                    <a:pt x="117" y="20"/>
                  </a:cubicBezTo>
                  <a:cubicBezTo>
                    <a:pt x="124" y="27"/>
                    <a:pt x="129" y="38"/>
                    <a:pt x="132" y="53"/>
                  </a:cubicBezTo>
                  <a:cubicBezTo>
                    <a:pt x="102" y="61"/>
                    <a:pt x="102" y="61"/>
                    <a:pt x="102" y="61"/>
                  </a:cubicBezTo>
                  <a:cubicBezTo>
                    <a:pt x="100" y="52"/>
                    <a:pt x="96" y="44"/>
                    <a:pt x="91" y="39"/>
                  </a:cubicBezTo>
                  <a:cubicBezTo>
                    <a:pt x="85" y="34"/>
                    <a:pt x="78" y="31"/>
                    <a:pt x="70" y="31"/>
                  </a:cubicBezTo>
                  <a:cubicBezTo>
                    <a:pt x="58" y="31"/>
                    <a:pt x="49" y="36"/>
                    <a:pt x="42" y="45"/>
                  </a:cubicBezTo>
                  <a:cubicBezTo>
                    <a:pt x="35" y="55"/>
                    <a:pt x="32" y="70"/>
                    <a:pt x="32" y="92"/>
                  </a:cubicBezTo>
                  <a:cubicBezTo>
                    <a:pt x="32" y="114"/>
                    <a:pt x="35" y="130"/>
                    <a:pt x="42" y="140"/>
                  </a:cubicBezTo>
                  <a:cubicBezTo>
                    <a:pt x="49" y="150"/>
                    <a:pt x="58" y="155"/>
                    <a:pt x="69" y="155"/>
                  </a:cubicBezTo>
                  <a:cubicBezTo>
                    <a:pt x="77" y="155"/>
                    <a:pt x="84" y="151"/>
                    <a:pt x="90" y="145"/>
                  </a:cubicBezTo>
                  <a:cubicBezTo>
                    <a:pt x="96" y="139"/>
                    <a:pt x="100" y="130"/>
                    <a:pt x="103" y="1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8" name="Rectangle 37"/>
            <p:cNvSpPr>
              <a:spLocks noChangeArrowheads="1"/>
            </p:cNvSpPr>
            <p:nvPr/>
          </p:nvSpPr>
          <p:spPr bwMode="auto">
            <a:xfrm>
              <a:off x="1882775" y="17462"/>
              <a:ext cx="23813" cy="13811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9" name="Freeform 38"/>
            <p:cNvSpPr/>
            <p:nvPr/>
          </p:nvSpPr>
          <p:spPr bwMode="auto">
            <a:xfrm>
              <a:off x="1928812" y="17462"/>
              <a:ext cx="88900" cy="138113"/>
            </a:xfrm>
            <a:custGeom>
              <a:avLst/>
              <a:gdLst>
                <a:gd name="T0" fmla="*/ 0 w 56"/>
                <a:gd name="T1" fmla="*/ 87 h 87"/>
                <a:gd name="T2" fmla="*/ 0 w 56"/>
                <a:gd name="T3" fmla="*/ 0 h 87"/>
                <a:gd name="T4" fmla="*/ 54 w 56"/>
                <a:gd name="T5" fmla="*/ 0 h 87"/>
                <a:gd name="T6" fmla="*/ 54 w 56"/>
                <a:gd name="T7" fmla="*/ 15 h 87"/>
                <a:gd name="T8" fmla="*/ 15 w 56"/>
                <a:gd name="T9" fmla="*/ 15 h 87"/>
                <a:gd name="T10" fmla="*/ 15 w 56"/>
                <a:gd name="T11" fmla="*/ 34 h 87"/>
                <a:gd name="T12" fmla="*/ 51 w 56"/>
                <a:gd name="T13" fmla="*/ 34 h 87"/>
                <a:gd name="T14" fmla="*/ 51 w 56"/>
                <a:gd name="T15" fmla="*/ 49 h 87"/>
                <a:gd name="T16" fmla="*/ 15 w 56"/>
                <a:gd name="T17" fmla="*/ 49 h 87"/>
                <a:gd name="T18" fmla="*/ 15 w 56"/>
                <a:gd name="T19" fmla="*/ 72 h 87"/>
                <a:gd name="T20" fmla="*/ 56 w 56"/>
                <a:gd name="T21" fmla="*/ 72 h 87"/>
                <a:gd name="T22" fmla="*/ 56 w 56"/>
                <a:gd name="T23" fmla="*/ 87 h 87"/>
                <a:gd name="T24" fmla="*/ 0 w 56"/>
                <a:gd name="T25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6" h="87">
                  <a:moveTo>
                    <a:pt x="0" y="87"/>
                  </a:moveTo>
                  <a:lnTo>
                    <a:pt x="0" y="0"/>
                  </a:lnTo>
                  <a:lnTo>
                    <a:pt x="54" y="0"/>
                  </a:lnTo>
                  <a:lnTo>
                    <a:pt x="54" y="15"/>
                  </a:lnTo>
                  <a:lnTo>
                    <a:pt x="15" y="15"/>
                  </a:lnTo>
                  <a:lnTo>
                    <a:pt x="15" y="34"/>
                  </a:lnTo>
                  <a:lnTo>
                    <a:pt x="51" y="34"/>
                  </a:lnTo>
                  <a:lnTo>
                    <a:pt x="51" y="49"/>
                  </a:lnTo>
                  <a:lnTo>
                    <a:pt x="15" y="49"/>
                  </a:lnTo>
                  <a:lnTo>
                    <a:pt x="15" y="72"/>
                  </a:lnTo>
                  <a:lnTo>
                    <a:pt x="56" y="72"/>
                  </a:lnTo>
                  <a:lnTo>
                    <a:pt x="56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0" name="Freeform 39"/>
            <p:cNvSpPr/>
            <p:nvPr/>
          </p:nvSpPr>
          <p:spPr bwMode="auto">
            <a:xfrm>
              <a:off x="2036762" y="17462"/>
              <a:ext cx="92075" cy="138113"/>
            </a:xfrm>
            <a:custGeom>
              <a:avLst/>
              <a:gdLst>
                <a:gd name="T0" fmla="*/ 0 w 58"/>
                <a:gd name="T1" fmla="*/ 87 h 87"/>
                <a:gd name="T2" fmla="*/ 0 w 58"/>
                <a:gd name="T3" fmla="*/ 0 h 87"/>
                <a:gd name="T4" fmla="*/ 14 w 58"/>
                <a:gd name="T5" fmla="*/ 0 h 87"/>
                <a:gd name="T6" fmla="*/ 45 w 58"/>
                <a:gd name="T7" fmla="*/ 58 h 87"/>
                <a:gd name="T8" fmla="*/ 45 w 58"/>
                <a:gd name="T9" fmla="*/ 0 h 87"/>
                <a:gd name="T10" fmla="*/ 58 w 58"/>
                <a:gd name="T11" fmla="*/ 0 h 87"/>
                <a:gd name="T12" fmla="*/ 58 w 58"/>
                <a:gd name="T13" fmla="*/ 87 h 87"/>
                <a:gd name="T14" fmla="*/ 43 w 58"/>
                <a:gd name="T15" fmla="*/ 87 h 87"/>
                <a:gd name="T16" fmla="*/ 14 w 58"/>
                <a:gd name="T17" fmla="*/ 31 h 87"/>
                <a:gd name="T18" fmla="*/ 14 w 58"/>
                <a:gd name="T19" fmla="*/ 87 h 87"/>
                <a:gd name="T20" fmla="*/ 0 w 58"/>
                <a:gd name="T21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8" h="87">
                  <a:moveTo>
                    <a:pt x="0" y="87"/>
                  </a:moveTo>
                  <a:lnTo>
                    <a:pt x="0" y="0"/>
                  </a:lnTo>
                  <a:lnTo>
                    <a:pt x="14" y="0"/>
                  </a:lnTo>
                  <a:lnTo>
                    <a:pt x="45" y="58"/>
                  </a:lnTo>
                  <a:lnTo>
                    <a:pt x="45" y="0"/>
                  </a:lnTo>
                  <a:lnTo>
                    <a:pt x="58" y="0"/>
                  </a:lnTo>
                  <a:lnTo>
                    <a:pt x="58" y="87"/>
                  </a:lnTo>
                  <a:lnTo>
                    <a:pt x="43" y="87"/>
                  </a:lnTo>
                  <a:lnTo>
                    <a:pt x="14" y="31"/>
                  </a:lnTo>
                  <a:lnTo>
                    <a:pt x="14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1" name="Freeform 40"/>
            <p:cNvSpPr/>
            <p:nvPr/>
          </p:nvSpPr>
          <p:spPr bwMode="auto">
            <a:xfrm>
              <a:off x="2149475" y="15875"/>
              <a:ext cx="101600" cy="142875"/>
            </a:xfrm>
            <a:custGeom>
              <a:avLst/>
              <a:gdLst>
                <a:gd name="T0" fmla="*/ 103 w 133"/>
                <a:gd name="T1" fmla="*/ 117 h 186"/>
                <a:gd name="T2" fmla="*/ 133 w 133"/>
                <a:gd name="T3" fmla="*/ 128 h 186"/>
                <a:gd name="T4" fmla="*/ 110 w 133"/>
                <a:gd name="T5" fmla="*/ 171 h 186"/>
                <a:gd name="T6" fmla="*/ 70 w 133"/>
                <a:gd name="T7" fmla="*/ 186 h 186"/>
                <a:gd name="T8" fmla="*/ 20 w 133"/>
                <a:gd name="T9" fmla="*/ 161 h 186"/>
                <a:gd name="T10" fmla="*/ 0 w 133"/>
                <a:gd name="T11" fmla="*/ 94 h 186"/>
                <a:gd name="T12" fmla="*/ 20 w 133"/>
                <a:gd name="T13" fmla="*/ 25 h 186"/>
                <a:gd name="T14" fmla="*/ 72 w 133"/>
                <a:gd name="T15" fmla="*/ 0 h 186"/>
                <a:gd name="T16" fmla="*/ 117 w 133"/>
                <a:gd name="T17" fmla="*/ 20 h 186"/>
                <a:gd name="T18" fmla="*/ 133 w 133"/>
                <a:gd name="T19" fmla="*/ 53 h 186"/>
                <a:gd name="T20" fmla="*/ 102 w 133"/>
                <a:gd name="T21" fmla="*/ 61 h 186"/>
                <a:gd name="T22" fmla="*/ 91 w 133"/>
                <a:gd name="T23" fmla="*/ 39 h 186"/>
                <a:gd name="T24" fmla="*/ 70 w 133"/>
                <a:gd name="T25" fmla="*/ 31 h 186"/>
                <a:gd name="T26" fmla="*/ 43 w 133"/>
                <a:gd name="T27" fmla="*/ 45 h 186"/>
                <a:gd name="T28" fmla="*/ 32 w 133"/>
                <a:gd name="T29" fmla="*/ 92 h 186"/>
                <a:gd name="T30" fmla="*/ 42 w 133"/>
                <a:gd name="T31" fmla="*/ 140 h 186"/>
                <a:gd name="T32" fmla="*/ 70 w 133"/>
                <a:gd name="T33" fmla="*/ 155 h 186"/>
                <a:gd name="T34" fmla="*/ 91 w 133"/>
                <a:gd name="T35" fmla="*/ 145 h 186"/>
                <a:gd name="T36" fmla="*/ 103 w 133"/>
                <a:gd name="T37" fmla="*/ 117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3" h="186">
                  <a:moveTo>
                    <a:pt x="103" y="117"/>
                  </a:moveTo>
                  <a:cubicBezTo>
                    <a:pt x="133" y="128"/>
                    <a:pt x="133" y="128"/>
                    <a:pt x="133" y="128"/>
                  </a:cubicBezTo>
                  <a:cubicBezTo>
                    <a:pt x="128" y="147"/>
                    <a:pt x="121" y="162"/>
                    <a:pt x="110" y="171"/>
                  </a:cubicBezTo>
                  <a:cubicBezTo>
                    <a:pt x="100" y="181"/>
                    <a:pt x="86" y="186"/>
                    <a:pt x="70" y="186"/>
                  </a:cubicBezTo>
                  <a:cubicBezTo>
                    <a:pt x="50" y="186"/>
                    <a:pt x="33" y="177"/>
                    <a:pt x="20" y="161"/>
                  </a:cubicBezTo>
                  <a:cubicBezTo>
                    <a:pt x="7" y="145"/>
                    <a:pt x="0" y="123"/>
                    <a:pt x="0" y="94"/>
                  </a:cubicBezTo>
                  <a:cubicBezTo>
                    <a:pt x="0" y="65"/>
                    <a:pt x="7" y="41"/>
                    <a:pt x="20" y="25"/>
                  </a:cubicBezTo>
                  <a:cubicBezTo>
                    <a:pt x="33" y="8"/>
                    <a:pt x="50" y="0"/>
                    <a:pt x="72" y="0"/>
                  </a:cubicBezTo>
                  <a:cubicBezTo>
                    <a:pt x="90" y="0"/>
                    <a:pt x="105" y="7"/>
                    <a:pt x="117" y="20"/>
                  </a:cubicBezTo>
                  <a:cubicBezTo>
                    <a:pt x="124" y="27"/>
                    <a:pt x="129" y="38"/>
                    <a:pt x="133" y="53"/>
                  </a:cubicBezTo>
                  <a:cubicBezTo>
                    <a:pt x="102" y="61"/>
                    <a:pt x="102" y="61"/>
                    <a:pt x="102" y="61"/>
                  </a:cubicBezTo>
                  <a:cubicBezTo>
                    <a:pt x="100" y="52"/>
                    <a:pt x="97" y="44"/>
                    <a:pt x="91" y="39"/>
                  </a:cubicBezTo>
                  <a:cubicBezTo>
                    <a:pt x="85" y="34"/>
                    <a:pt x="78" y="31"/>
                    <a:pt x="70" y="31"/>
                  </a:cubicBezTo>
                  <a:cubicBezTo>
                    <a:pt x="59" y="31"/>
                    <a:pt x="50" y="36"/>
                    <a:pt x="43" y="45"/>
                  </a:cubicBezTo>
                  <a:cubicBezTo>
                    <a:pt x="36" y="55"/>
                    <a:pt x="32" y="70"/>
                    <a:pt x="32" y="92"/>
                  </a:cubicBezTo>
                  <a:cubicBezTo>
                    <a:pt x="32" y="114"/>
                    <a:pt x="36" y="130"/>
                    <a:pt x="42" y="140"/>
                  </a:cubicBezTo>
                  <a:cubicBezTo>
                    <a:pt x="49" y="150"/>
                    <a:pt x="58" y="155"/>
                    <a:pt x="70" y="155"/>
                  </a:cubicBezTo>
                  <a:cubicBezTo>
                    <a:pt x="78" y="155"/>
                    <a:pt x="85" y="151"/>
                    <a:pt x="91" y="145"/>
                  </a:cubicBezTo>
                  <a:cubicBezTo>
                    <a:pt x="97" y="139"/>
                    <a:pt x="101" y="130"/>
                    <a:pt x="103" y="1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2" name="Freeform 41"/>
            <p:cNvSpPr/>
            <p:nvPr/>
          </p:nvSpPr>
          <p:spPr bwMode="auto">
            <a:xfrm>
              <a:off x="2271712" y="17462"/>
              <a:ext cx="88900" cy="138113"/>
            </a:xfrm>
            <a:custGeom>
              <a:avLst/>
              <a:gdLst>
                <a:gd name="T0" fmla="*/ 0 w 56"/>
                <a:gd name="T1" fmla="*/ 87 h 87"/>
                <a:gd name="T2" fmla="*/ 0 w 56"/>
                <a:gd name="T3" fmla="*/ 0 h 87"/>
                <a:gd name="T4" fmla="*/ 54 w 56"/>
                <a:gd name="T5" fmla="*/ 0 h 87"/>
                <a:gd name="T6" fmla="*/ 54 w 56"/>
                <a:gd name="T7" fmla="*/ 15 h 87"/>
                <a:gd name="T8" fmla="*/ 15 w 56"/>
                <a:gd name="T9" fmla="*/ 15 h 87"/>
                <a:gd name="T10" fmla="*/ 15 w 56"/>
                <a:gd name="T11" fmla="*/ 34 h 87"/>
                <a:gd name="T12" fmla="*/ 52 w 56"/>
                <a:gd name="T13" fmla="*/ 34 h 87"/>
                <a:gd name="T14" fmla="*/ 52 w 56"/>
                <a:gd name="T15" fmla="*/ 49 h 87"/>
                <a:gd name="T16" fmla="*/ 15 w 56"/>
                <a:gd name="T17" fmla="*/ 49 h 87"/>
                <a:gd name="T18" fmla="*/ 15 w 56"/>
                <a:gd name="T19" fmla="*/ 72 h 87"/>
                <a:gd name="T20" fmla="*/ 56 w 56"/>
                <a:gd name="T21" fmla="*/ 72 h 87"/>
                <a:gd name="T22" fmla="*/ 56 w 56"/>
                <a:gd name="T23" fmla="*/ 87 h 87"/>
                <a:gd name="T24" fmla="*/ 0 w 56"/>
                <a:gd name="T25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6" h="87">
                  <a:moveTo>
                    <a:pt x="0" y="87"/>
                  </a:moveTo>
                  <a:lnTo>
                    <a:pt x="0" y="0"/>
                  </a:lnTo>
                  <a:lnTo>
                    <a:pt x="54" y="0"/>
                  </a:lnTo>
                  <a:lnTo>
                    <a:pt x="54" y="15"/>
                  </a:lnTo>
                  <a:lnTo>
                    <a:pt x="15" y="15"/>
                  </a:lnTo>
                  <a:lnTo>
                    <a:pt x="15" y="34"/>
                  </a:lnTo>
                  <a:lnTo>
                    <a:pt x="52" y="34"/>
                  </a:lnTo>
                  <a:lnTo>
                    <a:pt x="52" y="49"/>
                  </a:lnTo>
                  <a:lnTo>
                    <a:pt x="15" y="49"/>
                  </a:lnTo>
                  <a:lnTo>
                    <a:pt x="15" y="72"/>
                  </a:lnTo>
                  <a:lnTo>
                    <a:pt x="56" y="72"/>
                  </a:lnTo>
                  <a:lnTo>
                    <a:pt x="56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3" name="Freeform 42"/>
            <p:cNvSpPr>
              <a:spLocks noEditPoints="1"/>
            </p:cNvSpPr>
            <p:nvPr/>
          </p:nvSpPr>
          <p:spPr bwMode="auto">
            <a:xfrm>
              <a:off x="2420937" y="15875"/>
              <a:ext cx="106363" cy="142875"/>
            </a:xfrm>
            <a:custGeom>
              <a:avLst/>
              <a:gdLst>
                <a:gd name="T0" fmla="*/ 141 w 141"/>
                <a:gd name="T1" fmla="*/ 161 h 187"/>
                <a:gd name="T2" fmla="*/ 124 w 141"/>
                <a:gd name="T3" fmla="*/ 187 h 187"/>
                <a:gd name="T4" fmla="*/ 99 w 141"/>
                <a:gd name="T5" fmla="*/ 167 h 187"/>
                <a:gd name="T6" fmla="*/ 79 w 141"/>
                <a:gd name="T7" fmla="*/ 181 h 187"/>
                <a:gd name="T8" fmla="*/ 54 w 141"/>
                <a:gd name="T9" fmla="*/ 186 h 187"/>
                <a:gd name="T10" fmla="*/ 12 w 141"/>
                <a:gd name="T11" fmla="*/ 167 h 187"/>
                <a:gd name="T12" fmla="*/ 0 w 141"/>
                <a:gd name="T13" fmla="*/ 133 h 187"/>
                <a:gd name="T14" fmla="*/ 9 w 141"/>
                <a:gd name="T15" fmla="*/ 102 h 187"/>
                <a:gd name="T16" fmla="*/ 35 w 141"/>
                <a:gd name="T17" fmla="*/ 78 h 187"/>
                <a:gd name="T18" fmla="*/ 24 w 141"/>
                <a:gd name="T19" fmla="*/ 58 h 187"/>
                <a:gd name="T20" fmla="*/ 20 w 141"/>
                <a:gd name="T21" fmla="*/ 39 h 187"/>
                <a:gd name="T22" fmla="*/ 31 w 141"/>
                <a:gd name="T23" fmla="*/ 12 h 187"/>
                <a:gd name="T24" fmla="*/ 62 w 141"/>
                <a:gd name="T25" fmla="*/ 0 h 187"/>
                <a:gd name="T26" fmla="*/ 93 w 141"/>
                <a:gd name="T27" fmla="*/ 12 h 187"/>
                <a:gd name="T28" fmla="*/ 104 w 141"/>
                <a:gd name="T29" fmla="*/ 41 h 187"/>
                <a:gd name="T30" fmla="*/ 99 w 141"/>
                <a:gd name="T31" fmla="*/ 62 h 187"/>
                <a:gd name="T32" fmla="*/ 76 w 141"/>
                <a:gd name="T33" fmla="*/ 84 h 187"/>
                <a:gd name="T34" fmla="*/ 98 w 141"/>
                <a:gd name="T35" fmla="*/ 117 h 187"/>
                <a:gd name="T36" fmla="*/ 104 w 141"/>
                <a:gd name="T37" fmla="*/ 96 h 187"/>
                <a:gd name="T38" fmla="*/ 130 w 141"/>
                <a:gd name="T39" fmla="*/ 103 h 187"/>
                <a:gd name="T40" fmla="*/ 124 w 141"/>
                <a:gd name="T41" fmla="*/ 127 h 187"/>
                <a:gd name="T42" fmla="*/ 117 w 141"/>
                <a:gd name="T43" fmla="*/ 140 h 187"/>
                <a:gd name="T44" fmla="*/ 130 w 141"/>
                <a:gd name="T45" fmla="*/ 152 h 187"/>
                <a:gd name="T46" fmla="*/ 141 w 141"/>
                <a:gd name="T47" fmla="*/ 161 h 187"/>
                <a:gd name="T48" fmla="*/ 50 w 141"/>
                <a:gd name="T49" fmla="*/ 100 h 187"/>
                <a:gd name="T50" fmla="*/ 35 w 141"/>
                <a:gd name="T51" fmla="*/ 115 h 187"/>
                <a:gd name="T52" fmla="*/ 30 w 141"/>
                <a:gd name="T53" fmla="*/ 132 h 187"/>
                <a:gd name="T54" fmla="*/ 37 w 141"/>
                <a:gd name="T55" fmla="*/ 150 h 187"/>
                <a:gd name="T56" fmla="*/ 53 w 141"/>
                <a:gd name="T57" fmla="*/ 157 h 187"/>
                <a:gd name="T58" fmla="*/ 66 w 141"/>
                <a:gd name="T59" fmla="*/ 154 h 187"/>
                <a:gd name="T60" fmla="*/ 80 w 141"/>
                <a:gd name="T61" fmla="*/ 144 h 187"/>
                <a:gd name="T62" fmla="*/ 50 w 141"/>
                <a:gd name="T63" fmla="*/ 100 h 187"/>
                <a:gd name="T64" fmla="*/ 62 w 141"/>
                <a:gd name="T65" fmla="*/ 63 h 187"/>
                <a:gd name="T66" fmla="*/ 70 w 141"/>
                <a:gd name="T67" fmla="*/ 56 h 187"/>
                <a:gd name="T68" fmla="*/ 78 w 141"/>
                <a:gd name="T69" fmla="*/ 40 h 187"/>
                <a:gd name="T70" fmla="*/ 74 w 141"/>
                <a:gd name="T71" fmla="*/ 29 h 187"/>
                <a:gd name="T72" fmla="*/ 63 w 141"/>
                <a:gd name="T73" fmla="*/ 24 h 187"/>
                <a:gd name="T74" fmla="*/ 52 w 141"/>
                <a:gd name="T75" fmla="*/ 28 h 187"/>
                <a:gd name="T76" fmla="*/ 48 w 141"/>
                <a:gd name="T77" fmla="*/ 38 h 187"/>
                <a:gd name="T78" fmla="*/ 55 w 141"/>
                <a:gd name="T79" fmla="*/ 53 h 187"/>
                <a:gd name="T80" fmla="*/ 62 w 141"/>
                <a:gd name="T81" fmla="*/ 6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41" h="187">
                  <a:moveTo>
                    <a:pt x="141" y="161"/>
                  </a:moveTo>
                  <a:cubicBezTo>
                    <a:pt x="124" y="187"/>
                    <a:pt x="124" y="187"/>
                    <a:pt x="124" y="187"/>
                  </a:cubicBezTo>
                  <a:cubicBezTo>
                    <a:pt x="115" y="182"/>
                    <a:pt x="107" y="175"/>
                    <a:pt x="99" y="167"/>
                  </a:cubicBezTo>
                  <a:cubicBezTo>
                    <a:pt x="93" y="173"/>
                    <a:pt x="86" y="178"/>
                    <a:pt x="79" y="181"/>
                  </a:cubicBezTo>
                  <a:cubicBezTo>
                    <a:pt x="72" y="184"/>
                    <a:pt x="64" y="186"/>
                    <a:pt x="54" y="186"/>
                  </a:cubicBezTo>
                  <a:cubicBezTo>
                    <a:pt x="35" y="186"/>
                    <a:pt x="21" y="179"/>
                    <a:pt x="12" y="167"/>
                  </a:cubicBezTo>
                  <a:cubicBezTo>
                    <a:pt x="4" y="157"/>
                    <a:pt x="0" y="146"/>
                    <a:pt x="0" y="133"/>
                  </a:cubicBezTo>
                  <a:cubicBezTo>
                    <a:pt x="0" y="122"/>
                    <a:pt x="3" y="111"/>
                    <a:pt x="9" y="102"/>
                  </a:cubicBezTo>
                  <a:cubicBezTo>
                    <a:pt x="15" y="93"/>
                    <a:pt x="24" y="85"/>
                    <a:pt x="35" y="78"/>
                  </a:cubicBezTo>
                  <a:cubicBezTo>
                    <a:pt x="30" y="71"/>
                    <a:pt x="26" y="64"/>
                    <a:pt x="24" y="58"/>
                  </a:cubicBezTo>
                  <a:cubicBezTo>
                    <a:pt x="21" y="51"/>
                    <a:pt x="20" y="45"/>
                    <a:pt x="20" y="39"/>
                  </a:cubicBezTo>
                  <a:cubicBezTo>
                    <a:pt x="20" y="28"/>
                    <a:pt x="23" y="19"/>
                    <a:pt x="31" y="12"/>
                  </a:cubicBezTo>
                  <a:cubicBezTo>
                    <a:pt x="38" y="4"/>
                    <a:pt x="49" y="0"/>
                    <a:pt x="62" y="0"/>
                  </a:cubicBezTo>
                  <a:cubicBezTo>
                    <a:pt x="75" y="0"/>
                    <a:pt x="86" y="4"/>
                    <a:pt x="93" y="12"/>
                  </a:cubicBezTo>
                  <a:cubicBezTo>
                    <a:pt x="100" y="20"/>
                    <a:pt x="104" y="30"/>
                    <a:pt x="104" y="41"/>
                  </a:cubicBezTo>
                  <a:cubicBezTo>
                    <a:pt x="104" y="48"/>
                    <a:pt x="102" y="55"/>
                    <a:pt x="99" y="62"/>
                  </a:cubicBezTo>
                  <a:cubicBezTo>
                    <a:pt x="95" y="68"/>
                    <a:pt x="88" y="76"/>
                    <a:pt x="76" y="84"/>
                  </a:cubicBezTo>
                  <a:cubicBezTo>
                    <a:pt x="98" y="117"/>
                    <a:pt x="98" y="117"/>
                    <a:pt x="98" y="117"/>
                  </a:cubicBezTo>
                  <a:cubicBezTo>
                    <a:pt x="100" y="111"/>
                    <a:pt x="102" y="105"/>
                    <a:pt x="104" y="96"/>
                  </a:cubicBezTo>
                  <a:cubicBezTo>
                    <a:pt x="130" y="103"/>
                    <a:pt x="130" y="103"/>
                    <a:pt x="130" y="103"/>
                  </a:cubicBezTo>
                  <a:cubicBezTo>
                    <a:pt x="128" y="114"/>
                    <a:pt x="125" y="122"/>
                    <a:pt x="124" y="127"/>
                  </a:cubicBezTo>
                  <a:cubicBezTo>
                    <a:pt x="122" y="133"/>
                    <a:pt x="120" y="137"/>
                    <a:pt x="117" y="140"/>
                  </a:cubicBezTo>
                  <a:cubicBezTo>
                    <a:pt x="121" y="144"/>
                    <a:pt x="125" y="148"/>
                    <a:pt x="130" y="152"/>
                  </a:cubicBezTo>
                  <a:cubicBezTo>
                    <a:pt x="135" y="156"/>
                    <a:pt x="139" y="159"/>
                    <a:pt x="141" y="161"/>
                  </a:cubicBezTo>
                  <a:close/>
                  <a:moveTo>
                    <a:pt x="50" y="100"/>
                  </a:moveTo>
                  <a:cubicBezTo>
                    <a:pt x="44" y="104"/>
                    <a:pt x="39" y="109"/>
                    <a:pt x="35" y="115"/>
                  </a:cubicBezTo>
                  <a:cubicBezTo>
                    <a:pt x="32" y="120"/>
                    <a:pt x="30" y="126"/>
                    <a:pt x="30" y="132"/>
                  </a:cubicBezTo>
                  <a:cubicBezTo>
                    <a:pt x="30" y="140"/>
                    <a:pt x="32" y="146"/>
                    <a:pt x="37" y="150"/>
                  </a:cubicBezTo>
                  <a:cubicBezTo>
                    <a:pt x="41" y="155"/>
                    <a:pt x="46" y="157"/>
                    <a:pt x="53" y="157"/>
                  </a:cubicBezTo>
                  <a:cubicBezTo>
                    <a:pt x="58" y="157"/>
                    <a:pt x="62" y="156"/>
                    <a:pt x="66" y="154"/>
                  </a:cubicBezTo>
                  <a:cubicBezTo>
                    <a:pt x="71" y="152"/>
                    <a:pt x="75" y="148"/>
                    <a:pt x="80" y="144"/>
                  </a:cubicBezTo>
                  <a:lnTo>
                    <a:pt x="50" y="100"/>
                  </a:lnTo>
                  <a:close/>
                  <a:moveTo>
                    <a:pt x="62" y="63"/>
                  </a:moveTo>
                  <a:cubicBezTo>
                    <a:pt x="70" y="56"/>
                    <a:pt x="70" y="56"/>
                    <a:pt x="70" y="56"/>
                  </a:cubicBezTo>
                  <a:cubicBezTo>
                    <a:pt x="76" y="51"/>
                    <a:pt x="78" y="45"/>
                    <a:pt x="78" y="40"/>
                  </a:cubicBezTo>
                  <a:cubicBezTo>
                    <a:pt x="78" y="36"/>
                    <a:pt x="77" y="32"/>
                    <a:pt x="74" y="29"/>
                  </a:cubicBezTo>
                  <a:cubicBezTo>
                    <a:pt x="71" y="26"/>
                    <a:pt x="68" y="24"/>
                    <a:pt x="63" y="24"/>
                  </a:cubicBezTo>
                  <a:cubicBezTo>
                    <a:pt x="58" y="24"/>
                    <a:pt x="55" y="26"/>
                    <a:pt x="52" y="28"/>
                  </a:cubicBezTo>
                  <a:cubicBezTo>
                    <a:pt x="49" y="31"/>
                    <a:pt x="48" y="34"/>
                    <a:pt x="48" y="38"/>
                  </a:cubicBezTo>
                  <a:cubicBezTo>
                    <a:pt x="48" y="42"/>
                    <a:pt x="50" y="47"/>
                    <a:pt x="55" y="53"/>
                  </a:cubicBezTo>
                  <a:lnTo>
                    <a:pt x="62" y="6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4" name="Freeform 43"/>
            <p:cNvSpPr/>
            <p:nvPr/>
          </p:nvSpPr>
          <p:spPr bwMode="auto">
            <a:xfrm>
              <a:off x="2579687" y="17462"/>
              <a:ext cx="92075" cy="138113"/>
            </a:xfrm>
            <a:custGeom>
              <a:avLst/>
              <a:gdLst>
                <a:gd name="T0" fmla="*/ 22 w 58"/>
                <a:gd name="T1" fmla="*/ 87 h 87"/>
                <a:gd name="T2" fmla="*/ 22 w 58"/>
                <a:gd name="T3" fmla="*/ 15 h 87"/>
                <a:gd name="T4" fmla="*/ 0 w 58"/>
                <a:gd name="T5" fmla="*/ 15 h 87"/>
                <a:gd name="T6" fmla="*/ 0 w 58"/>
                <a:gd name="T7" fmla="*/ 0 h 87"/>
                <a:gd name="T8" fmla="*/ 58 w 58"/>
                <a:gd name="T9" fmla="*/ 0 h 87"/>
                <a:gd name="T10" fmla="*/ 58 w 58"/>
                <a:gd name="T11" fmla="*/ 15 h 87"/>
                <a:gd name="T12" fmla="*/ 36 w 58"/>
                <a:gd name="T13" fmla="*/ 15 h 87"/>
                <a:gd name="T14" fmla="*/ 36 w 58"/>
                <a:gd name="T15" fmla="*/ 87 h 87"/>
                <a:gd name="T16" fmla="*/ 22 w 58"/>
                <a:gd name="T17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8" h="87">
                  <a:moveTo>
                    <a:pt x="22" y="87"/>
                  </a:moveTo>
                  <a:lnTo>
                    <a:pt x="22" y="15"/>
                  </a:lnTo>
                  <a:lnTo>
                    <a:pt x="0" y="15"/>
                  </a:lnTo>
                  <a:lnTo>
                    <a:pt x="0" y="0"/>
                  </a:lnTo>
                  <a:lnTo>
                    <a:pt x="58" y="0"/>
                  </a:lnTo>
                  <a:lnTo>
                    <a:pt x="58" y="15"/>
                  </a:lnTo>
                  <a:lnTo>
                    <a:pt x="36" y="15"/>
                  </a:lnTo>
                  <a:lnTo>
                    <a:pt x="36" y="87"/>
                  </a:lnTo>
                  <a:lnTo>
                    <a:pt x="22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5" name="Freeform 44"/>
            <p:cNvSpPr/>
            <p:nvPr/>
          </p:nvSpPr>
          <p:spPr bwMode="auto">
            <a:xfrm>
              <a:off x="2686050" y="17462"/>
              <a:ext cx="88900" cy="138113"/>
            </a:xfrm>
            <a:custGeom>
              <a:avLst/>
              <a:gdLst>
                <a:gd name="T0" fmla="*/ 0 w 56"/>
                <a:gd name="T1" fmla="*/ 87 h 87"/>
                <a:gd name="T2" fmla="*/ 0 w 56"/>
                <a:gd name="T3" fmla="*/ 0 h 87"/>
                <a:gd name="T4" fmla="*/ 55 w 56"/>
                <a:gd name="T5" fmla="*/ 0 h 87"/>
                <a:gd name="T6" fmla="*/ 55 w 56"/>
                <a:gd name="T7" fmla="*/ 15 h 87"/>
                <a:gd name="T8" fmla="*/ 15 w 56"/>
                <a:gd name="T9" fmla="*/ 15 h 87"/>
                <a:gd name="T10" fmla="*/ 15 w 56"/>
                <a:gd name="T11" fmla="*/ 34 h 87"/>
                <a:gd name="T12" fmla="*/ 52 w 56"/>
                <a:gd name="T13" fmla="*/ 34 h 87"/>
                <a:gd name="T14" fmla="*/ 52 w 56"/>
                <a:gd name="T15" fmla="*/ 49 h 87"/>
                <a:gd name="T16" fmla="*/ 15 w 56"/>
                <a:gd name="T17" fmla="*/ 49 h 87"/>
                <a:gd name="T18" fmla="*/ 15 w 56"/>
                <a:gd name="T19" fmla="*/ 72 h 87"/>
                <a:gd name="T20" fmla="*/ 56 w 56"/>
                <a:gd name="T21" fmla="*/ 72 h 87"/>
                <a:gd name="T22" fmla="*/ 56 w 56"/>
                <a:gd name="T23" fmla="*/ 87 h 87"/>
                <a:gd name="T24" fmla="*/ 0 w 56"/>
                <a:gd name="T25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6" h="87">
                  <a:moveTo>
                    <a:pt x="0" y="87"/>
                  </a:moveTo>
                  <a:lnTo>
                    <a:pt x="0" y="0"/>
                  </a:lnTo>
                  <a:lnTo>
                    <a:pt x="55" y="0"/>
                  </a:lnTo>
                  <a:lnTo>
                    <a:pt x="55" y="15"/>
                  </a:lnTo>
                  <a:lnTo>
                    <a:pt x="15" y="15"/>
                  </a:lnTo>
                  <a:lnTo>
                    <a:pt x="15" y="34"/>
                  </a:lnTo>
                  <a:lnTo>
                    <a:pt x="52" y="34"/>
                  </a:lnTo>
                  <a:lnTo>
                    <a:pt x="52" y="49"/>
                  </a:lnTo>
                  <a:lnTo>
                    <a:pt x="15" y="49"/>
                  </a:lnTo>
                  <a:lnTo>
                    <a:pt x="15" y="72"/>
                  </a:lnTo>
                  <a:lnTo>
                    <a:pt x="56" y="72"/>
                  </a:lnTo>
                  <a:lnTo>
                    <a:pt x="56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6" name="Freeform 45"/>
            <p:cNvSpPr/>
            <p:nvPr/>
          </p:nvSpPr>
          <p:spPr bwMode="auto">
            <a:xfrm>
              <a:off x="2790825" y="15875"/>
              <a:ext cx="101600" cy="142875"/>
            </a:xfrm>
            <a:custGeom>
              <a:avLst/>
              <a:gdLst>
                <a:gd name="T0" fmla="*/ 103 w 133"/>
                <a:gd name="T1" fmla="*/ 117 h 186"/>
                <a:gd name="T2" fmla="*/ 133 w 133"/>
                <a:gd name="T3" fmla="*/ 128 h 186"/>
                <a:gd name="T4" fmla="*/ 110 w 133"/>
                <a:gd name="T5" fmla="*/ 171 h 186"/>
                <a:gd name="T6" fmla="*/ 69 w 133"/>
                <a:gd name="T7" fmla="*/ 186 h 186"/>
                <a:gd name="T8" fmla="*/ 19 w 133"/>
                <a:gd name="T9" fmla="*/ 161 h 186"/>
                <a:gd name="T10" fmla="*/ 0 w 133"/>
                <a:gd name="T11" fmla="*/ 94 h 186"/>
                <a:gd name="T12" fmla="*/ 20 w 133"/>
                <a:gd name="T13" fmla="*/ 25 h 186"/>
                <a:gd name="T14" fmla="*/ 71 w 133"/>
                <a:gd name="T15" fmla="*/ 0 h 186"/>
                <a:gd name="T16" fmla="*/ 117 w 133"/>
                <a:gd name="T17" fmla="*/ 20 h 186"/>
                <a:gd name="T18" fmla="*/ 132 w 133"/>
                <a:gd name="T19" fmla="*/ 53 h 186"/>
                <a:gd name="T20" fmla="*/ 102 w 133"/>
                <a:gd name="T21" fmla="*/ 61 h 186"/>
                <a:gd name="T22" fmla="*/ 90 w 133"/>
                <a:gd name="T23" fmla="*/ 39 h 186"/>
                <a:gd name="T24" fmla="*/ 70 w 133"/>
                <a:gd name="T25" fmla="*/ 31 h 186"/>
                <a:gd name="T26" fmla="*/ 42 w 133"/>
                <a:gd name="T27" fmla="*/ 45 h 186"/>
                <a:gd name="T28" fmla="*/ 32 w 133"/>
                <a:gd name="T29" fmla="*/ 92 h 186"/>
                <a:gd name="T30" fmla="*/ 42 w 133"/>
                <a:gd name="T31" fmla="*/ 140 h 186"/>
                <a:gd name="T32" fmla="*/ 69 w 133"/>
                <a:gd name="T33" fmla="*/ 155 h 186"/>
                <a:gd name="T34" fmla="*/ 90 w 133"/>
                <a:gd name="T35" fmla="*/ 145 h 186"/>
                <a:gd name="T36" fmla="*/ 103 w 133"/>
                <a:gd name="T37" fmla="*/ 117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3" h="186">
                  <a:moveTo>
                    <a:pt x="103" y="117"/>
                  </a:moveTo>
                  <a:cubicBezTo>
                    <a:pt x="133" y="128"/>
                    <a:pt x="133" y="128"/>
                    <a:pt x="133" y="128"/>
                  </a:cubicBezTo>
                  <a:cubicBezTo>
                    <a:pt x="128" y="147"/>
                    <a:pt x="120" y="162"/>
                    <a:pt x="110" y="171"/>
                  </a:cubicBezTo>
                  <a:cubicBezTo>
                    <a:pt x="99" y="181"/>
                    <a:pt x="86" y="186"/>
                    <a:pt x="69" y="186"/>
                  </a:cubicBezTo>
                  <a:cubicBezTo>
                    <a:pt x="49" y="186"/>
                    <a:pt x="32" y="177"/>
                    <a:pt x="19" y="161"/>
                  </a:cubicBezTo>
                  <a:cubicBezTo>
                    <a:pt x="6" y="145"/>
                    <a:pt x="0" y="123"/>
                    <a:pt x="0" y="94"/>
                  </a:cubicBezTo>
                  <a:cubicBezTo>
                    <a:pt x="0" y="65"/>
                    <a:pt x="7" y="41"/>
                    <a:pt x="20" y="25"/>
                  </a:cubicBezTo>
                  <a:cubicBezTo>
                    <a:pt x="33" y="8"/>
                    <a:pt x="50" y="0"/>
                    <a:pt x="71" y="0"/>
                  </a:cubicBezTo>
                  <a:cubicBezTo>
                    <a:pt x="90" y="0"/>
                    <a:pt x="105" y="7"/>
                    <a:pt x="117" y="20"/>
                  </a:cubicBezTo>
                  <a:cubicBezTo>
                    <a:pt x="124" y="27"/>
                    <a:pt x="129" y="38"/>
                    <a:pt x="132" y="53"/>
                  </a:cubicBezTo>
                  <a:cubicBezTo>
                    <a:pt x="102" y="61"/>
                    <a:pt x="102" y="61"/>
                    <a:pt x="102" y="61"/>
                  </a:cubicBezTo>
                  <a:cubicBezTo>
                    <a:pt x="100" y="52"/>
                    <a:pt x="96" y="44"/>
                    <a:pt x="90" y="39"/>
                  </a:cubicBezTo>
                  <a:cubicBezTo>
                    <a:pt x="85" y="34"/>
                    <a:pt x="78" y="31"/>
                    <a:pt x="70" y="31"/>
                  </a:cubicBezTo>
                  <a:cubicBezTo>
                    <a:pt x="58" y="31"/>
                    <a:pt x="49" y="36"/>
                    <a:pt x="42" y="45"/>
                  </a:cubicBezTo>
                  <a:cubicBezTo>
                    <a:pt x="35" y="55"/>
                    <a:pt x="32" y="70"/>
                    <a:pt x="32" y="92"/>
                  </a:cubicBezTo>
                  <a:cubicBezTo>
                    <a:pt x="32" y="114"/>
                    <a:pt x="35" y="130"/>
                    <a:pt x="42" y="140"/>
                  </a:cubicBezTo>
                  <a:cubicBezTo>
                    <a:pt x="49" y="150"/>
                    <a:pt x="58" y="155"/>
                    <a:pt x="69" y="155"/>
                  </a:cubicBezTo>
                  <a:cubicBezTo>
                    <a:pt x="77" y="155"/>
                    <a:pt x="84" y="151"/>
                    <a:pt x="90" y="145"/>
                  </a:cubicBezTo>
                  <a:cubicBezTo>
                    <a:pt x="96" y="139"/>
                    <a:pt x="100" y="130"/>
                    <a:pt x="103" y="1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7" name="Freeform 46"/>
            <p:cNvSpPr/>
            <p:nvPr/>
          </p:nvSpPr>
          <p:spPr bwMode="auto">
            <a:xfrm>
              <a:off x="2913062" y="17462"/>
              <a:ext cx="93663" cy="138113"/>
            </a:xfrm>
            <a:custGeom>
              <a:avLst/>
              <a:gdLst>
                <a:gd name="T0" fmla="*/ 0 w 59"/>
                <a:gd name="T1" fmla="*/ 87 h 87"/>
                <a:gd name="T2" fmla="*/ 0 w 59"/>
                <a:gd name="T3" fmla="*/ 0 h 87"/>
                <a:gd name="T4" fmla="*/ 15 w 59"/>
                <a:gd name="T5" fmla="*/ 0 h 87"/>
                <a:gd name="T6" fmla="*/ 15 w 59"/>
                <a:gd name="T7" fmla="*/ 35 h 87"/>
                <a:gd name="T8" fmla="*/ 44 w 59"/>
                <a:gd name="T9" fmla="*/ 35 h 87"/>
                <a:gd name="T10" fmla="*/ 44 w 59"/>
                <a:gd name="T11" fmla="*/ 0 h 87"/>
                <a:gd name="T12" fmla="*/ 59 w 59"/>
                <a:gd name="T13" fmla="*/ 0 h 87"/>
                <a:gd name="T14" fmla="*/ 59 w 59"/>
                <a:gd name="T15" fmla="*/ 87 h 87"/>
                <a:gd name="T16" fmla="*/ 44 w 59"/>
                <a:gd name="T17" fmla="*/ 87 h 87"/>
                <a:gd name="T18" fmla="*/ 44 w 59"/>
                <a:gd name="T19" fmla="*/ 49 h 87"/>
                <a:gd name="T20" fmla="*/ 15 w 59"/>
                <a:gd name="T21" fmla="*/ 49 h 87"/>
                <a:gd name="T22" fmla="*/ 15 w 59"/>
                <a:gd name="T23" fmla="*/ 87 h 87"/>
                <a:gd name="T24" fmla="*/ 0 w 59"/>
                <a:gd name="T25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9" h="87">
                  <a:moveTo>
                    <a:pt x="0" y="87"/>
                  </a:moveTo>
                  <a:lnTo>
                    <a:pt x="0" y="0"/>
                  </a:lnTo>
                  <a:lnTo>
                    <a:pt x="15" y="0"/>
                  </a:lnTo>
                  <a:lnTo>
                    <a:pt x="15" y="35"/>
                  </a:lnTo>
                  <a:lnTo>
                    <a:pt x="44" y="35"/>
                  </a:lnTo>
                  <a:lnTo>
                    <a:pt x="44" y="0"/>
                  </a:lnTo>
                  <a:lnTo>
                    <a:pt x="59" y="0"/>
                  </a:lnTo>
                  <a:lnTo>
                    <a:pt x="59" y="87"/>
                  </a:lnTo>
                  <a:lnTo>
                    <a:pt x="44" y="87"/>
                  </a:lnTo>
                  <a:lnTo>
                    <a:pt x="44" y="49"/>
                  </a:lnTo>
                  <a:lnTo>
                    <a:pt x="15" y="49"/>
                  </a:lnTo>
                  <a:lnTo>
                    <a:pt x="15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8" name="Freeform 47"/>
            <p:cNvSpPr/>
            <p:nvPr/>
          </p:nvSpPr>
          <p:spPr bwMode="auto">
            <a:xfrm>
              <a:off x="3030537" y="17462"/>
              <a:ext cx="92075" cy="138113"/>
            </a:xfrm>
            <a:custGeom>
              <a:avLst/>
              <a:gdLst>
                <a:gd name="T0" fmla="*/ 0 w 58"/>
                <a:gd name="T1" fmla="*/ 87 h 87"/>
                <a:gd name="T2" fmla="*/ 0 w 58"/>
                <a:gd name="T3" fmla="*/ 0 h 87"/>
                <a:gd name="T4" fmla="*/ 14 w 58"/>
                <a:gd name="T5" fmla="*/ 0 h 87"/>
                <a:gd name="T6" fmla="*/ 44 w 58"/>
                <a:gd name="T7" fmla="*/ 58 h 87"/>
                <a:gd name="T8" fmla="*/ 44 w 58"/>
                <a:gd name="T9" fmla="*/ 0 h 87"/>
                <a:gd name="T10" fmla="*/ 58 w 58"/>
                <a:gd name="T11" fmla="*/ 0 h 87"/>
                <a:gd name="T12" fmla="*/ 58 w 58"/>
                <a:gd name="T13" fmla="*/ 87 h 87"/>
                <a:gd name="T14" fmla="*/ 43 w 58"/>
                <a:gd name="T15" fmla="*/ 87 h 87"/>
                <a:gd name="T16" fmla="*/ 14 w 58"/>
                <a:gd name="T17" fmla="*/ 31 h 87"/>
                <a:gd name="T18" fmla="*/ 14 w 58"/>
                <a:gd name="T19" fmla="*/ 87 h 87"/>
                <a:gd name="T20" fmla="*/ 0 w 58"/>
                <a:gd name="T21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8" h="87">
                  <a:moveTo>
                    <a:pt x="0" y="87"/>
                  </a:moveTo>
                  <a:lnTo>
                    <a:pt x="0" y="0"/>
                  </a:lnTo>
                  <a:lnTo>
                    <a:pt x="14" y="0"/>
                  </a:lnTo>
                  <a:lnTo>
                    <a:pt x="44" y="58"/>
                  </a:lnTo>
                  <a:lnTo>
                    <a:pt x="44" y="0"/>
                  </a:lnTo>
                  <a:lnTo>
                    <a:pt x="58" y="0"/>
                  </a:lnTo>
                  <a:lnTo>
                    <a:pt x="58" y="87"/>
                  </a:lnTo>
                  <a:lnTo>
                    <a:pt x="43" y="87"/>
                  </a:lnTo>
                  <a:lnTo>
                    <a:pt x="14" y="31"/>
                  </a:lnTo>
                  <a:lnTo>
                    <a:pt x="14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9" name="Freeform 48"/>
            <p:cNvSpPr>
              <a:spLocks noEditPoints="1"/>
            </p:cNvSpPr>
            <p:nvPr/>
          </p:nvSpPr>
          <p:spPr bwMode="auto">
            <a:xfrm>
              <a:off x="3143250" y="15875"/>
              <a:ext cx="112713" cy="142875"/>
            </a:xfrm>
            <a:custGeom>
              <a:avLst/>
              <a:gdLst>
                <a:gd name="T0" fmla="*/ 0 w 148"/>
                <a:gd name="T1" fmla="*/ 94 h 186"/>
                <a:gd name="T2" fmla="*/ 7 w 148"/>
                <a:gd name="T3" fmla="*/ 48 h 186"/>
                <a:gd name="T4" fmla="*/ 21 w 148"/>
                <a:gd name="T5" fmla="*/ 23 h 186"/>
                <a:gd name="T6" fmla="*/ 41 w 148"/>
                <a:gd name="T7" fmla="*/ 7 h 186"/>
                <a:gd name="T8" fmla="*/ 74 w 148"/>
                <a:gd name="T9" fmla="*/ 0 h 186"/>
                <a:gd name="T10" fmla="*/ 128 w 148"/>
                <a:gd name="T11" fmla="*/ 25 h 186"/>
                <a:gd name="T12" fmla="*/ 148 w 148"/>
                <a:gd name="T13" fmla="*/ 93 h 186"/>
                <a:gd name="T14" fmla="*/ 128 w 148"/>
                <a:gd name="T15" fmla="*/ 161 h 186"/>
                <a:gd name="T16" fmla="*/ 74 w 148"/>
                <a:gd name="T17" fmla="*/ 186 h 186"/>
                <a:gd name="T18" fmla="*/ 20 w 148"/>
                <a:gd name="T19" fmla="*/ 161 h 186"/>
                <a:gd name="T20" fmla="*/ 0 w 148"/>
                <a:gd name="T21" fmla="*/ 94 h 186"/>
                <a:gd name="T22" fmla="*/ 32 w 148"/>
                <a:gd name="T23" fmla="*/ 93 h 186"/>
                <a:gd name="T24" fmla="*/ 44 w 148"/>
                <a:gd name="T25" fmla="*/ 139 h 186"/>
                <a:gd name="T26" fmla="*/ 74 w 148"/>
                <a:gd name="T27" fmla="*/ 155 h 186"/>
                <a:gd name="T28" fmla="*/ 104 w 148"/>
                <a:gd name="T29" fmla="*/ 139 h 186"/>
                <a:gd name="T30" fmla="*/ 116 w 148"/>
                <a:gd name="T31" fmla="*/ 92 h 186"/>
                <a:gd name="T32" fmla="*/ 105 w 148"/>
                <a:gd name="T33" fmla="*/ 46 h 186"/>
                <a:gd name="T34" fmla="*/ 74 w 148"/>
                <a:gd name="T35" fmla="*/ 31 h 186"/>
                <a:gd name="T36" fmla="*/ 43 w 148"/>
                <a:gd name="T37" fmla="*/ 46 h 186"/>
                <a:gd name="T38" fmla="*/ 32 w 148"/>
                <a:gd name="T39" fmla="*/ 93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8" h="186">
                  <a:moveTo>
                    <a:pt x="0" y="94"/>
                  </a:moveTo>
                  <a:cubicBezTo>
                    <a:pt x="0" y="76"/>
                    <a:pt x="2" y="60"/>
                    <a:pt x="7" y="48"/>
                  </a:cubicBezTo>
                  <a:cubicBezTo>
                    <a:pt x="11" y="39"/>
                    <a:pt x="15" y="31"/>
                    <a:pt x="21" y="23"/>
                  </a:cubicBezTo>
                  <a:cubicBezTo>
                    <a:pt x="27" y="16"/>
                    <a:pt x="34" y="11"/>
                    <a:pt x="41" y="7"/>
                  </a:cubicBezTo>
                  <a:cubicBezTo>
                    <a:pt x="50" y="3"/>
                    <a:pt x="61" y="0"/>
                    <a:pt x="74" y="0"/>
                  </a:cubicBezTo>
                  <a:cubicBezTo>
                    <a:pt x="96" y="0"/>
                    <a:pt x="114" y="8"/>
                    <a:pt x="128" y="25"/>
                  </a:cubicBezTo>
                  <a:cubicBezTo>
                    <a:pt x="141" y="41"/>
                    <a:pt x="148" y="64"/>
                    <a:pt x="148" y="93"/>
                  </a:cubicBezTo>
                  <a:cubicBezTo>
                    <a:pt x="148" y="122"/>
                    <a:pt x="141" y="145"/>
                    <a:pt x="128" y="161"/>
                  </a:cubicBezTo>
                  <a:cubicBezTo>
                    <a:pt x="115" y="177"/>
                    <a:pt x="97" y="186"/>
                    <a:pt x="74" y="186"/>
                  </a:cubicBezTo>
                  <a:cubicBezTo>
                    <a:pt x="52" y="186"/>
                    <a:pt x="34" y="177"/>
                    <a:pt x="20" y="161"/>
                  </a:cubicBezTo>
                  <a:cubicBezTo>
                    <a:pt x="7" y="145"/>
                    <a:pt x="0" y="122"/>
                    <a:pt x="0" y="94"/>
                  </a:cubicBezTo>
                  <a:close/>
                  <a:moveTo>
                    <a:pt x="32" y="93"/>
                  </a:moveTo>
                  <a:cubicBezTo>
                    <a:pt x="32" y="113"/>
                    <a:pt x="36" y="128"/>
                    <a:pt x="44" y="139"/>
                  </a:cubicBezTo>
                  <a:cubicBezTo>
                    <a:pt x="52" y="149"/>
                    <a:pt x="62" y="155"/>
                    <a:pt x="74" y="155"/>
                  </a:cubicBezTo>
                  <a:cubicBezTo>
                    <a:pt x="86" y="155"/>
                    <a:pt x="97" y="149"/>
                    <a:pt x="104" y="139"/>
                  </a:cubicBezTo>
                  <a:cubicBezTo>
                    <a:pt x="112" y="129"/>
                    <a:pt x="116" y="113"/>
                    <a:pt x="116" y="92"/>
                  </a:cubicBezTo>
                  <a:cubicBezTo>
                    <a:pt x="116" y="72"/>
                    <a:pt x="112" y="56"/>
                    <a:pt x="105" y="46"/>
                  </a:cubicBezTo>
                  <a:cubicBezTo>
                    <a:pt x="97" y="36"/>
                    <a:pt x="87" y="31"/>
                    <a:pt x="74" y="31"/>
                  </a:cubicBezTo>
                  <a:cubicBezTo>
                    <a:pt x="61" y="31"/>
                    <a:pt x="51" y="36"/>
                    <a:pt x="43" y="46"/>
                  </a:cubicBezTo>
                  <a:cubicBezTo>
                    <a:pt x="36" y="57"/>
                    <a:pt x="32" y="72"/>
                    <a:pt x="32" y="9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0" name="Freeform 49"/>
            <p:cNvSpPr/>
            <p:nvPr/>
          </p:nvSpPr>
          <p:spPr bwMode="auto">
            <a:xfrm>
              <a:off x="3275012" y="19050"/>
              <a:ext cx="80963" cy="136525"/>
            </a:xfrm>
            <a:custGeom>
              <a:avLst/>
              <a:gdLst>
                <a:gd name="T0" fmla="*/ 0 w 51"/>
                <a:gd name="T1" fmla="*/ 86 h 86"/>
                <a:gd name="T2" fmla="*/ 0 w 51"/>
                <a:gd name="T3" fmla="*/ 0 h 86"/>
                <a:gd name="T4" fmla="*/ 14 w 51"/>
                <a:gd name="T5" fmla="*/ 0 h 86"/>
                <a:gd name="T6" fmla="*/ 14 w 51"/>
                <a:gd name="T7" fmla="*/ 71 h 86"/>
                <a:gd name="T8" fmla="*/ 51 w 51"/>
                <a:gd name="T9" fmla="*/ 71 h 86"/>
                <a:gd name="T10" fmla="*/ 51 w 51"/>
                <a:gd name="T11" fmla="*/ 86 h 86"/>
                <a:gd name="T12" fmla="*/ 0 w 51"/>
                <a:gd name="T13" fmla="*/ 8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1" h="86">
                  <a:moveTo>
                    <a:pt x="0" y="86"/>
                  </a:moveTo>
                  <a:lnTo>
                    <a:pt x="0" y="0"/>
                  </a:lnTo>
                  <a:lnTo>
                    <a:pt x="14" y="0"/>
                  </a:lnTo>
                  <a:lnTo>
                    <a:pt x="14" y="71"/>
                  </a:lnTo>
                  <a:lnTo>
                    <a:pt x="51" y="71"/>
                  </a:lnTo>
                  <a:lnTo>
                    <a:pt x="51" y="86"/>
                  </a:lnTo>
                  <a:lnTo>
                    <a:pt x="0" y="8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1" name="Freeform 50"/>
            <p:cNvSpPr>
              <a:spLocks noEditPoints="1"/>
            </p:cNvSpPr>
            <p:nvPr/>
          </p:nvSpPr>
          <p:spPr bwMode="auto">
            <a:xfrm>
              <a:off x="3368675" y="15875"/>
              <a:ext cx="112713" cy="142875"/>
            </a:xfrm>
            <a:custGeom>
              <a:avLst/>
              <a:gdLst>
                <a:gd name="T0" fmla="*/ 0 w 147"/>
                <a:gd name="T1" fmla="*/ 94 h 186"/>
                <a:gd name="T2" fmla="*/ 7 w 147"/>
                <a:gd name="T3" fmla="*/ 48 h 186"/>
                <a:gd name="T4" fmla="*/ 21 w 147"/>
                <a:gd name="T5" fmla="*/ 23 h 186"/>
                <a:gd name="T6" fmla="*/ 40 w 147"/>
                <a:gd name="T7" fmla="*/ 7 h 186"/>
                <a:gd name="T8" fmla="*/ 73 w 147"/>
                <a:gd name="T9" fmla="*/ 0 h 186"/>
                <a:gd name="T10" fmla="*/ 127 w 147"/>
                <a:gd name="T11" fmla="*/ 25 h 186"/>
                <a:gd name="T12" fmla="*/ 147 w 147"/>
                <a:gd name="T13" fmla="*/ 93 h 186"/>
                <a:gd name="T14" fmla="*/ 127 w 147"/>
                <a:gd name="T15" fmla="*/ 161 h 186"/>
                <a:gd name="T16" fmla="*/ 74 w 147"/>
                <a:gd name="T17" fmla="*/ 186 h 186"/>
                <a:gd name="T18" fmla="*/ 20 w 147"/>
                <a:gd name="T19" fmla="*/ 161 h 186"/>
                <a:gd name="T20" fmla="*/ 0 w 147"/>
                <a:gd name="T21" fmla="*/ 94 h 186"/>
                <a:gd name="T22" fmla="*/ 31 w 147"/>
                <a:gd name="T23" fmla="*/ 93 h 186"/>
                <a:gd name="T24" fmla="*/ 43 w 147"/>
                <a:gd name="T25" fmla="*/ 139 h 186"/>
                <a:gd name="T26" fmla="*/ 74 w 147"/>
                <a:gd name="T27" fmla="*/ 155 h 186"/>
                <a:gd name="T28" fmla="*/ 104 w 147"/>
                <a:gd name="T29" fmla="*/ 139 h 186"/>
                <a:gd name="T30" fmla="*/ 116 w 147"/>
                <a:gd name="T31" fmla="*/ 92 h 186"/>
                <a:gd name="T32" fmla="*/ 104 w 147"/>
                <a:gd name="T33" fmla="*/ 46 h 186"/>
                <a:gd name="T34" fmla="*/ 74 w 147"/>
                <a:gd name="T35" fmla="*/ 31 h 186"/>
                <a:gd name="T36" fmla="*/ 43 w 147"/>
                <a:gd name="T37" fmla="*/ 46 h 186"/>
                <a:gd name="T38" fmla="*/ 31 w 147"/>
                <a:gd name="T39" fmla="*/ 93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7" h="186">
                  <a:moveTo>
                    <a:pt x="0" y="94"/>
                  </a:moveTo>
                  <a:cubicBezTo>
                    <a:pt x="0" y="76"/>
                    <a:pt x="2" y="60"/>
                    <a:pt x="7" y="48"/>
                  </a:cubicBezTo>
                  <a:cubicBezTo>
                    <a:pt x="10" y="39"/>
                    <a:pt x="15" y="31"/>
                    <a:pt x="21" y="23"/>
                  </a:cubicBezTo>
                  <a:cubicBezTo>
                    <a:pt x="27" y="16"/>
                    <a:pt x="33" y="11"/>
                    <a:pt x="40" y="7"/>
                  </a:cubicBezTo>
                  <a:cubicBezTo>
                    <a:pt x="50" y="3"/>
                    <a:pt x="61" y="0"/>
                    <a:pt x="73" y="0"/>
                  </a:cubicBezTo>
                  <a:cubicBezTo>
                    <a:pt x="96" y="0"/>
                    <a:pt x="114" y="8"/>
                    <a:pt x="127" y="25"/>
                  </a:cubicBezTo>
                  <a:cubicBezTo>
                    <a:pt x="141" y="41"/>
                    <a:pt x="147" y="64"/>
                    <a:pt x="147" y="93"/>
                  </a:cubicBezTo>
                  <a:cubicBezTo>
                    <a:pt x="147" y="122"/>
                    <a:pt x="141" y="145"/>
                    <a:pt x="127" y="161"/>
                  </a:cubicBezTo>
                  <a:cubicBezTo>
                    <a:pt x="114" y="177"/>
                    <a:pt x="96" y="186"/>
                    <a:pt x="74" y="186"/>
                  </a:cubicBezTo>
                  <a:cubicBezTo>
                    <a:pt x="51" y="186"/>
                    <a:pt x="33" y="177"/>
                    <a:pt x="20" y="161"/>
                  </a:cubicBezTo>
                  <a:cubicBezTo>
                    <a:pt x="6" y="145"/>
                    <a:pt x="0" y="122"/>
                    <a:pt x="0" y="94"/>
                  </a:cubicBezTo>
                  <a:close/>
                  <a:moveTo>
                    <a:pt x="31" y="93"/>
                  </a:moveTo>
                  <a:cubicBezTo>
                    <a:pt x="31" y="113"/>
                    <a:pt x="35" y="128"/>
                    <a:pt x="43" y="139"/>
                  </a:cubicBezTo>
                  <a:cubicBezTo>
                    <a:pt x="51" y="149"/>
                    <a:pt x="61" y="155"/>
                    <a:pt x="74" y="155"/>
                  </a:cubicBezTo>
                  <a:cubicBezTo>
                    <a:pt x="86" y="155"/>
                    <a:pt x="96" y="149"/>
                    <a:pt x="104" y="139"/>
                  </a:cubicBezTo>
                  <a:cubicBezTo>
                    <a:pt x="112" y="129"/>
                    <a:pt x="116" y="113"/>
                    <a:pt x="116" y="92"/>
                  </a:cubicBezTo>
                  <a:cubicBezTo>
                    <a:pt x="116" y="72"/>
                    <a:pt x="112" y="56"/>
                    <a:pt x="104" y="46"/>
                  </a:cubicBezTo>
                  <a:cubicBezTo>
                    <a:pt x="97" y="36"/>
                    <a:pt x="86" y="31"/>
                    <a:pt x="74" y="31"/>
                  </a:cubicBezTo>
                  <a:cubicBezTo>
                    <a:pt x="61" y="31"/>
                    <a:pt x="51" y="36"/>
                    <a:pt x="43" y="46"/>
                  </a:cubicBezTo>
                  <a:cubicBezTo>
                    <a:pt x="35" y="57"/>
                    <a:pt x="31" y="72"/>
                    <a:pt x="31" y="9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2" name="Freeform 51"/>
            <p:cNvSpPr/>
            <p:nvPr/>
          </p:nvSpPr>
          <p:spPr bwMode="auto">
            <a:xfrm>
              <a:off x="3495675" y="15875"/>
              <a:ext cx="109538" cy="142875"/>
            </a:xfrm>
            <a:custGeom>
              <a:avLst/>
              <a:gdLst>
                <a:gd name="T0" fmla="*/ 76 w 143"/>
                <a:gd name="T1" fmla="*/ 117 h 186"/>
                <a:gd name="T2" fmla="*/ 76 w 143"/>
                <a:gd name="T3" fmla="*/ 86 h 186"/>
                <a:gd name="T4" fmla="*/ 143 w 143"/>
                <a:gd name="T5" fmla="*/ 86 h 186"/>
                <a:gd name="T6" fmla="*/ 143 w 143"/>
                <a:gd name="T7" fmla="*/ 158 h 186"/>
                <a:gd name="T8" fmla="*/ 115 w 143"/>
                <a:gd name="T9" fmla="*/ 177 h 186"/>
                <a:gd name="T10" fmla="*/ 77 w 143"/>
                <a:gd name="T11" fmla="*/ 186 h 186"/>
                <a:gd name="T12" fmla="*/ 36 w 143"/>
                <a:gd name="T13" fmla="*/ 174 h 186"/>
                <a:gd name="T14" fmla="*/ 9 w 143"/>
                <a:gd name="T15" fmla="*/ 140 h 186"/>
                <a:gd name="T16" fmla="*/ 0 w 143"/>
                <a:gd name="T17" fmla="*/ 92 h 186"/>
                <a:gd name="T18" fmla="*/ 10 w 143"/>
                <a:gd name="T19" fmla="*/ 42 h 186"/>
                <a:gd name="T20" fmla="*/ 39 w 143"/>
                <a:gd name="T21" fmla="*/ 9 h 186"/>
                <a:gd name="T22" fmla="*/ 76 w 143"/>
                <a:gd name="T23" fmla="*/ 0 h 186"/>
                <a:gd name="T24" fmla="*/ 120 w 143"/>
                <a:gd name="T25" fmla="*/ 14 h 186"/>
                <a:gd name="T26" fmla="*/ 141 w 143"/>
                <a:gd name="T27" fmla="*/ 53 h 186"/>
                <a:gd name="T28" fmla="*/ 110 w 143"/>
                <a:gd name="T29" fmla="*/ 60 h 186"/>
                <a:gd name="T30" fmla="*/ 98 w 143"/>
                <a:gd name="T31" fmla="*/ 39 h 186"/>
                <a:gd name="T32" fmla="*/ 76 w 143"/>
                <a:gd name="T33" fmla="*/ 31 h 186"/>
                <a:gd name="T34" fmla="*/ 44 w 143"/>
                <a:gd name="T35" fmla="*/ 46 h 186"/>
                <a:gd name="T36" fmla="*/ 32 w 143"/>
                <a:gd name="T37" fmla="*/ 91 h 186"/>
                <a:gd name="T38" fmla="*/ 44 w 143"/>
                <a:gd name="T39" fmla="*/ 139 h 186"/>
                <a:gd name="T40" fmla="*/ 75 w 143"/>
                <a:gd name="T41" fmla="*/ 155 h 186"/>
                <a:gd name="T42" fmla="*/ 95 w 143"/>
                <a:gd name="T43" fmla="*/ 150 h 186"/>
                <a:gd name="T44" fmla="*/ 112 w 143"/>
                <a:gd name="T45" fmla="*/ 139 h 186"/>
                <a:gd name="T46" fmla="*/ 112 w 143"/>
                <a:gd name="T47" fmla="*/ 117 h 186"/>
                <a:gd name="T48" fmla="*/ 76 w 143"/>
                <a:gd name="T49" fmla="*/ 117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43" h="186">
                  <a:moveTo>
                    <a:pt x="76" y="117"/>
                  </a:moveTo>
                  <a:cubicBezTo>
                    <a:pt x="76" y="86"/>
                    <a:pt x="76" y="86"/>
                    <a:pt x="76" y="86"/>
                  </a:cubicBezTo>
                  <a:cubicBezTo>
                    <a:pt x="143" y="86"/>
                    <a:pt x="143" y="86"/>
                    <a:pt x="143" y="86"/>
                  </a:cubicBezTo>
                  <a:cubicBezTo>
                    <a:pt x="143" y="158"/>
                    <a:pt x="143" y="158"/>
                    <a:pt x="143" y="158"/>
                  </a:cubicBezTo>
                  <a:cubicBezTo>
                    <a:pt x="136" y="165"/>
                    <a:pt x="127" y="172"/>
                    <a:pt x="115" y="177"/>
                  </a:cubicBezTo>
                  <a:cubicBezTo>
                    <a:pt x="102" y="183"/>
                    <a:pt x="90" y="186"/>
                    <a:pt x="77" y="186"/>
                  </a:cubicBezTo>
                  <a:cubicBezTo>
                    <a:pt x="62" y="186"/>
                    <a:pt x="48" y="182"/>
                    <a:pt x="36" y="174"/>
                  </a:cubicBezTo>
                  <a:cubicBezTo>
                    <a:pt x="24" y="166"/>
                    <a:pt x="15" y="155"/>
                    <a:pt x="9" y="140"/>
                  </a:cubicBezTo>
                  <a:cubicBezTo>
                    <a:pt x="3" y="125"/>
                    <a:pt x="0" y="109"/>
                    <a:pt x="0" y="92"/>
                  </a:cubicBezTo>
                  <a:cubicBezTo>
                    <a:pt x="0" y="74"/>
                    <a:pt x="3" y="57"/>
                    <a:pt x="10" y="42"/>
                  </a:cubicBezTo>
                  <a:cubicBezTo>
                    <a:pt x="17" y="28"/>
                    <a:pt x="27" y="17"/>
                    <a:pt x="39" y="9"/>
                  </a:cubicBezTo>
                  <a:cubicBezTo>
                    <a:pt x="49" y="3"/>
                    <a:pt x="61" y="0"/>
                    <a:pt x="76" y="0"/>
                  </a:cubicBezTo>
                  <a:cubicBezTo>
                    <a:pt x="95" y="0"/>
                    <a:pt x="109" y="5"/>
                    <a:pt x="120" y="14"/>
                  </a:cubicBezTo>
                  <a:cubicBezTo>
                    <a:pt x="131" y="24"/>
                    <a:pt x="138" y="36"/>
                    <a:pt x="141" y="53"/>
                  </a:cubicBezTo>
                  <a:cubicBezTo>
                    <a:pt x="110" y="60"/>
                    <a:pt x="110" y="60"/>
                    <a:pt x="110" y="60"/>
                  </a:cubicBezTo>
                  <a:cubicBezTo>
                    <a:pt x="108" y="51"/>
                    <a:pt x="104" y="44"/>
                    <a:pt x="98" y="39"/>
                  </a:cubicBezTo>
                  <a:cubicBezTo>
                    <a:pt x="92" y="34"/>
                    <a:pt x="85" y="31"/>
                    <a:pt x="76" y="31"/>
                  </a:cubicBezTo>
                  <a:cubicBezTo>
                    <a:pt x="62" y="31"/>
                    <a:pt x="52" y="36"/>
                    <a:pt x="44" y="46"/>
                  </a:cubicBezTo>
                  <a:cubicBezTo>
                    <a:pt x="36" y="56"/>
                    <a:pt x="32" y="71"/>
                    <a:pt x="32" y="91"/>
                  </a:cubicBezTo>
                  <a:cubicBezTo>
                    <a:pt x="32" y="112"/>
                    <a:pt x="36" y="128"/>
                    <a:pt x="44" y="139"/>
                  </a:cubicBezTo>
                  <a:cubicBezTo>
                    <a:pt x="52" y="149"/>
                    <a:pt x="62" y="155"/>
                    <a:pt x="75" y="155"/>
                  </a:cubicBezTo>
                  <a:cubicBezTo>
                    <a:pt x="82" y="155"/>
                    <a:pt x="88" y="153"/>
                    <a:pt x="95" y="150"/>
                  </a:cubicBezTo>
                  <a:cubicBezTo>
                    <a:pt x="101" y="147"/>
                    <a:pt x="107" y="144"/>
                    <a:pt x="112" y="139"/>
                  </a:cubicBezTo>
                  <a:cubicBezTo>
                    <a:pt x="112" y="117"/>
                    <a:pt x="112" y="117"/>
                    <a:pt x="112" y="117"/>
                  </a:cubicBezTo>
                  <a:lnTo>
                    <a:pt x="76" y="11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3" name="Freeform 52"/>
            <p:cNvSpPr/>
            <p:nvPr/>
          </p:nvSpPr>
          <p:spPr bwMode="auto">
            <a:xfrm>
              <a:off x="3614737" y="17462"/>
              <a:ext cx="107950" cy="138113"/>
            </a:xfrm>
            <a:custGeom>
              <a:avLst/>
              <a:gdLst>
                <a:gd name="T0" fmla="*/ 26 w 68"/>
                <a:gd name="T1" fmla="*/ 87 h 87"/>
                <a:gd name="T2" fmla="*/ 26 w 68"/>
                <a:gd name="T3" fmla="*/ 51 h 87"/>
                <a:gd name="T4" fmla="*/ 0 w 68"/>
                <a:gd name="T5" fmla="*/ 0 h 87"/>
                <a:gd name="T6" fmla="*/ 17 w 68"/>
                <a:gd name="T7" fmla="*/ 0 h 87"/>
                <a:gd name="T8" fmla="*/ 34 w 68"/>
                <a:gd name="T9" fmla="*/ 35 h 87"/>
                <a:gd name="T10" fmla="*/ 51 w 68"/>
                <a:gd name="T11" fmla="*/ 0 h 87"/>
                <a:gd name="T12" fmla="*/ 68 w 68"/>
                <a:gd name="T13" fmla="*/ 0 h 87"/>
                <a:gd name="T14" fmla="*/ 41 w 68"/>
                <a:gd name="T15" fmla="*/ 51 h 87"/>
                <a:gd name="T16" fmla="*/ 41 w 68"/>
                <a:gd name="T17" fmla="*/ 87 h 87"/>
                <a:gd name="T18" fmla="*/ 26 w 68"/>
                <a:gd name="T19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8" h="87">
                  <a:moveTo>
                    <a:pt x="26" y="87"/>
                  </a:moveTo>
                  <a:lnTo>
                    <a:pt x="26" y="51"/>
                  </a:lnTo>
                  <a:lnTo>
                    <a:pt x="0" y="0"/>
                  </a:lnTo>
                  <a:lnTo>
                    <a:pt x="17" y="0"/>
                  </a:lnTo>
                  <a:lnTo>
                    <a:pt x="34" y="35"/>
                  </a:lnTo>
                  <a:lnTo>
                    <a:pt x="51" y="0"/>
                  </a:lnTo>
                  <a:lnTo>
                    <a:pt x="68" y="0"/>
                  </a:lnTo>
                  <a:lnTo>
                    <a:pt x="41" y="51"/>
                  </a:lnTo>
                  <a:lnTo>
                    <a:pt x="41" y="87"/>
                  </a:lnTo>
                  <a:lnTo>
                    <a:pt x="26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4" name="Freeform 53"/>
            <p:cNvSpPr>
              <a:spLocks noEditPoints="1"/>
            </p:cNvSpPr>
            <p:nvPr/>
          </p:nvSpPr>
          <p:spPr bwMode="auto">
            <a:xfrm>
              <a:off x="-2189163" y="-1093788"/>
              <a:ext cx="1360488" cy="1363663"/>
            </a:xfrm>
            <a:custGeom>
              <a:avLst/>
              <a:gdLst>
                <a:gd name="T0" fmla="*/ 891 w 1781"/>
                <a:gd name="T1" fmla="*/ 0 h 1781"/>
                <a:gd name="T2" fmla="*/ 0 w 1781"/>
                <a:gd name="T3" fmla="*/ 891 h 1781"/>
                <a:gd name="T4" fmla="*/ 891 w 1781"/>
                <a:gd name="T5" fmla="*/ 1781 h 1781"/>
                <a:gd name="T6" fmla="*/ 1781 w 1781"/>
                <a:gd name="T7" fmla="*/ 891 h 1781"/>
                <a:gd name="T8" fmla="*/ 891 w 1781"/>
                <a:gd name="T9" fmla="*/ 0 h 1781"/>
                <a:gd name="T10" fmla="*/ 891 w 1781"/>
                <a:gd name="T11" fmla="*/ 1762 h 1781"/>
                <a:gd name="T12" fmla="*/ 20 w 1781"/>
                <a:gd name="T13" fmla="*/ 891 h 1781"/>
                <a:gd name="T14" fmla="*/ 891 w 1781"/>
                <a:gd name="T15" fmla="*/ 20 h 1781"/>
                <a:gd name="T16" fmla="*/ 1762 w 1781"/>
                <a:gd name="T17" fmla="*/ 891 h 1781"/>
                <a:gd name="T18" fmla="*/ 891 w 1781"/>
                <a:gd name="T19" fmla="*/ 1762 h 17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81" h="1781">
                  <a:moveTo>
                    <a:pt x="891" y="0"/>
                  </a:moveTo>
                  <a:cubicBezTo>
                    <a:pt x="399" y="0"/>
                    <a:pt x="0" y="399"/>
                    <a:pt x="0" y="891"/>
                  </a:cubicBezTo>
                  <a:cubicBezTo>
                    <a:pt x="0" y="1383"/>
                    <a:pt x="399" y="1781"/>
                    <a:pt x="891" y="1781"/>
                  </a:cubicBezTo>
                  <a:cubicBezTo>
                    <a:pt x="1382" y="1781"/>
                    <a:pt x="1781" y="1383"/>
                    <a:pt x="1781" y="891"/>
                  </a:cubicBezTo>
                  <a:cubicBezTo>
                    <a:pt x="1781" y="399"/>
                    <a:pt x="1382" y="0"/>
                    <a:pt x="891" y="0"/>
                  </a:cubicBezTo>
                  <a:close/>
                  <a:moveTo>
                    <a:pt x="891" y="1762"/>
                  </a:moveTo>
                  <a:cubicBezTo>
                    <a:pt x="410" y="1762"/>
                    <a:pt x="20" y="1372"/>
                    <a:pt x="20" y="891"/>
                  </a:cubicBezTo>
                  <a:cubicBezTo>
                    <a:pt x="20" y="410"/>
                    <a:pt x="410" y="20"/>
                    <a:pt x="891" y="20"/>
                  </a:cubicBezTo>
                  <a:cubicBezTo>
                    <a:pt x="1372" y="20"/>
                    <a:pt x="1762" y="410"/>
                    <a:pt x="1762" y="891"/>
                  </a:cubicBezTo>
                  <a:cubicBezTo>
                    <a:pt x="1762" y="1372"/>
                    <a:pt x="1372" y="1762"/>
                    <a:pt x="891" y="17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5" name="Freeform 54"/>
            <p:cNvSpPr>
              <a:spLocks noEditPoints="1"/>
            </p:cNvSpPr>
            <p:nvPr/>
          </p:nvSpPr>
          <p:spPr bwMode="auto">
            <a:xfrm>
              <a:off x="-2103438" y="-561975"/>
              <a:ext cx="1189038" cy="744538"/>
            </a:xfrm>
            <a:custGeom>
              <a:avLst/>
              <a:gdLst>
                <a:gd name="T0" fmla="*/ 41 w 1555"/>
                <a:gd name="T1" fmla="*/ 65 h 973"/>
                <a:gd name="T2" fmla="*/ 7 w 1555"/>
                <a:gd name="T3" fmla="*/ 87 h 973"/>
                <a:gd name="T4" fmla="*/ 88 w 1555"/>
                <a:gd name="T5" fmla="*/ 189 h 973"/>
                <a:gd name="T6" fmla="*/ 39 w 1555"/>
                <a:gd name="T7" fmla="*/ 294 h 973"/>
                <a:gd name="T8" fmla="*/ 8 w 1555"/>
                <a:gd name="T9" fmla="*/ 255 h 973"/>
                <a:gd name="T10" fmla="*/ 96 w 1555"/>
                <a:gd name="T11" fmla="*/ 301 h 973"/>
                <a:gd name="T12" fmla="*/ 29 w 1555"/>
                <a:gd name="T13" fmla="*/ 407 h 973"/>
                <a:gd name="T14" fmla="*/ 62 w 1555"/>
                <a:gd name="T15" fmla="*/ 438 h 973"/>
                <a:gd name="T16" fmla="*/ 121 w 1555"/>
                <a:gd name="T17" fmla="*/ 414 h 973"/>
                <a:gd name="T18" fmla="*/ 91 w 1555"/>
                <a:gd name="T19" fmla="*/ 444 h 973"/>
                <a:gd name="T20" fmla="*/ 109 w 1555"/>
                <a:gd name="T21" fmla="*/ 539 h 973"/>
                <a:gd name="T22" fmla="*/ 101 w 1555"/>
                <a:gd name="T23" fmla="*/ 576 h 973"/>
                <a:gd name="T24" fmla="*/ 126 w 1555"/>
                <a:gd name="T25" fmla="*/ 620 h 973"/>
                <a:gd name="T26" fmla="*/ 242 w 1555"/>
                <a:gd name="T27" fmla="*/ 629 h 973"/>
                <a:gd name="T28" fmla="*/ 280 w 1555"/>
                <a:gd name="T29" fmla="*/ 673 h 973"/>
                <a:gd name="T30" fmla="*/ 235 w 1555"/>
                <a:gd name="T31" fmla="*/ 753 h 973"/>
                <a:gd name="T32" fmla="*/ 331 w 1555"/>
                <a:gd name="T33" fmla="*/ 832 h 973"/>
                <a:gd name="T34" fmla="*/ 369 w 1555"/>
                <a:gd name="T35" fmla="*/ 751 h 973"/>
                <a:gd name="T36" fmla="*/ 367 w 1555"/>
                <a:gd name="T37" fmla="*/ 773 h 973"/>
                <a:gd name="T38" fmla="*/ 401 w 1555"/>
                <a:gd name="T39" fmla="*/ 805 h 973"/>
                <a:gd name="T40" fmla="*/ 411 w 1555"/>
                <a:gd name="T41" fmla="*/ 781 h 973"/>
                <a:gd name="T42" fmla="*/ 387 w 1555"/>
                <a:gd name="T43" fmla="*/ 852 h 973"/>
                <a:gd name="T44" fmla="*/ 423 w 1555"/>
                <a:gd name="T45" fmla="*/ 843 h 973"/>
                <a:gd name="T46" fmla="*/ 533 w 1555"/>
                <a:gd name="T47" fmla="*/ 841 h 973"/>
                <a:gd name="T48" fmla="*/ 533 w 1555"/>
                <a:gd name="T49" fmla="*/ 843 h 973"/>
                <a:gd name="T50" fmla="*/ 689 w 1555"/>
                <a:gd name="T51" fmla="*/ 924 h 973"/>
                <a:gd name="T52" fmla="*/ 685 w 1555"/>
                <a:gd name="T53" fmla="*/ 889 h 973"/>
                <a:gd name="T54" fmla="*/ 672 w 1555"/>
                <a:gd name="T55" fmla="*/ 898 h 973"/>
                <a:gd name="T56" fmla="*/ 755 w 1555"/>
                <a:gd name="T57" fmla="*/ 885 h 973"/>
                <a:gd name="T58" fmla="*/ 829 w 1555"/>
                <a:gd name="T59" fmla="*/ 899 h 973"/>
                <a:gd name="T60" fmla="*/ 818 w 1555"/>
                <a:gd name="T61" fmla="*/ 933 h 973"/>
                <a:gd name="T62" fmla="*/ 802 w 1555"/>
                <a:gd name="T63" fmla="*/ 966 h 973"/>
                <a:gd name="T64" fmla="*/ 887 w 1555"/>
                <a:gd name="T65" fmla="*/ 944 h 973"/>
                <a:gd name="T66" fmla="*/ 867 w 1555"/>
                <a:gd name="T67" fmla="*/ 890 h 973"/>
                <a:gd name="T68" fmla="*/ 950 w 1555"/>
                <a:gd name="T69" fmla="*/ 953 h 973"/>
                <a:gd name="T70" fmla="*/ 975 w 1555"/>
                <a:gd name="T71" fmla="*/ 871 h 973"/>
                <a:gd name="T72" fmla="*/ 1084 w 1555"/>
                <a:gd name="T73" fmla="*/ 878 h 973"/>
                <a:gd name="T74" fmla="*/ 1061 w 1555"/>
                <a:gd name="T75" fmla="*/ 824 h 973"/>
                <a:gd name="T76" fmla="*/ 1140 w 1555"/>
                <a:gd name="T77" fmla="*/ 815 h 973"/>
                <a:gd name="T78" fmla="*/ 1169 w 1555"/>
                <a:gd name="T79" fmla="*/ 836 h 973"/>
                <a:gd name="T80" fmla="*/ 1193 w 1555"/>
                <a:gd name="T81" fmla="*/ 746 h 973"/>
                <a:gd name="T82" fmla="*/ 1308 w 1555"/>
                <a:gd name="T83" fmla="*/ 762 h 973"/>
                <a:gd name="T84" fmla="*/ 1242 w 1555"/>
                <a:gd name="T85" fmla="*/ 702 h 973"/>
                <a:gd name="T86" fmla="*/ 1308 w 1555"/>
                <a:gd name="T87" fmla="*/ 734 h 973"/>
                <a:gd name="T88" fmla="*/ 1257 w 1555"/>
                <a:gd name="T89" fmla="*/ 724 h 973"/>
                <a:gd name="T90" fmla="*/ 1294 w 1555"/>
                <a:gd name="T91" fmla="*/ 756 h 973"/>
                <a:gd name="T92" fmla="*/ 1325 w 1555"/>
                <a:gd name="T93" fmla="*/ 637 h 973"/>
                <a:gd name="T94" fmla="*/ 1363 w 1555"/>
                <a:gd name="T95" fmla="*/ 559 h 973"/>
                <a:gd name="T96" fmla="*/ 1449 w 1555"/>
                <a:gd name="T97" fmla="*/ 558 h 973"/>
                <a:gd name="T98" fmla="*/ 1383 w 1555"/>
                <a:gd name="T99" fmla="*/ 521 h 973"/>
                <a:gd name="T100" fmla="*/ 1440 w 1555"/>
                <a:gd name="T101" fmla="*/ 486 h 973"/>
                <a:gd name="T102" fmla="*/ 1425 w 1555"/>
                <a:gd name="T103" fmla="*/ 431 h 973"/>
                <a:gd name="T104" fmla="*/ 1526 w 1555"/>
                <a:gd name="T105" fmla="*/ 402 h 973"/>
                <a:gd name="T106" fmla="*/ 1460 w 1555"/>
                <a:gd name="T107" fmla="*/ 346 h 973"/>
                <a:gd name="T108" fmla="*/ 1478 w 1555"/>
                <a:gd name="T109" fmla="*/ 307 h 973"/>
                <a:gd name="T110" fmla="*/ 1549 w 1555"/>
                <a:gd name="T111" fmla="*/ 281 h 973"/>
                <a:gd name="T112" fmla="*/ 1476 w 1555"/>
                <a:gd name="T113" fmla="*/ 206 h 973"/>
                <a:gd name="T114" fmla="*/ 1486 w 1555"/>
                <a:gd name="T115" fmla="*/ 165 h 973"/>
                <a:gd name="T116" fmla="*/ 1512 w 1555"/>
                <a:gd name="T117" fmla="*/ 78 h 973"/>
                <a:gd name="T118" fmla="*/ 1485 w 1555"/>
                <a:gd name="T119" fmla="*/ 82 h 973"/>
                <a:gd name="T120" fmla="*/ 1548 w 1555"/>
                <a:gd name="T121" fmla="*/ 90 h 973"/>
                <a:gd name="T122" fmla="*/ 1498 w 1555"/>
                <a:gd name="T123" fmla="*/ 29 h 9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55" h="973">
                  <a:moveTo>
                    <a:pt x="96" y="90"/>
                  </a:moveTo>
                  <a:cubicBezTo>
                    <a:pt x="10" y="73"/>
                    <a:pt x="10" y="73"/>
                    <a:pt x="10" y="73"/>
                  </a:cubicBezTo>
                  <a:cubicBezTo>
                    <a:pt x="13" y="58"/>
                    <a:pt x="13" y="58"/>
                    <a:pt x="13" y="58"/>
                  </a:cubicBezTo>
                  <a:cubicBezTo>
                    <a:pt x="75" y="40"/>
                    <a:pt x="75" y="40"/>
                    <a:pt x="75" y="40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108" y="32"/>
                    <a:pt x="108" y="32"/>
                    <a:pt x="108" y="32"/>
                  </a:cubicBezTo>
                  <a:cubicBezTo>
                    <a:pt x="105" y="47"/>
                    <a:pt x="105" y="47"/>
                    <a:pt x="105" y="47"/>
                  </a:cubicBezTo>
                  <a:cubicBezTo>
                    <a:pt x="41" y="65"/>
                    <a:pt x="41" y="65"/>
                    <a:pt x="41" y="65"/>
                  </a:cubicBezTo>
                  <a:cubicBezTo>
                    <a:pt x="99" y="77"/>
                    <a:pt x="99" y="77"/>
                    <a:pt x="99" y="77"/>
                  </a:cubicBezTo>
                  <a:lnTo>
                    <a:pt x="96" y="90"/>
                  </a:lnTo>
                  <a:close/>
                  <a:moveTo>
                    <a:pt x="91" y="140"/>
                  </a:moveTo>
                  <a:cubicBezTo>
                    <a:pt x="0" y="162"/>
                    <a:pt x="0" y="162"/>
                    <a:pt x="0" y="162"/>
                  </a:cubicBezTo>
                  <a:cubicBezTo>
                    <a:pt x="2" y="145"/>
                    <a:pt x="2" y="145"/>
                    <a:pt x="2" y="145"/>
                  </a:cubicBezTo>
                  <a:cubicBezTo>
                    <a:pt x="22" y="141"/>
                    <a:pt x="22" y="141"/>
                    <a:pt x="22" y="141"/>
                  </a:cubicBezTo>
                  <a:cubicBezTo>
                    <a:pt x="25" y="111"/>
                    <a:pt x="25" y="111"/>
                    <a:pt x="25" y="111"/>
                  </a:cubicBezTo>
                  <a:cubicBezTo>
                    <a:pt x="6" y="103"/>
                    <a:pt x="6" y="103"/>
                    <a:pt x="6" y="103"/>
                  </a:cubicBezTo>
                  <a:cubicBezTo>
                    <a:pt x="7" y="87"/>
                    <a:pt x="7" y="87"/>
                    <a:pt x="7" y="87"/>
                  </a:cubicBezTo>
                  <a:cubicBezTo>
                    <a:pt x="92" y="124"/>
                    <a:pt x="92" y="124"/>
                    <a:pt x="92" y="124"/>
                  </a:cubicBezTo>
                  <a:lnTo>
                    <a:pt x="91" y="140"/>
                  </a:lnTo>
                  <a:close/>
                  <a:moveTo>
                    <a:pt x="71" y="130"/>
                  </a:moveTo>
                  <a:cubicBezTo>
                    <a:pt x="39" y="117"/>
                    <a:pt x="39" y="117"/>
                    <a:pt x="39" y="117"/>
                  </a:cubicBezTo>
                  <a:cubicBezTo>
                    <a:pt x="38" y="137"/>
                    <a:pt x="38" y="137"/>
                    <a:pt x="38" y="137"/>
                  </a:cubicBezTo>
                  <a:lnTo>
                    <a:pt x="71" y="130"/>
                  </a:lnTo>
                  <a:close/>
                  <a:moveTo>
                    <a:pt x="89" y="220"/>
                  </a:moveTo>
                  <a:cubicBezTo>
                    <a:pt x="30" y="220"/>
                    <a:pt x="30" y="220"/>
                    <a:pt x="30" y="220"/>
                  </a:cubicBezTo>
                  <a:cubicBezTo>
                    <a:pt x="88" y="189"/>
                    <a:pt x="88" y="189"/>
                    <a:pt x="88" y="189"/>
                  </a:cubicBezTo>
                  <a:cubicBezTo>
                    <a:pt x="88" y="174"/>
                    <a:pt x="88" y="174"/>
                    <a:pt x="88" y="174"/>
                  </a:cubicBezTo>
                  <a:cubicBezTo>
                    <a:pt x="0" y="175"/>
                    <a:pt x="0" y="175"/>
                    <a:pt x="0" y="175"/>
                  </a:cubicBezTo>
                  <a:cubicBezTo>
                    <a:pt x="0" y="189"/>
                    <a:pt x="0" y="189"/>
                    <a:pt x="0" y="189"/>
                  </a:cubicBezTo>
                  <a:cubicBezTo>
                    <a:pt x="58" y="189"/>
                    <a:pt x="58" y="189"/>
                    <a:pt x="58" y="189"/>
                  </a:cubicBezTo>
                  <a:cubicBezTo>
                    <a:pt x="1" y="219"/>
                    <a:pt x="1" y="219"/>
                    <a:pt x="1" y="219"/>
                  </a:cubicBezTo>
                  <a:cubicBezTo>
                    <a:pt x="1" y="235"/>
                    <a:pt x="1" y="235"/>
                    <a:pt x="1" y="235"/>
                  </a:cubicBezTo>
                  <a:cubicBezTo>
                    <a:pt x="89" y="234"/>
                    <a:pt x="89" y="234"/>
                    <a:pt x="89" y="234"/>
                  </a:cubicBezTo>
                  <a:lnTo>
                    <a:pt x="89" y="220"/>
                  </a:lnTo>
                  <a:close/>
                  <a:moveTo>
                    <a:pt x="39" y="294"/>
                  </a:moveTo>
                  <a:cubicBezTo>
                    <a:pt x="94" y="288"/>
                    <a:pt x="94" y="288"/>
                    <a:pt x="94" y="288"/>
                  </a:cubicBezTo>
                  <a:cubicBezTo>
                    <a:pt x="93" y="273"/>
                    <a:pt x="93" y="273"/>
                    <a:pt x="93" y="273"/>
                  </a:cubicBezTo>
                  <a:cubicBezTo>
                    <a:pt x="36" y="279"/>
                    <a:pt x="36" y="279"/>
                    <a:pt x="36" y="279"/>
                  </a:cubicBezTo>
                  <a:cubicBezTo>
                    <a:pt x="29" y="280"/>
                    <a:pt x="24" y="280"/>
                    <a:pt x="22" y="278"/>
                  </a:cubicBezTo>
                  <a:cubicBezTo>
                    <a:pt x="20" y="277"/>
                    <a:pt x="18" y="275"/>
                    <a:pt x="18" y="272"/>
                  </a:cubicBezTo>
                  <a:cubicBezTo>
                    <a:pt x="18" y="268"/>
                    <a:pt x="19" y="266"/>
                    <a:pt x="22" y="264"/>
                  </a:cubicBezTo>
                  <a:cubicBezTo>
                    <a:pt x="24" y="262"/>
                    <a:pt x="27" y="262"/>
                    <a:pt x="32" y="261"/>
                  </a:cubicBezTo>
                  <a:cubicBezTo>
                    <a:pt x="29" y="247"/>
                    <a:pt x="29" y="247"/>
                    <a:pt x="29" y="247"/>
                  </a:cubicBezTo>
                  <a:cubicBezTo>
                    <a:pt x="20" y="248"/>
                    <a:pt x="13" y="251"/>
                    <a:pt x="8" y="255"/>
                  </a:cubicBezTo>
                  <a:cubicBezTo>
                    <a:pt x="4" y="260"/>
                    <a:pt x="2" y="265"/>
                    <a:pt x="3" y="273"/>
                  </a:cubicBezTo>
                  <a:cubicBezTo>
                    <a:pt x="3" y="279"/>
                    <a:pt x="5" y="284"/>
                    <a:pt x="9" y="287"/>
                  </a:cubicBezTo>
                  <a:cubicBezTo>
                    <a:pt x="12" y="291"/>
                    <a:pt x="17" y="293"/>
                    <a:pt x="22" y="294"/>
                  </a:cubicBezTo>
                  <a:cubicBezTo>
                    <a:pt x="26" y="295"/>
                    <a:pt x="32" y="295"/>
                    <a:pt x="39" y="294"/>
                  </a:cubicBezTo>
                  <a:close/>
                  <a:moveTo>
                    <a:pt x="96" y="301"/>
                  </a:moveTo>
                  <a:cubicBezTo>
                    <a:pt x="10" y="316"/>
                    <a:pt x="10" y="316"/>
                    <a:pt x="10" y="316"/>
                  </a:cubicBezTo>
                  <a:cubicBezTo>
                    <a:pt x="12" y="331"/>
                    <a:pt x="12" y="331"/>
                    <a:pt x="12" y="331"/>
                  </a:cubicBezTo>
                  <a:cubicBezTo>
                    <a:pt x="99" y="316"/>
                    <a:pt x="99" y="316"/>
                    <a:pt x="99" y="316"/>
                  </a:cubicBezTo>
                  <a:lnTo>
                    <a:pt x="96" y="301"/>
                  </a:lnTo>
                  <a:close/>
                  <a:moveTo>
                    <a:pt x="111" y="372"/>
                  </a:moveTo>
                  <a:cubicBezTo>
                    <a:pt x="54" y="386"/>
                    <a:pt x="54" y="386"/>
                    <a:pt x="54" y="386"/>
                  </a:cubicBezTo>
                  <a:cubicBezTo>
                    <a:pt x="104" y="343"/>
                    <a:pt x="104" y="343"/>
                    <a:pt x="104" y="343"/>
                  </a:cubicBezTo>
                  <a:cubicBezTo>
                    <a:pt x="100" y="328"/>
                    <a:pt x="100" y="328"/>
                    <a:pt x="100" y="328"/>
                  </a:cubicBezTo>
                  <a:cubicBezTo>
                    <a:pt x="15" y="349"/>
                    <a:pt x="15" y="349"/>
                    <a:pt x="15" y="349"/>
                  </a:cubicBezTo>
                  <a:cubicBezTo>
                    <a:pt x="18" y="363"/>
                    <a:pt x="18" y="363"/>
                    <a:pt x="18" y="363"/>
                  </a:cubicBezTo>
                  <a:cubicBezTo>
                    <a:pt x="74" y="349"/>
                    <a:pt x="74" y="349"/>
                    <a:pt x="74" y="349"/>
                  </a:cubicBezTo>
                  <a:cubicBezTo>
                    <a:pt x="25" y="392"/>
                    <a:pt x="25" y="392"/>
                    <a:pt x="25" y="392"/>
                  </a:cubicBezTo>
                  <a:cubicBezTo>
                    <a:pt x="29" y="407"/>
                    <a:pt x="29" y="407"/>
                    <a:pt x="29" y="407"/>
                  </a:cubicBezTo>
                  <a:cubicBezTo>
                    <a:pt x="114" y="386"/>
                    <a:pt x="114" y="386"/>
                    <a:pt x="114" y="386"/>
                  </a:cubicBezTo>
                  <a:lnTo>
                    <a:pt x="111" y="372"/>
                  </a:lnTo>
                  <a:close/>
                  <a:moveTo>
                    <a:pt x="91" y="444"/>
                  </a:moveTo>
                  <a:cubicBezTo>
                    <a:pt x="77" y="449"/>
                    <a:pt x="77" y="449"/>
                    <a:pt x="77" y="449"/>
                  </a:cubicBezTo>
                  <a:cubicBezTo>
                    <a:pt x="83" y="466"/>
                    <a:pt x="83" y="466"/>
                    <a:pt x="83" y="466"/>
                  </a:cubicBezTo>
                  <a:cubicBezTo>
                    <a:pt x="72" y="469"/>
                    <a:pt x="72" y="469"/>
                    <a:pt x="72" y="469"/>
                  </a:cubicBezTo>
                  <a:cubicBezTo>
                    <a:pt x="70" y="468"/>
                    <a:pt x="67" y="466"/>
                    <a:pt x="65" y="463"/>
                  </a:cubicBezTo>
                  <a:cubicBezTo>
                    <a:pt x="62" y="461"/>
                    <a:pt x="61" y="458"/>
                    <a:pt x="59" y="455"/>
                  </a:cubicBezTo>
                  <a:cubicBezTo>
                    <a:pt x="57" y="449"/>
                    <a:pt x="58" y="443"/>
                    <a:pt x="62" y="438"/>
                  </a:cubicBezTo>
                  <a:cubicBezTo>
                    <a:pt x="65" y="433"/>
                    <a:pt x="72" y="428"/>
                    <a:pt x="82" y="424"/>
                  </a:cubicBezTo>
                  <a:cubicBezTo>
                    <a:pt x="91" y="421"/>
                    <a:pt x="98" y="420"/>
                    <a:pt x="104" y="422"/>
                  </a:cubicBezTo>
                  <a:cubicBezTo>
                    <a:pt x="110" y="424"/>
                    <a:pt x="114" y="429"/>
                    <a:pt x="116" y="435"/>
                  </a:cubicBezTo>
                  <a:cubicBezTo>
                    <a:pt x="118" y="439"/>
                    <a:pt x="118" y="443"/>
                    <a:pt x="117" y="446"/>
                  </a:cubicBezTo>
                  <a:cubicBezTo>
                    <a:pt x="115" y="450"/>
                    <a:pt x="113" y="453"/>
                    <a:pt x="109" y="455"/>
                  </a:cubicBezTo>
                  <a:cubicBezTo>
                    <a:pt x="117" y="468"/>
                    <a:pt x="117" y="468"/>
                    <a:pt x="117" y="468"/>
                  </a:cubicBezTo>
                  <a:cubicBezTo>
                    <a:pt x="124" y="464"/>
                    <a:pt x="129" y="459"/>
                    <a:pt x="132" y="452"/>
                  </a:cubicBezTo>
                  <a:cubicBezTo>
                    <a:pt x="134" y="446"/>
                    <a:pt x="134" y="438"/>
                    <a:pt x="131" y="430"/>
                  </a:cubicBezTo>
                  <a:cubicBezTo>
                    <a:pt x="128" y="423"/>
                    <a:pt x="125" y="418"/>
                    <a:pt x="121" y="414"/>
                  </a:cubicBezTo>
                  <a:cubicBezTo>
                    <a:pt x="115" y="410"/>
                    <a:pt x="108" y="407"/>
                    <a:pt x="100" y="406"/>
                  </a:cubicBezTo>
                  <a:cubicBezTo>
                    <a:pt x="93" y="406"/>
                    <a:pt x="84" y="407"/>
                    <a:pt x="76" y="410"/>
                  </a:cubicBezTo>
                  <a:cubicBezTo>
                    <a:pt x="68" y="413"/>
                    <a:pt x="61" y="417"/>
                    <a:pt x="55" y="422"/>
                  </a:cubicBezTo>
                  <a:cubicBezTo>
                    <a:pt x="49" y="427"/>
                    <a:pt x="46" y="433"/>
                    <a:pt x="44" y="440"/>
                  </a:cubicBezTo>
                  <a:cubicBezTo>
                    <a:pt x="42" y="447"/>
                    <a:pt x="43" y="454"/>
                    <a:pt x="46" y="461"/>
                  </a:cubicBezTo>
                  <a:cubicBezTo>
                    <a:pt x="48" y="467"/>
                    <a:pt x="51" y="472"/>
                    <a:pt x="56" y="477"/>
                  </a:cubicBezTo>
                  <a:cubicBezTo>
                    <a:pt x="60" y="482"/>
                    <a:pt x="65" y="485"/>
                    <a:pt x="69" y="487"/>
                  </a:cubicBezTo>
                  <a:cubicBezTo>
                    <a:pt x="102" y="475"/>
                    <a:pt x="102" y="475"/>
                    <a:pt x="102" y="475"/>
                  </a:cubicBezTo>
                  <a:lnTo>
                    <a:pt x="91" y="444"/>
                  </a:lnTo>
                  <a:close/>
                  <a:moveTo>
                    <a:pt x="144" y="570"/>
                  </a:moveTo>
                  <a:cubicBezTo>
                    <a:pt x="184" y="548"/>
                    <a:pt x="184" y="548"/>
                    <a:pt x="184" y="548"/>
                  </a:cubicBezTo>
                  <a:cubicBezTo>
                    <a:pt x="177" y="535"/>
                    <a:pt x="177" y="535"/>
                    <a:pt x="177" y="535"/>
                  </a:cubicBezTo>
                  <a:cubicBezTo>
                    <a:pt x="135" y="558"/>
                    <a:pt x="135" y="558"/>
                    <a:pt x="135" y="558"/>
                  </a:cubicBezTo>
                  <a:cubicBezTo>
                    <a:pt x="128" y="561"/>
                    <a:pt x="124" y="563"/>
                    <a:pt x="121" y="564"/>
                  </a:cubicBezTo>
                  <a:cubicBezTo>
                    <a:pt x="118" y="565"/>
                    <a:pt x="115" y="565"/>
                    <a:pt x="112" y="564"/>
                  </a:cubicBezTo>
                  <a:cubicBezTo>
                    <a:pt x="110" y="563"/>
                    <a:pt x="107" y="561"/>
                    <a:pt x="105" y="557"/>
                  </a:cubicBezTo>
                  <a:cubicBezTo>
                    <a:pt x="103" y="553"/>
                    <a:pt x="102" y="550"/>
                    <a:pt x="103" y="547"/>
                  </a:cubicBezTo>
                  <a:cubicBezTo>
                    <a:pt x="104" y="544"/>
                    <a:pt x="106" y="541"/>
                    <a:pt x="109" y="539"/>
                  </a:cubicBezTo>
                  <a:cubicBezTo>
                    <a:pt x="110" y="537"/>
                    <a:pt x="115" y="535"/>
                    <a:pt x="121" y="531"/>
                  </a:cubicBezTo>
                  <a:cubicBezTo>
                    <a:pt x="163" y="509"/>
                    <a:pt x="163" y="509"/>
                    <a:pt x="163" y="509"/>
                  </a:cubicBezTo>
                  <a:cubicBezTo>
                    <a:pt x="156" y="495"/>
                    <a:pt x="156" y="495"/>
                    <a:pt x="156" y="495"/>
                  </a:cubicBezTo>
                  <a:cubicBezTo>
                    <a:pt x="115" y="518"/>
                    <a:pt x="115" y="518"/>
                    <a:pt x="115" y="518"/>
                  </a:cubicBezTo>
                  <a:cubicBezTo>
                    <a:pt x="106" y="522"/>
                    <a:pt x="100" y="526"/>
                    <a:pt x="96" y="529"/>
                  </a:cubicBezTo>
                  <a:cubicBezTo>
                    <a:pt x="93" y="532"/>
                    <a:pt x="91" y="534"/>
                    <a:pt x="89" y="538"/>
                  </a:cubicBezTo>
                  <a:cubicBezTo>
                    <a:pt x="88" y="541"/>
                    <a:pt x="87" y="545"/>
                    <a:pt x="87" y="549"/>
                  </a:cubicBezTo>
                  <a:cubicBezTo>
                    <a:pt x="87" y="553"/>
                    <a:pt x="89" y="558"/>
                    <a:pt x="92" y="565"/>
                  </a:cubicBezTo>
                  <a:cubicBezTo>
                    <a:pt x="95" y="570"/>
                    <a:pt x="98" y="574"/>
                    <a:pt x="101" y="576"/>
                  </a:cubicBezTo>
                  <a:cubicBezTo>
                    <a:pt x="104" y="579"/>
                    <a:pt x="108" y="580"/>
                    <a:pt x="112" y="581"/>
                  </a:cubicBezTo>
                  <a:cubicBezTo>
                    <a:pt x="115" y="581"/>
                    <a:pt x="119" y="581"/>
                    <a:pt x="123" y="579"/>
                  </a:cubicBezTo>
                  <a:cubicBezTo>
                    <a:pt x="128" y="578"/>
                    <a:pt x="135" y="575"/>
                    <a:pt x="144" y="570"/>
                  </a:cubicBezTo>
                  <a:close/>
                  <a:moveTo>
                    <a:pt x="216" y="596"/>
                  </a:moveTo>
                  <a:cubicBezTo>
                    <a:pt x="168" y="629"/>
                    <a:pt x="168" y="629"/>
                    <a:pt x="168" y="629"/>
                  </a:cubicBezTo>
                  <a:cubicBezTo>
                    <a:pt x="199" y="571"/>
                    <a:pt x="199" y="571"/>
                    <a:pt x="199" y="571"/>
                  </a:cubicBezTo>
                  <a:cubicBezTo>
                    <a:pt x="191" y="558"/>
                    <a:pt x="191" y="558"/>
                    <a:pt x="191" y="558"/>
                  </a:cubicBezTo>
                  <a:cubicBezTo>
                    <a:pt x="118" y="608"/>
                    <a:pt x="118" y="608"/>
                    <a:pt x="118" y="608"/>
                  </a:cubicBezTo>
                  <a:cubicBezTo>
                    <a:pt x="126" y="620"/>
                    <a:pt x="126" y="620"/>
                    <a:pt x="126" y="620"/>
                  </a:cubicBezTo>
                  <a:cubicBezTo>
                    <a:pt x="173" y="587"/>
                    <a:pt x="173" y="587"/>
                    <a:pt x="173" y="587"/>
                  </a:cubicBezTo>
                  <a:cubicBezTo>
                    <a:pt x="143" y="644"/>
                    <a:pt x="143" y="644"/>
                    <a:pt x="143" y="644"/>
                  </a:cubicBezTo>
                  <a:cubicBezTo>
                    <a:pt x="152" y="657"/>
                    <a:pt x="152" y="657"/>
                    <a:pt x="152" y="657"/>
                  </a:cubicBezTo>
                  <a:cubicBezTo>
                    <a:pt x="224" y="607"/>
                    <a:pt x="224" y="607"/>
                    <a:pt x="224" y="607"/>
                  </a:cubicBezTo>
                  <a:lnTo>
                    <a:pt x="216" y="596"/>
                  </a:lnTo>
                  <a:close/>
                  <a:moveTo>
                    <a:pt x="233" y="617"/>
                  </a:moveTo>
                  <a:cubicBezTo>
                    <a:pt x="163" y="672"/>
                    <a:pt x="163" y="672"/>
                    <a:pt x="163" y="672"/>
                  </a:cubicBezTo>
                  <a:cubicBezTo>
                    <a:pt x="173" y="684"/>
                    <a:pt x="173" y="684"/>
                    <a:pt x="173" y="684"/>
                  </a:cubicBezTo>
                  <a:cubicBezTo>
                    <a:pt x="242" y="629"/>
                    <a:pt x="242" y="629"/>
                    <a:pt x="242" y="629"/>
                  </a:cubicBezTo>
                  <a:lnTo>
                    <a:pt x="233" y="617"/>
                  </a:lnTo>
                  <a:close/>
                  <a:moveTo>
                    <a:pt x="280" y="673"/>
                  </a:moveTo>
                  <a:cubicBezTo>
                    <a:pt x="220" y="703"/>
                    <a:pt x="220" y="703"/>
                    <a:pt x="220" y="703"/>
                  </a:cubicBezTo>
                  <a:cubicBezTo>
                    <a:pt x="255" y="645"/>
                    <a:pt x="255" y="645"/>
                    <a:pt x="255" y="645"/>
                  </a:cubicBezTo>
                  <a:cubicBezTo>
                    <a:pt x="244" y="633"/>
                    <a:pt x="244" y="633"/>
                    <a:pt x="244" y="633"/>
                  </a:cubicBezTo>
                  <a:cubicBezTo>
                    <a:pt x="197" y="712"/>
                    <a:pt x="197" y="712"/>
                    <a:pt x="197" y="712"/>
                  </a:cubicBezTo>
                  <a:cubicBezTo>
                    <a:pt x="208" y="724"/>
                    <a:pt x="208" y="724"/>
                    <a:pt x="208" y="724"/>
                  </a:cubicBezTo>
                  <a:cubicBezTo>
                    <a:pt x="291" y="685"/>
                    <a:pt x="291" y="685"/>
                    <a:pt x="291" y="685"/>
                  </a:cubicBezTo>
                  <a:lnTo>
                    <a:pt x="280" y="673"/>
                  </a:lnTo>
                  <a:close/>
                  <a:moveTo>
                    <a:pt x="272" y="734"/>
                  </a:moveTo>
                  <a:cubicBezTo>
                    <a:pt x="300" y="759"/>
                    <a:pt x="300" y="759"/>
                    <a:pt x="300" y="759"/>
                  </a:cubicBezTo>
                  <a:cubicBezTo>
                    <a:pt x="310" y="748"/>
                    <a:pt x="310" y="748"/>
                    <a:pt x="310" y="748"/>
                  </a:cubicBezTo>
                  <a:cubicBezTo>
                    <a:pt x="282" y="723"/>
                    <a:pt x="282" y="723"/>
                    <a:pt x="282" y="723"/>
                  </a:cubicBezTo>
                  <a:cubicBezTo>
                    <a:pt x="295" y="709"/>
                    <a:pt x="295" y="709"/>
                    <a:pt x="295" y="709"/>
                  </a:cubicBezTo>
                  <a:cubicBezTo>
                    <a:pt x="325" y="736"/>
                    <a:pt x="325" y="736"/>
                    <a:pt x="325" y="736"/>
                  </a:cubicBezTo>
                  <a:cubicBezTo>
                    <a:pt x="335" y="725"/>
                    <a:pt x="335" y="725"/>
                    <a:pt x="335" y="725"/>
                  </a:cubicBezTo>
                  <a:cubicBezTo>
                    <a:pt x="294" y="688"/>
                    <a:pt x="294" y="688"/>
                    <a:pt x="294" y="688"/>
                  </a:cubicBezTo>
                  <a:cubicBezTo>
                    <a:pt x="235" y="753"/>
                    <a:pt x="235" y="753"/>
                    <a:pt x="235" y="753"/>
                  </a:cubicBezTo>
                  <a:cubicBezTo>
                    <a:pt x="277" y="791"/>
                    <a:pt x="277" y="791"/>
                    <a:pt x="277" y="791"/>
                  </a:cubicBezTo>
                  <a:cubicBezTo>
                    <a:pt x="287" y="780"/>
                    <a:pt x="287" y="780"/>
                    <a:pt x="287" y="780"/>
                  </a:cubicBezTo>
                  <a:cubicBezTo>
                    <a:pt x="256" y="752"/>
                    <a:pt x="256" y="752"/>
                    <a:pt x="256" y="752"/>
                  </a:cubicBezTo>
                  <a:lnTo>
                    <a:pt x="272" y="734"/>
                  </a:lnTo>
                  <a:close/>
                  <a:moveTo>
                    <a:pt x="348" y="796"/>
                  </a:moveTo>
                  <a:cubicBezTo>
                    <a:pt x="349" y="800"/>
                    <a:pt x="350" y="803"/>
                    <a:pt x="350" y="807"/>
                  </a:cubicBezTo>
                  <a:cubicBezTo>
                    <a:pt x="350" y="810"/>
                    <a:pt x="349" y="816"/>
                    <a:pt x="348" y="823"/>
                  </a:cubicBezTo>
                  <a:cubicBezTo>
                    <a:pt x="345" y="843"/>
                    <a:pt x="345" y="843"/>
                    <a:pt x="345" y="843"/>
                  </a:cubicBezTo>
                  <a:cubicBezTo>
                    <a:pt x="331" y="832"/>
                    <a:pt x="331" y="832"/>
                    <a:pt x="331" y="832"/>
                  </a:cubicBezTo>
                  <a:cubicBezTo>
                    <a:pt x="333" y="810"/>
                    <a:pt x="333" y="810"/>
                    <a:pt x="333" y="810"/>
                  </a:cubicBezTo>
                  <a:cubicBezTo>
                    <a:pt x="334" y="802"/>
                    <a:pt x="335" y="797"/>
                    <a:pt x="334" y="795"/>
                  </a:cubicBezTo>
                  <a:cubicBezTo>
                    <a:pt x="334" y="793"/>
                    <a:pt x="334" y="791"/>
                    <a:pt x="333" y="789"/>
                  </a:cubicBezTo>
                  <a:cubicBezTo>
                    <a:pt x="332" y="788"/>
                    <a:pt x="330" y="786"/>
                    <a:pt x="327" y="784"/>
                  </a:cubicBezTo>
                  <a:cubicBezTo>
                    <a:pt x="325" y="782"/>
                    <a:pt x="325" y="782"/>
                    <a:pt x="325" y="782"/>
                  </a:cubicBezTo>
                  <a:cubicBezTo>
                    <a:pt x="303" y="812"/>
                    <a:pt x="303" y="812"/>
                    <a:pt x="303" y="812"/>
                  </a:cubicBezTo>
                  <a:cubicBezTo>
                    <a:pt x="291" y="802"/>
                    <a:pt x="291" y="802"/>
                    <a:pt x="291" y="802"/>
                  </a:cubicBezTo>
                  <a:cubicBezTo>
                    <a:pt x="343" y="732"/>
                    <a:pt x="343" y="732"/>
                    <a:pt x="343" y="732"/>
                  </a:cubicBezTo>
                  <a:cubicBezTo>
                    <a:pt x="369" y="751"/>
                    <a:pt x="369" y="751"/>
                    <a:pt x="369" y="751"/>
                  </a:cubicBezTo>
                  <a:cubicBezTo>
                    <a:pt x="375" y="756"/>
                    <a:pt x="380" y="760"/>
                    <a:pt x="382" y="763"/>
                  </a:cubicBezTo>
                  <a:cubicBezTo>
                    <a:pt x="384" y="766"/>
                    <a:pt x="384" y="770"/>
                    <a:pt x="384" y="775"/>
                  </a:cubicBezTo>
                  <a:cubicBezTo>
                    <a:pt x="383" y="780"/>
                    <a:pt x="381" y="784"/>
                    <a:pt x="378" y="788"/>
                  </a:cubicBezTo>
                  <a:cubicBezTo>
                    <a:pt x="374" y="793"/>
                    <a:pt x="369" y="797"/>
                    <a:pt x="364" y="798"/>
                  </a:cubicBezTo>
                  <a:cubicBezTo>
                    <a:pt x="359" y="800"/>
                    <a:pt x="353" y="799"/>
                    <a:pt x="348" y="796"/>
                  </a:cubicBezTo>
                  <a:close/>
                  <a:moveTo>
                    <a:pt x="354" y="785"/>
                  </a:moveTo>
                  <a:cubicBezTo>
                    <a:pt x="356" y="785"/>
                    <a:pt x="358" y="785"/>
                    <a:pt x="360" y="784"/>
                  </a:cubicBezTo>
                  <a:cubicBezTo>
                    <a:pt x="362" y="783"/>
                    <a:pt x="363" y="782"/>
                    <a:pt x="365" y="780"/>
                  </a:cubicBezTo>
                  <a:cubicBezTo>
                    <a:pt x="366" y="777"/>
                    <a:pt x="367" y="775"/>
                    <a:pt x="367" y="773"/>
                  </a:cubicBezTo>
                  <a:cubicBezTo>
                    <a:pt x="367" y="770"/>
                    <a:pt x="366" y="768"/>
                    <a:pt x="365" y="767"/>
                  </a:cubicBezTo>
                  <a:cubicBezTo>
                    <a:pt x="364" y="766"/>
                    <a:pt x="361" y="763"/>
                    <a:pt x="356" y="760"/>
                  </a:cubicBezTo>
                  <a:cubicBezTo>
                    <a:pt x="347" y="753"/>
                    <a:pt x="347" y="753"/>
                    <a:pt x="347" y="753"/>
                  </a:cubicBezTo>
                  <a:cubicBezTo>
                    <a:pt x="333" y="771"/>
                    <a:pt x="333" y="771"/>
                    <a:pt x="333" y="771"/>
                  </a:cubicBezTo>
                  <a:cubicBezTo>
                    <a:pt x="342" y="777"/>
                    <a:pt x="342" y="777"/>
                    <a:pt x="342" y="777"/>
                  </a:cubicBezTo>
                  <a:cubicBezTo>
                    <a:pt x="348" y="782"/>
                    <a:pt x="352" y="784"/>
                    <a:pt x="354" y="785"/>
                  </a:cubicBezTo>
                  <a:close/>
                  <a:moveTo>
                    <a:pt x="421" y="831"/>
                  </a:moveTo>
                  <a:cubicBezTo>
                    <a:pt x="419" y="828"/>
                    <a:pt x="415" y="823"/>
                    <a:pt x="410" y="818"/>
                  </a:cubicBezTo>
                  <a:cubicBezTo>
                    <a:pt x="405" y="812"/>
                    <a:pt x="402" y="808"/>
                    <a:pt x="401" y="805"/>
                  </a:cubicBezTo>
                  <a:cubicBezTo>
                    <a:pt x="401" y="803"/>
                    <a:pt x="401" y="801"/>
                    <a:pt x="402" y="800"/>
                  </a:cubicBezTo>
                  <a:cubicBezTo>
                    <a:pt x="403" y="798"/>
                    <a:pt x="405" y="796"/>
                    <a:pt x="407" y="796"/>
                  </a:cubicBezTo>
                  <a:cubicBezTo>
                    <a:pt x="410" y="796"/>
                    <a:pt x="413" y="796"/>
                    <a:pt x="417" y="799"/>
                  </a:cubicBezTo>
                  <a:cubicBezTo>
                    <a:pt x="421" y="801"/>
                    <a:pt x="423" y="803"/>
                    <a:pt x="424" y="806"/>
                  </a:cubicBezTo>
                  <a:cubicBezTo>
                    <a:pt x="425" y="809"/>
                    <a:pt x="424" y="812"/>
                    <a:pt x="422" y="817"/>
                  </a:cubicBezTo>
                  <a:cubicBezTo>
                    <a:pt x="436" y="824"/>
                    <a:pt x="436" y="824"/>
                    <a:pt x="436" y="824"/>
                  </a:cubicBezTo>
                  <a:cubicBezTo>
                    <a:pt x="440" y="817"/>
                    <a:pt x="441" y="810"/>
                    <a:pt x="439" y="803"/>
                  </a:cubicBezTo>
                  <a:cubicBezTo>
                    <a:pt x="438" y="797"/>
                    <a:pt x="433" y="791"/>
                    <a:pt x="425" y="786"/>
                  </a:cubicBezTo>
                  <a:cubicBezTo>
                    <a:pt x="420" y="783"/>
                    <a:pt x="415" y="782"/>
                    <a:pt x="411" y="781"/>
                  </a:cubicBezTo>
                  <a:cubicBezTo>
                    <a:pt x="406" y="781"/>
                    <a:pt x="402" y="782"/>
                    <a:pt x="398" y="784"/>
                  </a:cubicBezTo>
                  <a:cubicBezTo>
                    <a:pt x="394" y="786"/>
                    <a:pt x="391" y="789"/>
                    <a:pt x="389" y="793"/>
                  </a:cubicBezTo>
                  <a:cubicBezTo>
                    <a:pt x="385" y="799"/>
                    <a:pt x="384" y="805"/>
                    <a:pt x="386" y="812"/>
                  </a:cubicBezTo>
                  <a:cubicBezTo>
                    <a:pt x="387" y="817"/>
                    <a:pt x="390" y="822"/>
                    <a:pt x="396" y="828"/>
                  </a:cubicBezTo>
                  <a:cubicBezTo>
                    <a:pt x="400" y="833"/>
                    <a:pt x="403" y="836"/>
                    <a:pt x="404" y="838"/>
                  </a:cubicBezTo>
                  <a:cubicBezTo>
                    <a:pt x="406" y="840"/>
                    <a:pt x="407" y="842"/>
                    <a:pt x="407" y="844"/>
                  </a:cubicBezTo>
                  <a:cubicBezTo>
                    <a:pt x="407" y="845"/>
                    <a:pt x="407" y="847"/>
                    <a:pt x="406" y="849"/>
                  </a:cubicBezTo>
                  <a:cubicBezTo>
                    <a:pt x="404" y="852"/>
                    <a:pt x="402" y="854"/>
                    <a:pt x="398" y="854"/>
                  </a:cubicBezTo>
                  <a:cubicBezTo>
                    <a:pt x="395" y="855"/>
                    <a:pt x="391" y="854"/>
                    <a:pt x="387" y="852"/>
                  </a:cubicBezTo>
                  <a:cubicBezTo>
                    <a:pt x="383" y="850"/>
                    <a:pt x="380" y="847"/>
                    <a:pt x="380" y="843"/>
                  </a:cubicBezTo>
                  <a:cubicBezTo>
                    <a:pt x="379" y="839"/>
                    <a:pt x="379" y="835"/>
                    <a:pt x="381" y="829"/>
                  </a:cubicBezTo>
                  <a:cubicBezTo>
                    <a:pt x="368" y="823"/>
                    <a:pt x="368" y="823"/>
                    <a:pt x="368" y="823"/>
                  </a:cubicBezTo>
                  <a:cubicBezTo>
                    <a:pt x="364" y="832"/>
                    <a:pt x="363" y="840"/>
                    <a:pt x="364" y="847"/>
                  </a:cubicBezTo>
                  <a:cubicBezTo>
                    <a:pt x="366" y="854"/>
                    <a:pt x="371" y="860"/>
                    <a:pt x="379" y="865"/>
                  </a:cubicBezTo>
                  <a:cubicBezTo>
                    <a:pt x="385" y="868"/>
                    <a:pt x="390" y="870"/>
                    <a:pt x="395" y="870"/>
                  </a:cubicBezTo>
                  <a:cubicBezTo>
                    <a:pt x="400" y="871"/>
                    <a:pt x="404" y="870"/>
                    <a:pt x="408" y="867"/>
                  </a:cubicBezTo>
                  <a:cubicBezTo>
                    <a:pt x="413" y="865"/>
                    <a:pt x="416" y="861"/>
                    <a:pt x="419" y="857"/>
                  </a:cubicBezTo>
                  <a:cubicBezTo>
                    <a:pt x="421" y="852"/>
                    <a:pt x="423" y="847"/>
                    <a:pt x="423" y="843"/>
                  </a:cubicBezTo>
                  <a:cubicBezTo>
                    <a:pt x="424" y="839"/>
                    <a:pt x="423" y="835"/>
                    <a:pt x="421" y="831"/>
                  </a:cubicBezTo>
                  <a:close/>
                  <a:moveTo>
                    <a:pt x="460" y="807"/>
                  </a:moveTo>
                  <a:cubicBezTo>
                    <a:pt x="420" y="886"/>
                    <a:pt x="420" y="886"/>
                    <a:pt x="420" y="886"/>
                  </a:cubicBezTo>
                  <a:cubicBezTo>
                    <a:pt x="433" y="893"/>
                    <a:pt x="433" y="893"/>
                    <a:pt x="433" y="893"/>
                  </a:cubicBezTo>
                  <a:cubicBezTo>
                    <a:pt x="473" y="814"/>
                    <a:pt x="473" y="814"/>
                    <a:pt x="473" y="814"/>
                  </a:cubicBezTo>
                  <a:lnTo>
                    <a:pt x="460" y="807"/>
                  </a:lnTo>
                  <a:close/>
                  <a:moveTo>
                    <a:pt x="555" y="885"/>
                  </a:moveTo>
                  <a:cubicBezTo>
                    <a:pt x="549" y="846"/>
                    <a:pt x="549" y="846"/>
                    <a:pt x="549" y="846"/>
                  </a:cubicBezTo>
                  <a:cubicBezTo>
                    <a:pt x="533" y="841"/>
                    <a:pt x="533" y="841"/>
                    <a:pt x="533" y="841"/>
                  </a:cubicBezTo>
                  <a:cubicBezTo>
                    <a:pt x="533" y="841"/>
                    <a:pt x="533" y="841"/>
                    <a:pt x="533" y="841"/>
                  </a:cubicBezTo>
                  <a:cubicBezTo>
                    <a:pt x="479" y="818"/>
                    <a:pt x="479" y="818"/>
                    <a:pt x="479" y="818"/>
                  </a:cubicBezTo>
                  <a:cubicBezTo>
                    <a:pt x="473" y="831"/>
                    <a:pt x="473" y="831"/>
                    <a:pt x="473" y="831"/>
                  </a:cubicBezTo>
                  <a:cubicBezTo>
                    <a:pt x="493" y="840"/>
                    <a:pt x="493" y="840"/>
                    <a:pt x="493" y="840"/>
                  </a:cubicBezTo>
                  <a:cubicBezTo>
                    <a:pt x="465" y="907"/>
                    <a:pt x="465" y="907"/>
                    <a:pt x="465" y="907"/>
                  </a:cubicBezTo>
                  <a:cubicBezTo>
                    <a:pt x="479" y="913"/>
                    <a:pt x="479" y="913"/>
                    <a:pt x="479" y="913"/>
                  </a:cubicBezTo>
                  <a:cubicBezTo>
                    <a:pt x="507" y="846"/>
                    <a:pt x="507" y="846"/>
                    <a:pt x="507" y="846"/>
                  </a:cubicBezTo>
                  <a:cubicBezTo>
                    <a:pt x="528" y="855"/>
                    <a:pt x="528" y="855"/>
                    <a:pt x="528" y="855"/>
                  </a:cubicBezTo>
                  <a:cubicBezTo>
                    <a:pt x="533" y="843"/>
                    <a:pt x="533" y="843"/>
                    <a:pt x="533" y="843"/>
                  </a:cubicBezTo>
                  <a:cubicBezTo>
                    <a:pt x="543" y="898"/>
                    <a:pt x="543" y="898"/>
                    <a:pt x="543" y="898"/>
                  </a:cubicBezTo>
                  <a:cubicBezTo>
                    <a:pt x="531" y="933"/>
                    <a:pt x="531" y="933"/>
                    <a:pt x="531" y="933"/>
                  </a:cubicBezTo>
                  <a:cubicBezTo>
                    <a:pt x="546" y="937"/>
                    <a:pt x="546" y="937"/>
                    <a:pt x="546" y="937"/>
                  </a:cubicBezTo>
                  <a:cubicBezTo>
                    <a:pt x="557" y="902"/>
                    <a:pt x="557" y="902"/>
                    <a:pt x="557" y="902"/>
                  </a:cubicBezTo>
                  <a:cubicBezTo>
                    <a:pt x="599" y="862"/>
                    <a:pt x="599" y="862"/>
                    <a:pt x="599" y="862"/>
                  </a:cubicBezTo>
                  <a:cubicBezTo>
                    <a:pt x="582" y="857"/>
                    <a:pt x="582" y="857"/>
                    <a:pt x="582" y="857"/>
                  </a:cubicBezTo>
                  <a:lnTo>
                    <a:pt x="555" y="885"/>
                  </a:lnTo>
                  <a:close/>
                  <a:moveTo>
                    <a:pt x="685" y="889"/>
                  </a:moveTo>
                  <a:cubicBezTo>
                    <a:pt x="690" y="899"/>
                    <a:pt x="691" y="910"/>
                    <a:pt x="689" y="924"/>
                  </a:cubicBezTo>
                  <a:cubicBezTo>
                    <a:pt x="686" y="938"/>
                    <a:pt x="681" y="949"/>
                    <a:pt x="673" y="955"/>
                  </a:cubicBezTo>
                  <a:cubicBezTo>
                    <a:pt x="666" y="962"/>
                    <a:pt x="656" y="965"/>
                    <a:pt x="645" y="963"/>
                  </a:cubicBezTo>
                  <a:cubicBezTo>
                    <a:pt x="635" y="961"/>
                    <a:pt x="626" y="955"/>
                    <a:pt x="621" y="947"/>
                  </a:cubicBezTo>
                  <a:cubicBezTo>
                    <a:pt x="616" y="937"/>
                    <a:pt x="615" y="926"/>
                    <a:pt x="617" y="912"/>
                  </a:cubicBezTo>
                  <a:cubicBezTo>
                    <a:pt x="619" y="904"/>
                    <a:pt x="621" y="896"/>
                    <a:pt x="624" y="891"/>
                  </a:cubicBezTo>
                  <a:cubicBezTo>
                    <a:pt x="627" y="887"/>
                    <a:pt x="630" y="883"/>
                    <a:pt x="633" y="880"/>
                  </a:cubicBezTo>
                  <a:cubicBezTo>
                    <a:pt x="637" y="877"/>
                    <a:pt x="640" y="875"/>
                    <a:pt x="644" y="874"/>
                  </a:cubicBezTo>
                  <a:cubicBezTo>
                    <a:pt x="649" y="872"/>
                    <a:pt x="655" y="872"/>
                    <a:pt x="661" y="873"/>
                  </a:cubicBezTo>
                  <a:cubicBezTo>
                    <a:pt x="671" y="875"/>
                    <a:pt x="679" y="880"/>
                    <a:pt x="685" y="889"/>
                  </a:cubicBezTo>
                  <a:close/>
                  <a:moveTo>
                    <a:pt x="672" y="898"/>
                  </a:moveTo>
                  <a:cubicBezTo>
                    <a:pt x="669" y="892"/>
                    <a:pt x="664" y="889"/>
                    <a:pt x="658" y="888"/>
                  </a:cubicBezTo>
                  <a:cubicBezTo>
                    <a:pt x="652" y="887"/>
                    <a:pt x="647" y="889"/>
                    <a:pt x="642" y="893"/>
                  </a:cubicBezTo>
                  <a:cubicBezTo>
                    <a:pt x="637" y="897"/>
                    <a:pt x="634" y="904"/>
                    <a:pt x="633" y="914"/>
                  </a:cubicBezTo>
                  <a:cubicBezTo>
                    <a:pt x="631" y="924"/>
                    <a:pt x="631" y="932"/>
                    <a:pt x="635" y="938"/>
                  </a:cubicBezTo>
                  <a:cubicBezTo>
                    <a:pt x="637" y="943"/>
                    <a:pt x="642" y="947"/>
                    <a:pt x="648" y="948"/>
                  </a:cubicBezTo>
                  <a:cubicBezTo>
                    <a:pt x="654" y="949"/>
                    <a:pt x="659" y="947"/>
                    <a:pt x="664" y="943"/>
                  </a:cubicBezTo>
                  <a:cubicBezTo>
                    <a:pt x="669" y="938"/>
                    <a:pt x="672" y="931"/>
                    <a:pt x="673" y="921"/>
                  </a:cubicBezTo>
                  <a:cubicBezTo>
                    <a:pt x="675" y="911"/>
                    <a:pt x="675" y="903"/>
                    <a:pt x="672" y="898"/>
                  </a:cubicBezTo>
                  <a:close/>
                  <a:moveTo>
                    <a:pt x="698" y="969"/>
                  </a:moveTo>
                  <a:cubicBezTo>
                    <a:pt x="713" y="970"/>
                    <a:pt x="713" y="970"/>
                    <a:pt x="713" y="970"/>
                  </a:cubicBezTo>
                  <a:cubicBezTo>
                    <a:pt x="716" y="933"/>
                    <a:pt x="716" y="933"/>
                    <a:pt x="716" y="933"/>
                  </a:cubicBezTo>
                  <a:cubicBezTo>
                    <a:pt x="747" y="935"/>
                    <a:pt x="747" y="935"/>
                    <a:pt x="747" y="935"/>
                  </a:cubicBezTo>
                  <a:cubicBezTo>
                    <a:pt x="748" y="920"/>
                    <a:pt x="748" y="920"/>
                    <a:pt x="748" y="920"/>
                  </a:cubicBezTo>
                  <a:cubicBezTo>
                    <a:pt x="717" y="918"/>
                    <a:pt x="717" y="918"/>
                    <a:pt x="717" y="918"/>
                  </a:cubicBezTo>
                  <a:cubicBezTo>
                    <a:pt x="718" y="897"/>
                    <a:pt x="718" y="897"/>
                    <a:pt x="718" y="897"/>
                  </a:cubicBezTo>
                  <a:cubicBezTo>
                    <a:pt x="754" y="900"/>
                    <a:pt x="754" y="900"/>
                    <a:pt x="754" y="900"/>
                  </a:cubicBezTo>
                  <a:cubicBezTo>
                    <a:pt x="755" y="885"/>
                    <a:pt x="755" y="885"/>
                    <a:pt x="755" y="885"/>
                  </a:cubicBezTo>
                  <a:cubicBezTo>
                    <a:pt x="704" y="881"/>
                    <a:pt x="704" y="881"/>
                    <a:pt x="704" y="881"/>
                  </a:cubicBezTo>
                  <a:lnTo>
                    <a:pt x="698" y="969"/>
                  </a:lnTo>
                  <a:close/>
                  <a:moveTo>
                    <a:pt x="840" y="921"/>
                  </a:moveTo>
                  <a:cubicBezTo>
                    <a:pt x="836" y="920"/>
                    <a:pt x="831" y="918"/>
                    <a:pt x="823" y="916"/>
                  </a:cubicBezTo>
                  <a:cubicBezTo>
                    <a:pt x="816" y="915"/>
                    <a:pt x="811" y="913"/>
                    <a:pt x="809" y="911"/>
                  </a:cubicBezTo>
                  <a:cubicBezTo>
                    <a:pt x="808" y="910"/>
                    <a:pt x="807" y="908"/>
                    <a:pt x="807" y="906"/>
                  </a:cubicBezTo>
                  <a:cubicBezTo>
                    <a:pt x="807" y="904"/>
                    <a:pt x="807" y="902"/>
                    <a:pt x="809" y="900"/>
                  </a:cubicBezTo>
                  <a:cubicBezTo>
                    <a:pt x="811" y="898"/>
                    <a:pt x="815" y="897"/>
                    <a:pt x="819" y="897"/>
                  </a:cubicBezTo>
                  <a:cubicBezTo>
                    <a:pt x="823" y="896"/>
                    <a:pt x="826" y="897"/>
                    <a:pt x="829" y="899"/>
                  </a:cubicBezTo>
                  <a:cubicBezTo>
                    <a:pt x="831" y="901"/>
                    <a:pt x="832" y="904"/>
                    <a:pt x="833" y="908"/>
                  </a:cubicBezTo>
                  <a:cubicBezTo>
                    <a:pt x="848" y="907"/>
                    <a:pt x="848" y="907"/>
                    <a:pt x="848" y="907"/>
                  </a:cubicBezTo>
                  <a:cubicBezTo>
                    <a:pt x="848" y="899"/>
                    <a:pt x="845" y="892"/>
                    <a:pt x="840" y="888"/>
                  </a:cubicBezTo>
                  <a:cubicBezTo>
                    <a:pt x="835" y="883"/>
                    <a:pt x="827" y="881"/>
                    <a:pt x="818" y="882"/>
                  </a:cubicBezTo>
                  <a:cubicBezTo>
                    <a:pt x="812" y="882"/>
                    <a:pt x="808" y="884"/>
                    <a:pt x="804" y="886"/>
                  </a:cubicBezTo>
                  <a:cubicBezTo>
                    <a:pt x="800" y="888"/>
                    <a:pt x="797" y="891"/>
                    <a:pt x="795" y="895"/>
                  </a:cubicBezTo>
                  <a:cubicBezTo>
                    <a:pt x="793" y="899"/>
                    <a:pt x="792" y="904"/>
                    <a:pt x="792" y="908"/>
                  </a:cubicBezTo>
                  <a:cubicBezTo>
                    <a:pt x="793" y="915"/>
                    <a:pt x="795" y="921"/>
                    <a:pt x="800" y="925"/>
                  </a:cubicBezTo>
                  <a:cubicBezTo>
                    <a:pt x="804" y="929"/>
                    <a:pt x="810" y="931"/>
                    <a:pt x="818" y="933"/>
                  </a:cubicBezTo>
                  <a:cubicBezTo>
                    <a:pt x="824" y="934"/>
                    <a:pt x="828" y="935"/>
                    <a:pt x="830" y="936"/>
                  </a:cubicBezTo>
                  <a:cubicBezTo>
                    <a:pt x="833" y="937"/>
                    <a:pt x="835" y="938"/>
                    <a:pt x="836" y="940"/>
                  </a:cubicBezTo>
                  <a:cubicBezTo>
                    <a:pt x="837" y="941"/>
                    <a:pt x="838" y="943"/>
                    <a:pt x="838" y="945"/>
                  </a:cubicBezTo>
                  <a:cubicBezTo>
                    <a:pt x="838" y="948"/>
                    <a:pt x="837" y="951"/>
                    <a:pt x="834" y="954"/>
                  </a:cubicBezTo>
                  <a:cubicBezTo>
                    <a:pt x="832" y="956"/>
                    <a:pt x="829" y="958"/>
                    <a:pt x="824" y="958"/>
                  </a:cubicBezTo>
                  <a:cubicBezTo>
                    <a:pt x="819" y="958"/>
                    <a:pt x="815" y="957"/>
                    <a:pt x="813" y="954"/>
                  </a:cubicBezTo>
                  <a:cubicBezTo>
                    <a:pt x="810" y="952"/>
                    <a:pt x="808" y="948"/>
                    <a:pt x="806" y="942"/>
                  </a:cubicBezTo>
                  <a:cubicBezTo>
                    <a:pt x="792" y="944"/>
                    <a:pt x="792" y="944"/>
                    <a:pt x="792" y="944"/>
                  </a:cubicBezTo>
                  <a:cubicBezTo>
                    <a:pt x="793" y="954"/>
                    <a:pt x="797" y="961"/>
                    <a:pt x="802" y="966"/>
                  </a:cubicBezTo>
                  <a:cubicBezTo>
                    <a:pt x="808" y="971"/>
                    <a:pt x="815" y="973"/>
                    <a:pt x="824" y="973"/>
                  </a:cubicBezTo>
                  <a:cubicBezTo>
                    <a:pt x="831" y="972"/>
                    <a:pt x="836" y="971"/>
                    <a:pt x="841" y="969"/>
                  </a:cubicBezTo>
                  <a:cubicBezTo>
                    <a:pt x="845" y="966"/>
                    <a:pt x="848" y="963"/>
                    <a:pt x="850" y="958"/>
                  </a:cubicBezTo>
                  <a:cubicBezTo>
                    <a:pt x="852" y="954"/>
                    <a:pt x="853" y="949"/>
                    <a:pt x="853" y="944"/>
                  </a:cubicBezTo>
                  <a:cubicBezTo>
                    <a:pt x="852" y="938"/>
                    <a:pt x="851" y="934"/>
                    <a:pt x="849" y="930"/>
                  </a:cubicBezTo>
                  <a:cubicBezTo>
                    <a:pt x="847" y="926"/>
                    <a:pt x="844" y="924"/>
                    <a:pt x="840" y="921"/>
                  </a:cubicBezTo>
                  <a:close/>
                  <a:moveTo>
                    <a:pt x="910" y="943"/>
                  </a:moveTo>
                  <a:cubicBezTo>
                    <a:pt x="908" y="946"/>
                    <a:pt x="905" y="948"/>
                    <a:pt x="901" y="949"/>
                  </a:cubicBezTo>
                  <a:cubicBezTo>
                    <a:pt x="896" y="950"/>
                    <a:pt x="891" y="948"/>
                    <a:pt x="887" y="944"/>
                  </a:cubicBezTo>
                  <a:cubicBezTo>
                    <a:pt x="883" y="940"/>
                    <a:pt x="880" y="932"/>
                    <a:pt x="878" y="921"/>
                  </a:cubicBezTo>
                  <a:cubicBezTo>
                    <a:pt x="876" y="911"/>
                    <a:pt x="877" y="903"/>
                    <a:pt x="879" y="898"/>
                  </a:cubicBezTo>
                  <a:cubicBezTo>
                    <a:pt x="882" y="893"/>
                    <a:pt x="886" y="890"/>
                    <a:pt x="892" y="889"/>
                  </a:cubicBezTo>
                  <a:cubicBezTo>
                    <a:pt x="896" y="888"/>
                    <a:pt x="899" y="889"/>
                    <a:pt x="902" y="891"/>
                  </a:cubicBezTo>
                  <a:cubicBezTo>
                    <a:pt x="905" y="893"/>
                    <a:pt x="908" y="897"/>
                    <a:pt x="909" y="901"/>
                  </a:cubicBezTo>
                  <a:cubicBezTo>
                    <a:pt x="923" y="895"/>
                    <a:pt x="923" y="895"/>
                    <a:pt x="923" y="895"/>
                  </a:cubicBezTo>
                  <a:cubicBezTo>
                    <a:pt x="921" y="888"/>
                    <a:pt x="917" y="883"/>
                    <a:pt x="913" y="880"/>
                  </a:cubicBezTo>
                  <a:cubicBezTo>
                    <a:pt x="907" y="874"/>
                    <a:pt x="899" y="872"/>
                    <a:pt x="890" y="874"/>
                  </a:cubicBezTo>
                  <a:cubicBezTo>
                    <a:pt x="879" y="876"/>
                    <a:pt x="872" y="881"/>
                    <a:pt x="867" y="890"/>
                  </a:cubicBezTo>
                  <a:cubicBezTo>
                    <a:pt x="862" y="899"/>
                    <a:pt x="860" y="911"/>
                    <a:pt x="863" y="925"/>
                  </a:cubicBezTo>
                  <a:cubicBezTo>
                    <a:pt x="865" y="939"/>
                    <a:pt x="870" y="949"/>
                    <a:pt x="877" y="956"/>
                  </a:cubicBezTo>
                  <a:cubicBezTo>
                    <a:pt x="885" y="963"/>
                    <a:pt x="894" y="965"/>
                    <a:pt x="904" y="964"/>
                  </a:cubicBezTo>
                  <a:cubicBezTo>
                    <a:pt x="911" y="962"/>
                    <a:pt x="918" y="959"/>
                    <a:pt x="922" y="954"/>
                  </a:cubicBezTo>
                  <a:cubicBezTo>
                    <a:pt x="926" y="948"/>
                    <a:pt x="929" y="941"/>
                    <a:pt x="930" y="931"/>
                  </a:cubicBezTo>
                  <a:cubicBezTo>
                    <a:pt x="914" y="928"/>
                    <a:pt x="914" y="928"/>
                    <a:pt x="914" y="928"/>
                  </a:cubicBezTo>
                  <a:cubicBezTo>
                    <a:pt x="914" y="934"/>
                    <a:pt x="913" y="939"/>
                    <a:pt x="910" y="943"/>
                  </a:cubicBezTo>
                  <a:close/>
                  <a:moveTo>
                    <a:pt x="929" y="868"/>
                  </a:moveTo>
                  <a:cubicBezTo>
                    <a:pt x="950" y="953"/>
                    <a:pt x="950" y="953"/>
                    <a:pt x="950" y="953"/>
                  </a:cubicBezTo>
                  <a:cubicBezTo>
                    <a:pt x="965" y="950"/>
                    <a:pt x="965" y="950"/>
                    <a:pt x="965" y="950"/>
                  </a:cubicBezTo>
                  <a:cubicBezTo>
                    <a:pt x="944" y="864"/>
                    <a:pt x="944" y="864"/>
                    <a:pt x="944" y="864"/>
                  </a:cubicBezTo>
                  <a:lnTo>
                    <a:pt x="929" y="868"/>
                  </a:lnTo>
                  <a:close/>
                  <a:moveTo>
                    <a:pt x="992" y="927"/>
                  </a:moveTo>
                  <a:cubicBezTo>
                    <a:pt x="985" y="904"/>
                    <a:pt x="985" y="904"/>
                    <a:pt x="985" y="904"/>
                  </a:cubicBezTo>
                  <a:cubicBezTo>
                    <a:pt x="1021" y="893"/>
                    <a:pt x="1021" y="893"/>
                    <a:pt x="1021" y="893"/>
                  </a:cubicBezTo>
                  <a:cubicBezTo>
                    <a:pt x="1016" y="879"/>
                    <a:pt x="1016" y="879"/>
                    <a:pt x="1016" y="879"/>
                  </a:cubicBezTo>
                  <a:cubicBezTo>
                    <a:pt x="980" y="890"/>
                    <a:pt x="980" y="890"/>
                    <a:pt x="980" y="890"/>
                  </a:cubicBezTo>
                  <a:cubicBezTo>
                    <a:pt x="975" y="871"/>
                    <a:pt x="975" y="871"/>
                    <a:pt x="975" y="871"/>
                  </a:cubicBezTo>
                  <a:cubicBezTo>
                    <a:pt x="1013" y="859"/>
                    <a:pt x="1013" y="859"/>
                    <a:pt x="1013" y="859"/>
                  </a:cubicBezTo>
                  <a:cubicBezTo>
                    <a:pt x="1009" y="845"/>
                    <a:pt x="1009" y="845"/>
                    <a:pt x="1009" y="845"/>
                  </a:cubicBezTo>
                  <a:cubicBezTo>
                    <a:pt x="956" y="862"/>
                    <a:pt x="956" y="862"/>
                    <a:pt x="956" y="862"/>
                  </a:cubicBezTo>
                  <a:cubicBezTo>
                    <a:pt x="982" y="946"/>
                    <a:pt x="982" y="946"/>
                    <a:pt x="982" y="946"/>
                  </a:cubicBezTo>
                  <a:cubicBezTo>
                    <a:pt x="1036" y="929"/>
                    <a:pt x="1036" y="929"/>
                    <a:pt x="1036" y="929"/>
                  </a:cubicBezTo>
                  <a:cubicBezTo>
                    <a:pt x="1032" y="915"/>
                    <a:pt x="1032" y="915"/>
                    <a:pt x="1032" y="915"/>
                  </a:cubicBezTo>
                  <a:lnTo>
                    <a:pt x="992" y="927"/>
                  </a:lnTo>
                  <a:close/>
                  <a:moveTo>
                    <a:pt x="1061" y="824"/>
                  </a:moveTo>
                  <a:cubicBezTo>
                    <a:pt x="1084" y="878"/>
                    <a:pt x="1084" y="878"/>
                    <a:pt x="1084" y="878"/>
                  </a:cubicBezTo>
                  <a:cubicBezTo>
                    <a:pt x="1032" y="836"/>
                    <a:pt x="1032" y="836"/>
                    <a:pt x="1032" y="836"/>
                  </a:cubicBezTo>
                  <a:cubicBezTo>
                    <a:pt x="1019" y="841"/>
                    <a:pt x="1019" y="841"/>
                    <a:pt x="1019" y="841"/>
                  </a:cubicBezTo>
                  <a:cubicBezTo>
                    <a:pt x="1053" y="922"/>
                    <a:pt x="1053" y="922"/>
                    <a:pt x="1053" y="922"/>
                  </a:cubicBezTo>
                  <a:cubicBezTo>
                    <a:pt x="1066" y="917"/>
                    <a:pt x="1066" y="917"/>
                    <a:pt x="1066" y="917"/>
                  </a:cubicBezTo>
                  <a:cubicBezTo>
                    <a:pt x="1044" y="864"/>
                    <a:pt x="1044" y="864"/>
                    <a:pt x="1044" y="864"/>
                  </a:cubicBezTo>
                  <a:cubicBezTo>
                    <a:pt x="1094" y="905"/>
                    <a:pt x="1094" y="905"/>
                    <a:pt x="1094" y="905"/>
                  </a:cubicBezTo>
                  <a:cubicBezTo>
                    <a:pt x="1108" y="899"/>
                    <a:pt x="1108" y="899"/>
                    <a:pt x="1108" y="899"/>
                  </a:cubicBezTo>
                  <a:cubicBezTo>
                    <a:pt x="1074" y="818"/>
                    <a:pt x="1074" y="818"/>
                    <a:pt x="1074" y="818"/>
                  </a:cubicBezTo>
                  <a:lnTo>
                    <a:pt x="1061" y="824"/>
                  </a:lnTo>
                  <a:close/>
                  <a:moveTo>
                    <a:pt x="1153" y="838"/>
                  </a:moveTo>
                  <a:cubicBezTo>
                    <a:pt x="1155" y="845"/>
                    <a:pt x="1156" y="850"/>
                    <a:pt x="1155" y="854"/>
                  </a:cubicBezTo>
                  <a:cubicBezTo>
                    <a:pt x="1154" y="858"/>
                    <a:pt x="1152" y="861"/>
                    <a:pt x="1148" y="863"/>
                  </a:cubicBezTo>
                  <a:cubicBezTo>
                    <a:pt x="1143" y="865"/>
                    <a:pt x="1138" y="865"/>
                    <a:pt x="1133" y="863"/>
                  </a:cubicBezTo>
                  <a:cubicBezTo>
                    <a:pt x="1128" y="860"/>
                    <a:pt x="1122" y="854"/>
                    <a:pt x="1117" y="845"/>
                  </a:cubicBezTo>
                  <a:cubicBezTo>
                    <a:pt x="1112" y="835"/>
                    <a:pt x="1110" y="828"/>
                    <a:pt x="1110" y="822"/>
                  </a:cubicBezTo>
                  <a:cubicBezTo>
                    <a:pt x="1111" y="816"/>
                    <a:pt x="1114" y="812"/>
                    <a:pt x="1119" y="809"/>
                  </a:cubicBezTo>
                  <a:cubicBezTo>
                    <a:pt x="1122" y="807"/>
                    <a:pt x="1126" y="807"/>
                    <a:pt x="1130" y="808"/>
                  </a:cubicBezTo>
                  <a:cubicBezTo>
                    <a:pt x="1133" y="809"/>
                    <a:pt x="1137" y="811"/>
                    <a:pt x="1140" y="815"/>
                  </a:cubicBezTo>
                  <a:cubicBezTo>
                    <a:pt x="1151" y="804"/>
                    <a:pt x="1151" y="804"/>
                    <a:pt x="1151" y="804"/>
                  </a:cubicBezTo>
                  <a:cubicBezTo>
                    <a:pt x="1146" y="798"/>
                    <a:pt x="1141" y="795"/>
                    <a:pt x="1136" y="793"/>
                  </a:cubicBezTo>
                  <a:cubicBezTo>
                    <a:pt x="1128" y="791"/>
                    <a:pt x="1120" y="791"/>
                    <a:pt x="1112" y="796"/>
                  </a:cubicBezTo>
                  <a:cubicBezTo>
                    <a:pt x="1103" y="801"/>
                    <a:pt x="1098" y="809"/>
                    <a:pt x="1096" y="819"/>
                  </a:cubicBezTo>
                  <a:cubicBezTo>
                    <a:pt x="1094" y="829"/>
                    <a:pt x="1097" y="840"/>
                    <a:pt x="1104" y="853"/>
                  </a:cubicBezTo>
                  <a:cubicBezTo>
                    <a:pt x="1111" y="865"/>
                    <a:pt x="1119" y="873"/>
                    <a:pt x="1128" y="877"/>
                  </a:cubicBezTo>
                  <a:cubicBezTo>
                    <a:pt x="1138" y="881"/>
                    <a:pt x="1147" y="881"/>
                    <a:pt x="1155" y="876"/>
                  </a:cubicBezTo>
                  <a:cubicBezTo>
                    <a:pt x="1163" y="872"/>
                    <a:pt x="1167" y="867"/>
                    <a:pt x="1169" y="860"/>
                  </a:cubicBezTo>
                  <a:cubicBezTo>
                    <a:pt x="1172" y="853"/>
                    <a:pt x="1172" y="845"/>
                    <a:pt x="1169" y="836"/>
                  </a:cubicBezTo>
                  <a:lnTo>
                    <a:pt x="1153" y="838"/>
                  </a:lnTo>
                  <a:close/>
                  <a:moveTo>
                    <a:pt x="1201" y="829"/>
                  </a:moveTo>
                  <a:cubicBezTo>
                    <a:pt x="1188" y="809"/>
                    <a:pt x="1188" y="809"/>
                    <a:pt x="1188" y="809"/>
                  </a:cubicBezTo>
                  <a:cubicBezTo>
                    <a:pt x="1218" y="788"/>
                    <a:pt x="1218" y="788"/>
                    <a:pt x="1218" y="788"/>
                  </a:cubicBezTo>
                  <a:cubicBezTo>
                    <a:pt x="1210" y="775"/>
                    <a:pt x="1210" y="775"/>
                    <a:pt x="1210" y="775"/>
                  </a:cubicBezTo>
                  <a:cubicBezTo>
                    <a:pt x="1179" y="797"/>
                    <a:pt x="1179" y="797"/>
                    <a:pt x="1179" y="797"/>
                  </a:cubicBezTo>
                  <a:cubicBezTo>
                    <a:pt x="1168" y="781"/>
                    <a:pt x="1168" y="781"/>
                    <a:pt x="1168" y="781"/>
                  </a:cubicBezTo>
                  <a:cubicBezTo>
                    <a:pt x="1201" y="758"/>
                    <a:pt x="1201" y="758"/>
                    <a:pt x="1201" y="758"/>
                  </a:cubicBezTo>
                  <a:cubicBezTo>
                    <a:pt x="1193" y="746"/>
                    <a:pt x="1193" y="746"/>
                    <a:pt x="1193" y="746"/>
                  </a:cubicBezTo>
                  <a:cubicBezTo>
                    <a:pt x="1147" y="777"/>
                    <a:pt x="1147" y="777"/>
                    <a:pt x="1147" y="777"/>
                  </a:cubicBezTo>
                  <a:cubicBezTo>
                    <a:pt x="1197" y="849"/>
                    <a:pt x="1197" y="849"/>
                    <a:pt x="1197" y="849"/>
                  </a:cubicBezTo>
                  <a:cubicBezTo>
                    <a:pt x="1244" y="817"/>
                    <a:pt x="1244" y="817"/>
                    <a:pt x="1244" y="817"/>
                  </a:cubicBezTo>
                  <a:cubicBezTo>
                    <a:pt x="1236" y="805"/>
                    <a:pt x="1236" y="805"/>
                    <a:pt x="1236" y="805"/>
                  </a:cubicBezTo>
                  <a:lnTo>
                    <a:pt x="1201" y="829"/>
                  </a:lnTo>
                  <a:close/>
                  <a:moveTo>
                    <a:pt x="1324" y="733"/>
                  </a:moveTo>
                  <a:cubicBezTo>
                    <a:pt x="1326" y="749"/>
                    <a:pt x="1326" y="749"/>
                    <a:pt x="1326" y="749"/>
                  </a:cubicBezTo>
                  <a:cubicBezTo>
                    <a:pt x="1321" y="750"/>
                    <a:pt x="1316" y="750"/>
                    <a:pt x="1310" y="750"/>
                  </a:cubicBezTo>
                  <a:cubicBezTo>
                    <a:pt x="1310" y="754"/>
                    <a:pt x="1310" y="758"/>
                    <a:pt x="1308" y="762"/>
                  </a:cubicBezTo>
                  <a:cubicBezTo>
                    <a:pt x="1307" y="765"/>
                    <a:pt x="1304" y="768"/>
                    <a:pt x="1301" y="771"/>
                  </a:cubicBezTo>
                  <a:cubicBezTo>
                    <a:pt x="1294" y="778"/>
                    <a:pt x="1287" y="780"/>
                    <a:pt x="1279" y="779"/>
                  </a:cubicBezTo>
                  <a:cubicBezTo>
                    <a:pt x="1273" y="778"/>
                    <a:pt x="1268" y="775"/>
                    <a:pt x="1264" y="771"/>
                  </a:cubicBezTo>
                  <a:cubicBezTo>
                    <a:pt x="1260" y="766"/>
                    <a:pt x="1258" y="762"/>
                    <a:pt x="1257" y="757"/>
                  </a:cubicBezTo>
                  <a:cubicBezTo>
                    <a:pt x="1256" y="751"/>
                    <a:pt x="1256" y="746"/>
                    <a:pt x="1258" y="739"/>
                  </a:cubicBezTo>
                  <a:cubicBezTo>
                    <a:pt x="1254" y="738"/>
                    <a:pt x="1250" y="737"/>
                    <a:pt x="1247" y="736"/>
                  </a:cubicBezTo>
                  <a:cubicBezTo>
                    <a:pt x="1244" y="734"/>
                    <a:pt x="1241" y="732"/>
                    <a:pt x="1239" y="730"/>
                  </a:cubicBezTo>
                  <a:cubicBezTo>
                    <a:pt x="1236" y="726"/>
                    <a:pt x="1234" y="722"/>
                    <a:pt x="1234" y="717"/>
                  </a:cubicBezTo>
                  <a:cubicBezTo>
                    <a:pt x="1234" y="711"/>
                    <a:pt x="1237" y="707"/>
                    <a:pt x="1242" y="702"/>
                  </a:cubicBezTo>
                  <a:cubicBezTo>
                    <a:pt x="1246" y="698"/>
                    <a:pt x="1251" y="696"/>
                    <a:pt x="1257" y="696"/>
                  </a:cubicBezTo>
                  <a:cubicBezTo>
                    <a:pt x="1262" y="696"/>
                    <a:pt x="1267" y="699"/>
                    <a:pt x="1270" y="703"/>
                  </a:cubicBezTo>
                  <a:cubicBezTo>
                    <a:pt x="1273" y="705"/>
                    <a:pt x="1275" y="709"/>
                    <a:pt x="1275" y="712"/>
                  </a:cubicBezTo>
                  <a:cubicBezTo>
                    <a:pt x="1276" y="716"/>
                    <a:pt x="1276" y="721"/>
                    <a:pt x="1275" y="727"/>
                  </a:cubicBezTo>
                  <a:cubicBezTo>
                    <a:pt x="1293" y="732"/>
                    <a:pt x="1293" y="732"/>
                    <a:pt x="1293" y="732"/>
                  </a:cubicBezTo>
                  <a:cubicBezTo>
                    <a:pt x="1292" y="730"/>
                    <a:pt x="1291" y="726"/>
                    <a:pt x="1289" y="723"/>
                  </a:cubicBezTo>
                  <a:cubicBezTo>
                    <a:pt x="1301" y="717"/>
                    <a:pt x="1301" y="717"/>
                    <a:pt x="1301" y="717"/>
                  </a:cubicBezTo>
                  <a:cubicBezTo>
                    <a:pt x="1303" y="721"/>
                    <a:pt x="1305" y="725"/>
                    <a:pt x="1306" y="727"/>
                  </a:cubicBezTo>
                  <a:cubicBezTo>
                    <a:pt x="1307" y="730"/>
                    <a:pt x="1308" y="732"/>
                    <a:pt x="1308" y="734"/>
                  </a:cubicBezTo>
                  <a:cubicBezTo>
                    <a:pt x="1311" y="734"/>
                    <a:pt x="1314" y="734"/>
                    <a:pt x="1317" y="734"/>
                  </a:cubicBezTo>
                  <a:cubicBezTo>
                    <a:pt x="1320" y="734"/>
                    <a:pt x="1322" y="734"/>
                    <a:pt x="1324" y="733"/>
                  </a:cubicBezTo>
                  <a:close/>
                  <a:moveTo>
                    <a:pt x="1263" y="720"/>
                  </a:moveTo>
                  <a:cubicBezTo>
                    <a:pt x="1263" y="716"/>
                    <a:pt x="1263" y="713"/>
                    <a:pt x="1261" y="711"/>
                  </a:cubicBezTo>
                  <a:cubicBezTo>
                    <a:pt x="1259" y="709"/>
                    <a:pt x="1258" y="709"/>
                    <a:pt x="1256" y="708"/>
                  </a:cubicBezTo>
                  <a:cubicBezTo>
                    <a:pt x="1254" y="708"/>
                    <a:pt x="1252" y="709"/>
                    <a:pt x="1250" y="711"/>
                  </a:cubicBezTo>
                  <a:cubicBezTo>
                    <a:pt x="1248" y="712"/>
                    <a:pt x="1247" y="714"/>
                    <a:pt x="1247" y="716"/>
                  </a:cubicBezTo>
                  <a:cubicBezTo>
                    <a:pt x="1247" y="718"/>
                    <a:pt x="1248" y="719"/>
                    <a:pt x="1249" y="720"/>
                  </a:cubicBezTo>
                  <a:cubicBezTo>
                    <a:pt x="1251" y="722"/>
                    <a:pt x="1253" y="723"/>
                    <a:pt x="1257" y="724"/>
                  </a:cubicBezTo>
                  <a:cubicBezTo>
                    <a:pt x="1263" y="725"/>
                    <a:pt x="1263" y="725"/>
                    <a:pt x="1263" y="725"/>
                  </a:cubicBezTo>
                  <a:lnTo>
                    <a:pt x="1263" y="720"/>
                  </a:lnTo>
                  <a:close/>
                  <a:moveTo>
                    <a:pt x="1296" y="748"/>
                  </a:moveTo>
                  <a:cubicBezTo>
                    <a:pt x="1271" y="742"/>
                    <a:pt x="1271" y="742"/>
                    <a:pt x="1271" y="742"/>
                  </a:cubicBezTo>
                  <a:cubicBezTo>
                    <a:pt x="1270" y="746"/>
                    <a:pt x="1270" y="749"/>
                    <a:pt x="1270" y="752"/>
                  </a:cubicBezTo>
                  <a:cubicBezTo>
                    <a:pt x="1271" y="756"/>
                    <a:pt x="1272" y="758"/>
                    <a:pt x="1274" y="760"/>
                  </a:cubicBezTo>
                  <a:cubicBezTo>
                    <a:pt x="1277" y="763"/>
                    <a:pt x="1279" y="764"/>
                    <a:pt x="1282" y="765"/>
                  </a:cubicBezTo>
                  <a:cubicBezTo>
                    <a:pt x="1286" y="765"/>
                    <a:pt x="1288" y="764"/>
                    <a:pt x="1291" y="762"/>
                  </a:cubicBezTo>
                  <a:cubicBezTo>
                    <a:pt x="1292" y="760"/>
                    <a:pt x="1294" y="758"/>
                    <a:pt x="1294" y="756"/>
                  </a:cubicBezTo>
                  <a:cubicBezTo>
                    <a:pt x="1295" y="754"/>
                    <a:pt x="1296" y="751"/>
                    <a:pt x="1296" y="748"/>
                  </a:cubicBezTo>
                  <a:close/>
                  <a:moveTo>
                    <a:pt x="1340" y="620"/>
                  </a:moveTo>
                  <a:cubicBezTo>
                    <a:pt x="1328" y="610"/>
                    <a:pt x="1328" y="610"/>
                    <a:pt x="1328" y="610"/>
                  </a:cubicBezTo>
                  <a:cubicBezTo>
                    <a:pt x="1290" y="656"/>
                    <a:pt x="1290" y="656"/>
                    <a:pt x="1290" y="656"/>
                  </a:cubicBezTo>
                  <a:cubicBezTo>
                    <a:pt x="1302" y="665"/>
                    <a:pt x="1302" y="665"/>
                    <a:pt x="1302" y="665"/>
                  </a:cubicBezTo>
                  <a:cubicBezTo>
                    <a:pt x="1316" y="648"/>
                    <a:pt x="1316" y="648"/>
                    <a:pt x="1316" y="648"/>
                  </a:cubicBezTo>
                  <a:cubicBezTo>
                    <a:pt x="1372" y="695"/>
                    <a:pt x="1372" y="695"/>
                    <a:pt x="1372" y="695"/>
                  </a:cubicBezTo>
                  <a:cubicBezTo>
                    <a:pt x="1382" y="683"/>
                    <a:pt x="1382" y="683"/>
                    <a:pt x="1382" y="683"/>
                  </a:cubicBezTo>
                  <a:cubicBezTo>
                    <a:pt x="1325" y="637"/>
                    <a:pt x="1325" y="637"/>
                    <a:pt x="1325" y="637"/>
                  </a:cubicBezTo>
                  <a:lnTo>
                    <a:pt x="1340" y="620"/>
                  </a:lnTo>
                  <a:close/>
                  <a:moveTo>
                    <a:pt x="1401" y="633"/>
                  </a:moveTo>
                  <a:cubicBezTo>
                    <a:pt x="1381" y="620"/>
                    <a:pt x="1381" y="620"/>
                    <a:pt x="1381" y="620"/>
                  </a:cubicBezTo>
                  <a:cubicBezTo>
                    <a:pt x="1402" y="589"/>
                    <a:pt x="1402" y="589"/>
                    <a:pt x="1402" y="589"/>
                  </a:cubicBezTo>
                  <a:cubicBezTo>
                    <a:pt x="1390" y="581"/>
                    <a:pt x="1390" y="581"/>
                    <a:pt x="1390" y="581"/>
                  </a:cubicBezTo>
                  <a:cubicBezTo>
                    <a:pt x="1369" y="612"/>
                    <a:pt x="1369" y="612"/>
                    <a:pt x="1369" y="612"/>
                  </a:cubicBezTo>
                  <a:cubicBezTo>
                    <a:pt x="1353" y="601"/>
                    <a:pt x="1353" y="601"/>
                    <a:pt x="1353" y="601"/>
                  </a:cubicBezTo>
                  <a:cubicBezTo>
                    <a:pt x="1375" y="567"/>
                    <a:pt x="1375" y="567"/>
                    <a:pt x="1375" y="567"/>
                  </a:cubicBezTo>
                  <a:cubicBezTo>
                    <a:pt x="1363" y="559"/>
                    <a:pt x="1363" y="559"/>
                    <a:pt x="1363" y="559"/>
                  </a:cubicBezTo>
                  <a:cubicBezTo>
                    <a:pt x="1332" y="605"/>
                    <a:pt x="1332" y="605"/>
                    <a:pt x="1332" y="605"/>
                  </a:cubicBezTo>
                  <a:cubicBezTo>
                    <a:pt x="1405" y="654"/>
                    <a:pt x="1405" y="654"/>
                    <a:pt x="1405" y="654"/>
                  </a:cubicBezTo>
                  <a:cubicBezTo>
                    <a:pt x="1437" y="607"/>
                    <a:pt x="1437" y="607"/>
                    <a:pt x="1437" y="607"/>
                  </a:cubicBezTo>
                  <a:cubicBezTo>
                    <a:pt x="1424" y="599"/>
                    <a:pt x="1424" y="599"/>
                    <a:pt x="1424" y="599"/>
                  </a:cubicBezTo>
                  <a:lnTo>
                    <a:pt x="1401" y="633"/>
                  </a:lnTo>
                  <a:close/>
                  <a:moveTo>
                    <a:pt x="1452" y="524"/>
                  </a:moveTo>
                  <a:cubicBezTo>
                    <a:pt x="1440" y="534"/>
                    <a:pt x="1440" y="534"/>
                    <a:pt x="1440" y="534"/>
                  </a:cubicBezTo>
                  <a:cubicBezTo>
                    <a:pt x="1445" y="538"/>
                    <a:pt x="1449" y="542"/>
                    <a:pt x="1450" y="546"/>
                  </a:cubicBezTo>
                  <a:cubicBezTo>
                    <a:pt x="1451" y="550"/>
                    <a:pt x="1451" y="554"/>
                    <a:pt x="1449" y="558"/>
                  </a:cubicBezTo>
                  <a:cubicBezTo>
                    <a:pt x="1446" y="562"/>
                    <a:pt x="1442" y="565"/>
                    <a:pt x="1436" y="566"/>
                  </a:cubicBezTo>
                  <a:cubicBezTo>
                    <a:pt x="1431" y="567"/>
                    <a:pt x="1423" y="564"/>
                    <a:pt x="1413" y="559"/>
                  </a:cubicBezTo>
                  <a:cubicBezTo>
                    <a:pt x="1404" y="554"/>
                    <a:pt x="1398" y="549"/>
                    <a:pt x="1396" y="544"/>
                  </a:cubicBezTo>
                  <a:cubicBezTo>
                    <a:pt x="1393" y="538"/>
                    <a:pt x="1393" y="533"/>
                    <a:pt x="1396" y="529"/>
                  </a:cubicBezTo>
                  <a:cubicBezTo>
                    <a:pt x="1398" y="525"/>
                    <a:pt x="1400" y="523"/>
                    <a:pt x="1404" y="521"/>
                  </a:cubicBezTo>
                  <a:cubicBezTo>
                    <a:pt x="1408" y="520"/>
                    <a:pt x="1412" y="520"/>
                    <a:pt x="1416" y="522"/>
                  </a:cubicBezTo>
                  <a:cubicBezTo>
                    <a:pt x="1420" y="507"/>
                    <a:pt x="1420" y="507"/>
                    <a:pt x="1420" y="507"/>
                  </a:cubicBezTo>
                  <a:cubicBezTo>
                    <a:pt x="1413" y="505"/>
                    <a:pt x="1407" y="504"/>
                    <a:pt x="1402" y="506"/>
                  </a:cubicBezTo>
                  <a:cubicBezTo>
                    <a:pt x="1393" y="508"/>
                    <a:pt x="1387" y="513"/>
                    <a:pt x="1383" y="521"/>
                  </a:cubicBezTo>
                  <a:cubicBezTo>
                    <a:pt x="1378" y="530"/>
                    <a:pt x="1377" y="539"/>
                    <a:pt x="1381" y="549"/>
                  </a:cubicBezTo>
                  <a:cubicBezTo>
                    <a:pt x="1385" y="558"/>
                    <a:pt x="1394" y="567"/>
                    <a:pt x="1407" y="574"/>
                  </a:cubicBezTo>
                  <a:cubicBezTo>
                    <a:pt x="1419" y="580"/>
                    <a:pt x="1430" y="582"/>
                    <a:pt x="1440" y="581"/>
                  </a:cubicBezTo>
                  <a:cubicBezTo>
                    <a:pt x="1450" y="579"/>
                    <a:pt x="1458" y="574"/>
                    <a:pt x="1462" y="565"/>
                  </a:cubicBezTo>
                  <a:cubicBezTo>
                    <a:pt x="1466" y="558"/>
                    <a:pt x="1467" y="551"/>
                    <a:pt x="1466" y="544"/>
                  </a:cubicBezTo>
                  <a:cubicBezTo>
                    <a:pt x="1464" y="537"/>
                    <a:pt x="1459" y="530"/>
                    <a:pt x="1452" y="524"/>
                  </a:cubicBezTo>
                  <a:close/>
                  <a:moveTo>
                    <a:pt x="1419" y="445"/>
                  </a:moveTo>
                  <a:cubicBezTo>
                    <a:pt x="1451" y="458"/>
                    <a:pt x="1451" y="458"/>
                    <a:pt x="1451" y="458"/>
                  </a:cubicBezTo>
                  <a:cubicBezTo>
                    <a:pt x="1440" y="486"/>
                    <a:pt x="1440" y="486"/>
                    <a:pt x="1440" y="486"/>
                  </a:cubicBezTo>
                  <a:cubicBezTo>
                    <a:pt x="1408" y="472"/>
                    <a:pt x="1408" y="472"/>
                    <a:pt x="1408" y="472"/>
                  </a:cubicBezTo>
                  <a:cubicBezTo>
                    <a:pt x="1402" y="486"/>
                    <a:pt x="1402" y="486"/>
                    <a:pt x="1402" y="486"/>
                  </a:cubicBezTo>
                  <a:cubicBezTo>
                    <a:pt x="1484" y="520"/>
                    <a:pt x="1484" y="520"/>
                    <a:pt x="1484" y="520"/>
                  </a:cubicBezTo>
                  <a:cubicBezTo>
                    <a:pt x="1489" y="506"/>
                    <a:pt x="1489" y="506"/>
                    <a:pt x="1489" y="506"/>
                  </a:cubicBezTo>
                  <a:cubicBezTo>
                    <a:pt x="1454" y="491"/>
                    <a:pt x="1454" y="491"/>
                    <a:pt x="1454" y="491"/>
                  </a:cubicBezTo>
                  <a:cubicBezTo>
                    <a:pt x="1465" y="464"/>
                    <a:pt x="1465" y="464"/>
                    <a:pt x="1465" y="464"/>
                  </a:cubicBezTo>
                  <a:cubicBezTo>
                    <a:pt x="1501" y="479"/>
                    <a:pt x="1501" y="479"/>
                    <a:pt x="1501" y="479"/>
                  </a:cubicBezTo>
                  <a:cubicBezTo>
                    <a:pt x="1506" y="465"/>
                    <a:pt x="1506" y="465"/>
                    <a:pt x="1506" y="465"/>
                  </a:cubicBezTo>
                  <a:cubicBezTo>
                    <a:pt x="1425" y="431"/>
                    <a:pt x="1425" y="431"/>
                    <a:pt x="1425" y="431"/>
                  </a:cubicBezTo>
                  <a:lnTo>
                    <a:pt x="1419" y="445"/>
                  </a:lnTo>
                  <a:close/>
                  <a:moveTo>
                    <a:pt x="1442" y="376"/>
                  </a:moveTo>
                  <a:cubicBezTo>
                    <a:pt x="1498" y="393"/>
                    <a:pt x="1498" y="393"/>
                    <a:pt x="1498" y="393"/>
                  </a:cubicBezTo>
                  <a:cubicBezTo>
                    <a:pt x="1433" y="406"/>
                    <a:pt x="1433" y="406"/>
                    <a:pt x="1433" y="406"/>
                  </a:cubicBezTo>
                  <a:cubicBezTo>
                    <a:pt x="1429" y="420"/>
                    <a:pt x="1429" y="420"/>
                    <a:pt x="1429" y="420"/>
                  </a:cubicBezTo>
                  <a:cubicBezTo>
                    <a:pt x="1513" y="445"/>
                    <a:pt x="1513" y="445"/>
                    <a:pt x="1513" y="445"/>
                  </a:cubicBezTo>
                  <a:cubicBezTo>
                    <a:pt x="1517" y="431"/>
                    <a:pt x="1517" y="431"/>
                    <a:pt x="1517" y="431"/>
                  </a:cubicBezTo>
                  <a:cubicBezTo>
                    <a:pt x="1462" y="415"/>
                    <a:pt x="1462" y="415"/>
                    <a:pt x="1462" y="415"/>
                  </a:cubicBezTo>
                  <a:cubicBezTo>
                    <a:pt x="1526" y="402"/>
                    <a:pt x="1526" y="402"/>
                    <a:pt x="1526" y="402"/>
                  </a:cubicBezTo>
                  <a:cubicBezTo>
                    <a:pt x="1530" y="388"/>
                    <a:pt x="1530" y="388"/>
                    <a:pt x="1530" y="388"/>
                  </a:cubicBezTo>
                  <a:cubicBezTo>
                    <a:pt x="1446" y="363"/>
                    <a:pt x="1446" y="363"/>
                    <a:pt x="1446" y="363"/>
                  </a:cubicBezTo>
                  <a:lnTo>
                    <a:pt x="1442" y="376"/>
                  </a:lnTo>
                  <a:close/>
                  <a:moveTo>
                    <a:pt x="1536" y="306"/>
                  </a:moveTo>
                  <a:cubicBezTo>
                    <a:pt x="1542" y="314"/>
                    <a:pt x="1545" y="323"/>
                    <a:pt x="1543" y="334"/>
                  </a:cubicBezTo>
                  <a:cubicBezTo>
                    <a:pt x="1541" y="345"/>
                    <a:pt x="1535" y="353"/>
                    <a:pt x="1526" y="358"/>
                  </a:cubicBezTo>
                  <a:cubicBezTo>
                    <a:pt x="1517" y="363"/>
                    <a:pt x="1506" y="364"/>
                    <a:pt x="1492" y="362"/>
                  </a:cubicBezTo>
                  <a:cubicBezTo>
                    <a:pt x="1483" y="360"/>
                    <a:pt x="1476" y="358"/>
                    <a:pt x="1470" y="354"/>
                  </a:cubicBezTo>
                  <a:cubicBezTo>
                    <a:pt x="1466" y="352"/>
                    <a:pt x="1463" y="349"/>
                    <a:pt x="1460" y="346"/>
                  </a:cubicBezTo>
                  <a:cubicBezTo>
                    <a:pt x="1457" y="342"/>
                    <a:pt x="1455" y="338"/>
                    <a:pt x="1454" y="335"/>
                  </a:cubicBezTo>
                  <a:cubicBezTo>
                    <a:pt x="1452" y="330"/>
                    <a:pt x="1452" y="324"/>
                    <a:pt x="1453" y="318"/>
                  </a:cubicBezTo>
                  <a:cubicBezTo>
                    <a:pt x="1455" y="307"/>
                    <a:pt x="1461" y="299"/>
                    <a:pt x="1470" y="294"/>
                  </a:cubicBezTo>
                  <a:cubicBezTo>
                    <a:pt x="1479" y="289"/>
                    <a:pt x="1490" y="288"/>
                    <a:pt x="1505" y="290"/>
                  </a:cubicBezTo>
                  <a:cubicBezTo>
                    <a:pt x="1518" y="293"/>
                    <a:pt x="1529" y="298"/>
                    <a:pt x="1536" y="306"/>
                  </a:cubicBezTo>
                  <a:close/>
                  <a:moveTo>
                    <a:pt x="1528" y="331"/>
                  </a:moveTo>
                  <a:cubicBezTo>
                    <a:pt x="1529" y="326"/>
                    <a:pt x="1527" y="320"/>
                    <a:pt x="1523" y="315"/>
                  </a:cubicBezTo>
                  <a:cubicBezTo>
                    <a:pt x="1518" y="311"/>
                    <a:pt x="1511" y="307"/>
                    <a:pt x="1501" y="306"/>
                  </a:cubicBezTo>
                  <a:cubicBezTo>
                    <a:pt x="1491" y="304"/>
                    <a:pt x="1484" y="304"/>
                    <a:pt x="1478" y="307"/>
                  </a:cubicBezTo>
                  <a:cubicBezTo>
                    <a:pt x="1472" y="310"/>
                    <a:pt x="1469" y="315"/>
                    <a:pt x="1468" y="321"/>
                  </a:cubicBezTo>
                  <a:cubicBezTo>
                    <a:pt x="1467" y="327"/>
                    <a:pt x="1469" y="332"/>
                    <a:pt x="1473" y="337"/>
                  </a:cubicBezTo>
                  <a:cubicBezTo>
                    <a:pt x="1477" y="341"/>
                    <a:pt x="1484" y="345"/>
                    <a:pt x="1494" y="346"/>
                  </a:cubicBezTo>
                  <a:cubicBezTo>
                    <a:pt x="1504" y="348"/>
                    <a:pt x="1512" y="348"/>
                    <a:pt x="1518" y="345"/>
                  </a:cubicBezTo>
                  <a:cubicBezTo>
                    <a:pt x="1523" y="342"/>
                    <a:pt x="1527" y="337"/>
                    <a:pt x="1528" y="331"/>
                  </a:cubicBezTo>
                  <a:close/>
                  <a:moveTo>
                    <a:pt x="1536" y="265"/>
                  </a:moveTo>
                  <a:cubicBezTo>
                    <a:pt x="1463" y="259"/>
                    <a:pt x="1463" y="259"/>
                    <a:pt x="1463" y="259"/>
                  </a:cubicBezTo>
                  <a:cubicBezTo>
                    <a:pt x="1462" y="274"/>
                    <a:pt x="1462" y="274"/>
                    <a:pt x="1462" y="274"/>
                  </a:cubicBezTo>
                  <a:cubicBezTo>
                    <a:pt x="1549" y="281"/>
                    <a:pt x="1549" y="281"/>
                    <a:pt x="1549" y="281"/>
                  </a:cubicBezTo>
                  <a:cubicBezTo>
                    <a:pt x="1553" y="228"/>
                    <a:pt x="1553" y="228"/>
                    <a:pt x="1553" y="228"/>
                  </a:cubicBezTo>
                  <a:cubicBezTo>
                    <a:pt x="1539" y="227"/>
                    <a:pt x="1539" y="227"/>
                    <a:pt x="1539" y="227"/>
                  </a:cubicBezTo>
                  <a:lnTo>
                    <a:pt x="1536" y="265"/>
                  </a:lnTo>
                  <a:close/>
                  <a:moveTo>
                    <a:pt x="1542" y="153"/>
                  </a:moveTo>
                  <a:cubicBezTo>
                    <a:pt x="1551" y="159"/>
                    <a:pt x="1555" y="168"/>
                    <a:pt x="1555" y="179"/>
                  </a:cubicBezTo>
                  <a:cubicBezTo>
                    <a:pt x="1555" y="190"/>
                    <a:pt x="1551" y="199"/>
                    <a:pt x="1544" y="206"/>
                  </a:cubicBezTo>
                  <a:cubicBezTo>
                    <a:pt x="1536" y="212"/>
                    <a:pt x="1525" y="216"/>
                    <a:pt x="1511" y="216"/>
                  </a:cubicBezTo>
                  <a:cubicBezTo>
                    <a:pt x="1502" y="216"/>
                    <a:pt x="1494" y="215"/>
                    <a:pt x="1488" y="213"/>
                  </a:cubicBezTo>
                  <a:cubicBezTo>
                    <a:pt x="1484" y="212"/>
                    <a:pt x="1480" y="209"/>
                    <a:pt x="1476" y="206"/>
                  </a:cubicBezTo>
                  <a:cubicBezTo>
                    <a:pt x="1472" y="204"/>
                    <a:pt x="1470" y="200"/>
                    <a:pt x="1468" y="197"/>
                  </a:cubicBezTo>
                  <a:cubicBezTo>
                    <a:pt x="1465" y="192"/>
                    <a:pt x="1464" y="187"/>
                    <a:pt x="1464" y="181"/>
                  </a:cubicBezTo>
                  <a:cubicBezTo>
                    <a:pt x="1464" y="170"/>
                    <a:pt x="1468" y="161"/>
                    <a:pt x="1476" y="154"/>
                  </a:cubicBezTo>
                  <a:cubicBezTo>
                    <a:pt x="1483" y="147"/>
                    <a:pt x="1495" y="144"/>
                    <a:pt x="1509" y="144"/>
                  </a:cubicBezTo>
                  <a:cubicBezTo>
                    <a:pt x="1523" y="143"/>
                    <a:pt x="1534" y="146"/>
                    <a:pt x="1542" y="153"/>
                  </a:cubicBezTo>
                  <a:close/>
                  <a:moveTo>
                    <a:pt x="1540" y="179"/>
                  </a:moveTo>
                  <a:cubicBezTo>
                    <a:pt x="1540" y="173"/>
                    <a:pt x="1537" y="168"/>
                    <a:pt x="1532" y="165"/>
                  </a:cubicBezTo>
                  <a:cubicBezTo>
                    <a:pt x="1527" y="161"/>
                    <a:pt x="1519" y="159"/>
                    <a:pt x="1509" y="159"/>
                  </a:cubicBezTo>
                  <a:cubicBezTo>
                    <a:pt x="1499" y="160"/>
                    <a:pt x="1491" y="161"/>
                    <a:pt x="1486" y="165"/>
                  </a:cubicBezTo>
                  <a:cubicBezTo>
                    <a:pt x="1481" y="169"/>
                    <a:pt x="1479" y="174"/>
                    <a:pt x="1479" y="181"/>
                  </a:cubicBezTo>
                  <a:cubicBezTo>
                    <a:pt x="1479" y="187"/>
                    <a:pt x="1482" y="192"/>
                    <a:pt x="1487" y="195"/>
                  </a:cubicBezTo>
                  <a:cubicBezTo>
                    <a:pt x="1492" y="199"/>
                    <a:pt x="1500" y="201"/>
                    <a:pt x="1510" y="201"/>
                  </a:cubicBezTo>
                  <a:cubicBezTo>
                    <a:pt x="1520" y="200"/>
                    <a:pt x="1527" y="198"/>
                    <a:pt x="1532" y="194"/>
                  </a:cubicBezTo>
                  <a:cubicBezTo>
                    <a:pt x="1537" y="190"/>
                    <a:pt x="1540" y="185"/>
                    <a:pt x="1540" y="179"/>
                  </a:cubicBezTo>
                  <a:close/>
                  <a:moveTo>
                    <a:pt x="1496" y="65"/>
                  </a:moveTo>
                  <a:cubicBezTo>
                    <a:pt x="1500" y="97"/>
                    <a:pt x="1500" y="97"/>
                    <a:pt x="1500" y="97"/>
                  </a:cubicBezTo>
                  <a:cubicBezTo>
                    <a:pt x="1514" y="95"/>
                    <a:pt x="1514" y="95"/>
                    <a:pt x="1514" y="95"/>
                  </a:cubicBezTo>
                  <a:cubicBezTo>
                    <a:pt x="1512" y="78"/>
                    <a:pt x="1512" y="78"/>
                    <a:pt x="1512" y="78"/>
                  </a:cubicBezTo>
                  <a:cubicBezTo>
                    <a:pt x="1523" y="76"/>
                    <a:pt x="1523" y="76"/>
                    <a:pt x="1523" y="76"/>
                  </a:cubicBezTo>
                  <a:cubicBezTo>
                    <a:pt x="1526" y="78"/>
                    <a:pt x="1528" y="81"/>
                    <a:pt x="1530" y="84"/>
                  </a:cubicBezTo>
                  <a:cubicBezTo>
                    <a:pt x="1531" y="87"/>
                    <a:pt x="1533" y="90"/>
                    <a:pt x="1533" y="93"/>
                  </a:cubicBezTo>
                  <a:cubicBezTo>
                    <a:pt x="1534" y="99"/>
                    <a:pt x="1532" y="105"/>
                    <a:pt x="1527" y="109"/>
                  </a:cubicBezTo>
                  <a:cubicBezTo>
                    <a:pt x="1523" y="114"/>
                    <a:pt x="1515" y="117"/>
                    <a:pt x="1505" y="118"/>
                  </a:cubicBezTo>
                  <a:cubicBezTo>
                    <a:pt x="1495" y="119"/>
                    <a:pt x="1488" y="119"/>
                    <a:pt x="1482" y="115"/>
                  </a:cubicBezTo>
                  <a:cubicBezTo>
                    <a:pt x="1477" y="112"/>
                    <a:pt x="1474" y="107"/>
                    <a:pt x="1473" y="101"/>
                  </a:cubicBezTo>
                  <a:cubicBezTo>
                    <a:pt x="1472" y="96"/>
                    <a:pt x="1473" y="93"/>
                    <a:pt x="1475" y="89"/>
                  </a:cubicBezTo>
                  <a:cubicBezTo>
                    <a:pt x="1477" y="86"/>
                    <a:pt x="1480" y="84"/>
                    <a:pt x="1485" y="82"/>
                  </a:cubicBezTo>
                  <a:cubicBezTo>
                    <a:pt x="1479" y="68"/>
                    <a:pt x="1479" y="68"/>
                    <a:pt x="1479" y="68"/>
                  </a:cubicBezTo>
                  <a:cubicBezTo>
                    <a:pt x="1471" y="70"/>
                    <a:pt x="1466" y="75"/>
                    <a:pt x="1462" y="80"/>
                  </a:cubicBezTo>
                  <a:cubicBezTo>
                    <a:pt x="1458" y="86"/>
                    <a:pt x="1457" y="94"/>
                    <a:pt x="1458" y="103"/>
                  </a:cubicBezTo>
                  <a:cubicBezTo>
                    <a:pt x="1459" y="110"/>
                    <a:pt x="1461" y="116"/>
                    <a:pt x="1465" y="120"/>
                  </a:cubicBezTo>
                  <a:cubicBezTo>
                    <a:pt x="1469" y="126"/>
                    <a:pt x="1475" y="130"/>
                    <a:pt x="1483" y="132"/>
                  </a:cubicBezTo>
                  <a:cubicBezTo>
                    <a:pt x="1490" y="134"/>
                    <a:pt x="1499" y="135"/>
                    <a:pt x="1508" y="134"/>
                  </a:cubicBezTo>
                  <a:cubicBezTo>
                    <a:pt x="1516" y="132"/>
                    <a:pt x="1524" y="130"/>
                    <a:pt x="1530" y="126"/>
                  </a:cubicBezTo>
                  <a:cubicBezTo>
                    <a:pt x="1537" y="122"/>
                    <a:pt x="1542" y="117"/>
                    <a:pt x="1545" y="111"/>
                  </a:cubicBezTo>
                  <a:cubicBezTo>
                    <a:pt x="1548" y="105"/>
                    <a:pt x="1549" y="98"/>
                    <a:pt x="1548" y="90"/>
                  </a:cubicBezTo>
                  <a:cubicBezTo>
                    <a:pt x="1547" y="84"/>
                    <a:pt x="1545" y="78"/>
                    <a:pt x="1541" y="72"/>
                  </a:cubicBezTo>
                  <a:cubicBezTo>
                    <a:pt x="1538" y="67"/>
                    <a:pt x="1534" y="63"/>
                    <a:pt x="1530" y="60"/>
                  </a:cubicBezTo>
                  <a:lnTo>
                    <a:pt x="1496" y="65"/>
                  </a:lnTo>
                  <a:close/>
                  <a:moveTo>
                    <a:pt x="1438" y="0"/>
                  </a:moveTo>
                  <a:cubicBezTo>
                    <a:pt x="1442" y="17"/>
                    <a:pt x="1442" y="17"/>
                    <a:pt x="1442" y="17"/>
                  </a:cubicBezTo>
                  <a:cubicBezTo>
                    <a:pt x="1480" y="25"/>
                    <a:pt x="1480" y="25"/>
                    <a:pt x="1480" y="25"/>
                  </a:cubicBezTo>
                  <a:cubicBezTo>
                    <a:pt x="1450" y="50"/>
                    <a:pt x="1450" y="50"/>
                    <a:pt x="1450" y="50"/>
                  </a:cubicBezTo>
                  <a:cubicBezTo>
                    <a:pt x="1455" y="68"/>
                    <a:pt x="1455" y="68"/>
                    <a:pt x="1455" y="68"/>
                  </a:cubicBezTo>
                  <a:cubicBezTo>
                    <a:pt x="1498" y="29"/>
                    <a:pt x="1498" y="29"/>
                    <a:pt x="1498" y="29"/>
                  </a:cubicBezTo>
                  <a:cubicBezTo>
                    <a:pt x="1534" y="20"/>
                    <a:pt x="1534" y="20"/>
                    <a:pt x="1534" y="20"/>
                  </a:cubicBezTo>
                  <a:cubicBezTo>
                    <a:pt x="1530" y="6"/>
                    <a:pt x="1530" y="6"/>
                    <a:pt x="1530" y="6"/>
                  </a:cubicBezTo>
                  <a:cubicBezTo>
                    <a:pt x="1494" y="14"/>
                    <a:pt x="1494" y="14"/>
                    <a:pt x="1494" y="14"/>
                  </a:cubicBezTo>
                  <a:lnTo>
                    <a:pt x="143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6" name="Freeform 55"/>
            <p:cNvSpPr>
              <a:spLocks noEditPoints="1"/>
            </p:cNvSpPr>
            <p:nvPr/>
          </p:nvSpPr>
          <p:spPr bwMode="auto">
            <a:xfrm>
              <a:off x="-1973263" y="-877888"/>
              <a:ext cx="928688" cy="930275"/>
            </a:xfrm>
            <a:custGeom>
              <a:avLst/>
              <a:gdLst>
                <a:gd name="T0" fmla="*/ 1215 w 1215"/>
                <a:gd name="T1" fmla="*/ 608 h 1215"/>
                <a:gd name="T2" fmla="*/ 608 w 1215"/>
                <a:gd name="T3" fmla="*/ 0 h 1215"/>
                <a:gd name="T4" fmla="*/ 0 w 1215"/>
                <a:gd name="T5" fmla="*/ 608 h 1215"/>
                <a:gd name="T6" fmla="*/ 608 w 1215"/>
                <a:gd name="T7" fmla="*/ 1215 h 1215"/>
                <a:gd name="T8" fmla="*/ 1215 w 1215"/>
                <a:gd name="T9" fmla="*/ 608 h 1215"/>
                <a:gd name="T10" fmla="*/ 608 w 1215"/>
                <a:gd name="T11" fmla="*/ 1196 h 1215"/>
                <a:gd name="T12" fmla="*/ 20 w 1215"/>
                <a:gd name="T13" fmla="*/ 608 h 1215"/>
                <a:gd name="T14" fmla="*/ 608 w 1215"/>
                <a:gd name="T15" fmla="*/ 20 h 1215"/>
                <a:gd name="T16" fmla="*/ 1196 w 1215"/>
                <a:gd name="T17" fmla="*/ 608 h 1215"/>
                <a:gd name="T18" fmla="*/ 608 w 1215"/>
                <a:gd name="T19" fmla="*/ 1196 h 12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15" h="1215">
                  <a:moveTo>
                    <a:pt x="1215" y="608"/>
                  </a:moveTo>
                  <a:cubicBezTo>
                    <a:pt x="1215" y="272"/>
                    <a:pt x="943" y="0"/>
                    <a:pt x="608" y="0"/>
                  </a:cubicBezTo>
                  <a:cubicBezTo>
                    <a:pt x="272" y="0"/>
                    <a:pt x="0" y="272"/>
                    <a:pt x="0" y="608"/>
                  </a:cubicBezTo>
                  <a:cubicBezTo>
                    <a:pt x="0" y="943"/>
                    <a:pt x="272" y="1215"/>
                    <a:pt x="608" y="1215"/>
                  </a:cubicBezTo>
                  <a:cubicBezTo>
                    <a:pt x="943" y="1215"/>
                    <a:pt x="1215" y="943"/>
                    <a:pt x="1215" y="608"/>
                  </a:cubicBezTo>
                  <a:close/>
                  <a:moveTo>
                    <a:pt x="608" y="1196"/>
                  </a:moveTo>
                  <a:cubicBezTo>
                    <a:pt x="283" y="1196"/>
                    <a:pt x="20" y="932"/>
                    <a:pt x="20" y="608"/>
                  </a:cubicBezTo>
                  <a:cubicBezTo>
                    <a:pt x="20" y="283"/>
                    <a:pt x="283" y="20"/>
                    <a:pt x="608" y="20"/>
                  </a:cubicBezTo>
                  <a:cubicBezTo>
                    <a:pt x="932" y="20"/>
                    <a:pt x="1196" y="283"/>
                    <a:pt x="1196" y="608"/>
                  </a:cubicBezTo>
                  <a:cubicBezTo>
                    <a:pt x="1196" y="932"/>
                    <a:pt x="932" y="1196"/>
                    <a:pt x="608" y="119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7" name="Freeform 56"/>
            <p:cNvSpPr/>
            <p:nvPr/>
          </p:nvSpPr>
          <p:spPr bwMode="auto">
            <a:xfrm>
              <a:off x="-1925638" y="-785813"/>
              <a:ext cx="831850" cy="763588"/>
            </a:xfrm>
            <a:custGeom>
              <a:avLst/>
              <a:gdLst>
                <a:gd name="T0" fmla="*/ 1033 w 1089"/>
                <a:gd name="T1" fmla="*/ 596 h 998"/>
                <a:gd name="T2" fmla="*/ 1011 w 1089"/>
                <a:gd name="T3" fmla="*/ 563 h 998"/>
                <a:gd name="T4" fmla="*/ 1030 w 1089"/>
                <a:gd name="T5" fmla="*/ 270 h 998"/>
                <a:gd name="T6" fmla="*/ 983 w 1089"/>
                <a:gd name="T7" fmla="*/ 289 h 998"/>
                <a:gd name="T8" fmla="*/ 856 w 1089"/>
                <a:gd name="T9" fmla="*/ 60 h 998"/>
                <a:gd name="T10" fmla="*/ 803 w 1089"/>
                <a:gd name="T11" fmla="*/ 54 h 998"/>
                <a:gd name="T12" fmla="*/ 801 w 1089"/>
                <a:gd name="T13" fmla="*/ 113 h 998"/>
                <a:gd name="T14" fmla="*/ 832 w 1089"/>
                <a:gd name="T15" fmla="*/ 155 h 998"/>
                <a:gd name="T16" fmla="*/ 958 w 1089"/>
                <a:gd name="T17" fmla="*/ 304 h 998"/>
                <a:gd name="T18" fmla="*/ 949 w 1089"/>
                <a:gd name="T19" fmla="*/ 321 h 998"/>
                <a:gd name="T20" fmla="*/ 986 w 1089"/>
                <a:gd name="T21" fmla="*/ 539 h 998"/>
                <a:gd name="T22" fmla="*/ 959 w 1089"/>
                <a:gd name="T23" fmla="*/ 585 h 998"/>
                <a:gd name="T24" fmla="*/ 925 w 1089"/>
                <a:gd name="T25" fmla="*/ 616 h 998"/>
                <a:gd name="T26" fmla="*/ 875 w 1089"/>
                <a:gd name="T27" fmla="*/ 794 h 998"/>
                <a:gd name="T28" fmla="*/ 848 w 1089"/>
                <a:gd name="T29" fmla="*/ 753 h 998"/>
                <a:gd name="T30" fmla="*/ 582 w 1089"/>
                <a:gd name="T31" fmla="*/ 903 h 998"/>
                <a:gd name="T32" fmla="*/ 508 w 1089"/>
                <a:gd name="T33" fmla="*/ 903 h 998"/>
                <a:gd name="T34" fmla="*/ 241 w 1089"/>
                <a:gd name="T35" fmla="*/ 753 h 998"/>
                <a:gd name="T36" fmla="*/ 214 w 1089"/>
                <a:gd name="T37" fmla="*/ 794 h 998"/>
                <a:gd name="T38" fmla="*/ 164 w 1089"/>
                <a:gd name="T39" fmla="*/ 616 h 998"/>
                <a:gd name="T40" fmla="*/ 130 w 1089"/>
                <a:gd name="T41" fmla="*/ 585 h 998"/>
                <a:gd name="T42" fmla="*/ 104 w 1089"/>
                <a:gd name="T43" fmla="*/ 539 h 998"/>
                <a:gd name="T44" fmla="*/ 140 w 1089"/>
                <a:gd name="T45" fmla="*/ 321 h 998"/>
                <a:gd name="T46" fmla="*/ 131 w 1089"/>
                <a:gd name="T47" fmla="*/ 304 h 998"/>
                <a:gd name="T48" fmla="*/ 257 w 1089"/>
                <a:gd name="T49" fmla="*/ 155 h 998"/>
                <a:gd name="T50" fmla="*/ 288 w 1089"/>
                <a:gd name="T51" fmla="*/ 113 h 998"/>
                <a:gd name="T52" fmla="*/ 286 w 1089"/>
                <a:gd name="T53" fmla="*/ 54 h 998"/>
                <a:gd name="T54" fmla="*/ 234 w 1089"/>
                <a:gd name="T55" fmla="*/ 60 h 998"/>
                <a:gd name="T56" fmla="*/ 106 w 1089"/>
                <a:gd name="T57" fmla="*/ 289 h 998"/>
                <a:gd name="T58" fmla="*/ 59 w 1089"/>
                <a:gd name="T59" fmla="*/ 270 h 998"/>
                <a:gd name="T60" fmla="*/ 78 w 1089"/>
                <a:gd name="T61" fmla="*/ 563 h 998"/>
                <a:gd name="T62" fmla="*/ 56 w 1089"/>
                <a:gd name="T63" fmla="*/ 596 h 998"/>
                <a:gd name="T64" fmla="*/ 48 w 1089"/>
                <a:gd name="T65" fmla="*/ 627 h 998"/>
                <a:gd name="T66" fmla="*/ 321 w 1089"/>
                <a:gd name="T67" fmla="*/ 873 h 998"/>
                <a:gd name="T68" fmla="*/ 249 w 1089"/>
                <a:gd name="T69" fmla="*/ 888 h 998"/>
                <a:gd name="T70" fmla="*/ 462 w 1089"/>
                <a:gd name="T71" fmla="*/ 915 h 998"/>
                <a:gd name="T72" fmla="*/ 477 w 1089"/>
                <a:gd name="T73" fmla="*/ 938 h 998"/>
                <a:gd name="T74" fmla="*/ 450 w 1089"/>
                <a:gd name="T75" fmla="*/ 998 h 998"/>
                <a:gd name="T76" fmla="*/ 545 w 1089"/>
                <a:gd name="T77" fmla="*/ 938 h 998"/>
                <a:gd name="T78" fmla="*/ 639 w 1089"/>
                <a:gd name="T79" fmla="*/ 998 h 998"/>
                <a:gd name="T80" fmla="*/ 613 w 1089"/>
                <a:gd name="T81" fmla="*/ 938 h 998"/>
                <a:gd name="T82" fmla="*/ 627 w 1089"/>
                <a:gd name="T83" fmla="*/ 915 h 998"/>
                <a:gd name="T84" fmla="*/ 840 w 1089"/>
                <a:gd name="T85" fmla="*/ 888 h 998"/>
                <a:gd name="T86" fmla="*/ 768 w 1089"/>
                <a:gd name="T87" fmla="*/ 873 h 998"/>
                <a:gd name="T88" fmla="*/ 1041 w 1089"/>
                <a:gd name="T89" fmla="*/ 627 h 9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089" h="998">
                  <a:moveTo>
                    <a:pt x="949" y="743"/>
                  </a:moveTo>
                  <a:cubicBezTo>
                    <a:pt x="972" y="659"/>
                    <a:pt x="995" y="653"/>
                    <a:pt x="1033" y="596"/>
                  </a:cubicBezTo>
                  <a:cubicBezTo>
                    <a:pt x="1069" y="542"/>
                    <a:pt x="1089" y="435"/>
                    <a:pt x="1052" y="398"/>
                  </a:cubicBezTo>
                  <a:cubicBezTo>
                    <a:pt x="1047" y="476"/>
                    <a:pt x="1021" y="492"/>
                    <a:pt x="1011" y="563"/>
                  </a:cubicBezTo>
                  <a:cubicBezTo>
                    <a:pt x="1005" y="506"/>
                    <a:pt x="1005" y="473"/>
                    <a:pt x="1016" y="435"/>
                  </a:cubicBezTo>
                  <a:cubicBezTo>
                    <a:pt x="1026" y="402"/>
                    <a:pt x="1040" y="326"/>
                    <a:pt x="1030" y="270"/>
                  </a:cubicBezTo>
                  <a:cubicBezTo>
                    <a:pt x="1022" y="226"/>
                    <a:pt x="1003" y="210"/>
                    <a:pt x="979" y="200"/>
                  </a:cubicBezTo>
                  <a:cubicBezTo>
                    <a:pt x="991" y="247"/>
                    <a:pt x="983" y="289"/>
                    <a:pt x="983" y="289"/>
                  </a:cubicBezTo>
                  <a:cubicBezTo>
                    <a:pt x="983" y="289"/>
                    <a:pt x="954" y="258"/>
                    <a:pt x="944" y="179"/>
                  </a:cubicBezTo>
                  <a:cubicBezTo>
                    <a:pt x="935" y="100"/>
                    <a:pt x="880" y="61"/>
                    <a:pt x="856" y="60"/>
                  </a:cubicBezTo>
                  <a:cubicBezTo>
                    <a:pt x="879" y="100"/>
                    <a:pt x="877" y="113"/>
                    <a:pt x="887" y="152"/>
                  </a:cubicBezTo>
                  <a:cubicBezTo>
                    <a:pt x="861" y="137"/>
                    <a:pt x="843" y="90"/>
                    <a:pt x="803" y="54"/>
                  </a:cubicBezTo>
                  <a:cubicBezTo>
                    <a:pt x="745" y="0"/>
                    <a:pt x="699" y="0"/>
                    <a:pt x="671" y="24"/>
                  </a:cubicBezTo>
                  <a:cubicBezTo>
                    <a:pt x="751" y="56"/>
                    <a:pt x="737" y="64"/>
                    <a:pt x="801" y="113"/>
                  </a:cubicBezTo>
                  <a:cubicBezTo>
                    <a:pt x="863" y="154"/>
                    <a:pt x="892" y="158"/>
                    <a:pt x="909" y="212"/>
                  </a:cubicBezTo>
                  <a:cubicBezTo>
                    <a:pt x="882" y="185"/>
                    <a:pt x="865" y="168"/>
                    <a:pt x="832" y="155"/>
                  </a:cubicBezTo>
                  <a:cubicBezTo>
                    <a:pt x="824" y="172"/>
                    <a:pt x="838" y="206"/>
                    <a:pt x="883" y="245"/>
                  </a:cubicBezTo>
                  <a:cubicBezTo>
                    <a:pt x="921" y="282"/>
                    <a:pt x="928" y="266"/>
                    <a:pt x="958" y="304"/>
                  </a:cubicBezTo>
                  <a:cubicBezTo>
                    <a:pt x="980" y="333"/>
                    <a:pt x="1003" y="361"/>
                    <a:pt x="994" y="428"/>
                  </a:cubicBezTo>
                  <a:cubicBezTo>
                    <a:pt x="974" y="380"/>
                    <a:pt x="961" y="374"/>
                    <a:pt x="949" y="321"/>
                  </a:cubicBezTo>
                  <a:cubicBezTo>
                    <a:pt x="937" y="339"/>
                    <a:pt x="928" y="365"/>
                    <a:pt x="934" y="398"/>
                  </a:cubicBezTo>
                  <a:cubicBezTo>
                    <a:pt x="947" y="470"/>
                    <a:pt x="976" y="467"/>
                    <a:pt x="986" y="539"/>
                  </a:cubicBezTo>
                  <a:cubicBezTo>
                    <a:pt x="991" y="578"/>
                    <a:pt x="992" y="629"/>
                    <a:pt x="957" y="667"/>
                  </a:cubicBezTo>
                  <a:cubicBezTo>
                    <a:pt x="950" y="633"/>
                    <a:pt x="953" y="617"/>
                    <a:pt x="959" y="585"/>
                  </a:cubicBezTo>
                  <a:cubicBezTo>
                    <a:pt x="964" y="556"/>
                    <a:pt x="960" y="532"/>
                    <a:pt x="950" y="501"/>
                  </a:cubicBezTo>
                  <a:cubicBezTo>
                    <a:pt x="928" y="521"/>
                    <a:pt x="920" y="570"/>
                    <a:pt x="925" y="616"/>
                  </a:cubicBezTo>
                  <a:cubicBezTo>
                    <a:pt x="930" y="664"/>
                    <a:pt x="964" y="700"/>
                    <a:pt x="912" y="770"/>
                  </a:cubicBezTo>
                  <a:cubicBezTo>
                    <a:pt x="889" y="790"/>
                    <a:pt x="875" y="794"/>
                    <a:pt x="875" y="794"/>
                  </a:cubicBezTo>
                  <a:cubicBezTo>
                    <a:pt x="903" y="761"/>
                    <a:pt x="940" y="684"/>
                    <a:pt x="913" y="643"/>
                  </a:cubicBezTo>
                  <a:cubicBezTo>
                    <a:pt x="903" y="688"/>
                    <a:pt x="876" y="714"/>
                    <a:pt x="848" y="753"/>
                  </a:cubicBezTo>
                  <a:cubicBezTo>
                    <a:pt x="809" y="810"/>
                    <a:pt x="842" y="826"/>
                    <a:pt x="722" y="871"/>
                  </a:cubicBezTo>
                  <a:cubicBezTo>
                    <a:pt x="686" y="885"/>
                    <a:pt x="636" y="889"/>
                    <a:pt x="582" y="903"/>
                  </a:cubicBezTo>
                  <a:cubicBezTo>
                    <a:pt x="568" y="906"/>
                    <a:pt x="556" y="909"/>
                    <a:pt x="545" y="912"/>
                  </a:cubicBezTo>
                  <a:cubicBezTo>
                    <a:pt x="533" y="909"/>
                    <a:pt x="521" y="906"/>
                    <a:pt x="508" y="903"/>
                  </a:cubicBezTo>
                  <a:cubicBezTo>
                    <a:pt x="453" y="889"/>
                    <a:pt x="403" y="885"/>
                    <a:pt x="367" y="871"/>
                  </a:cubicBezTo>
                  <a:cubicBezTo>
                    <a:pt x="247" y="826"/>
                    <a:pt x="280" y="810"/>
                    <a:pt x="241" y="753"/>
                  </a:cubicBezTo>
                  <a:cubicBezTo>
                    <a:pt x="213" y="714"/>
                    <a:pt x="186" y="688"/>
                    <a:pt x="176" y="643"/>
                  </a:cubicBezTo>
                  <a:cubicBezTo>
                    <a:pt x="149" y="684"/>
                    <a:pt x="186" y="761"/>
                    <a:pt x="214" y="794"/>
                  </a:cubicBezTo>
                  <a:cubicBezTo>
                    <a:pt x="214" y="794"/>
                    <a:pt x="201" y="790"/>
                    <a:pt x="177" y="770"/>
                  </a:cubicBezTo>
                  <a:cubicBezTo>
                    <a:pt x="125" y="700"/>
                    <a:pt x="159" y="664"/>
                    <a:pt x="164" y="616"/>
                  </a:cubicBezTo>
                  <a:cubicBezTo>
                    <a:pt x="169" y="570"/>
                    <a:pt x="161" y="521"/>
                    <a:pt x="139" y="501"/>
                  </a:cubicBezTo>
                  <a:cubicBezTo>
                    <a:pt x="129" y="532"/>
                    <a:pt x="125" y="556"/>
                    <a:pt x="130" y="585"/>
                  </a:cubicBezTo>
                  <a:cubicBezTo>
                    <a:pt x="136" y="617"/>
                    <a:pt x="139" y="633"/>
                    <a:pt x="132" y="667"/>
                  </a:cubicBezTo>
                  <a:cubicBezTo>
                    <a:pt x="97" y="629"/>
                    <a:pt x="98" y="578"/>
                    <a:pt x="104" y="539"/>
                  </a:cubicBezTo>
                  <a:cubicBezTo>
                    <a:pt x="113" y="467"/>
                    <a:pt x="142" y="470"/>
                    <a:pt x="155" y="398"/>
                  </a:cubicBezTo>
                  <a:cubicBezTo>
                    <a:pt x="161" y="365"/>
                    <a:pt x="152" y="339"/>
                    <a:pt x="140" y="321"/>
                  </a:cubicBezTo>
                  <a:cubicBezTo>
                    <a:pt x="128" y="374"/>
                    <a:pt x="115" y="380"/>
                    <a:pt x="96" y="428"/>
                  </a:cubicBezTo>
                  <a:cubicBezTo>
                    <a:pt x="87" y="361"/>
                    <a:pt x="109" y="333"/>
                    <a:pt x="131" y="304"/>
                  </a:cubicBezTo>
                  <a:cubicBezTo>
                    <a:pt x="161" y="266"/>
                    <a:pt x="168" y="282"/>
                    <a:pt x="206" y="245"/>
                  </a:cubicBezTo>
                  <a:cubicBezTo>
                    <a:pt x="251" y="206"/>
                    <a:pt x="265" y="172"/>
                    <a:pt x="257" y="155"/>
                  </a:cubicBezTo>
                  <a:cubicBezTo>
                    <a:pt x="224" y="168"/>
                    <a:pt x="207" y="185"/>
                    <a:pt x="181" y="212"/>
                  </a:cubicBezTo>
                  <a:cubicBezTo>
                    <a:pt x="198" y="158"/>
                    <a:pt x="226" y="154"/>
                    <a:pt x="288" y="113"/>
                  </a:cubicBezTo>
                  <a:cubicBezTo>
                    <a:pt x="352" y="64"/>
                    <a:pt x="338" y="56"/>
                    <a:pt x="418" y="24"/>
                  </a:cubicBezTo>
                  <a:cubicBezTo>
                    <a:pt x="390" y="0"/>
                    <a:pt x="344" y="0"/>
                    <a:pt x="286" y="54"/>
                  </a:cubicBezTo>
                  <a:cubicBezTo>
                    <a:pt x="246" y="90"/>
                    <a:pt x="229" y="137"/>
                    <a:pt x="203" y="152"/>
                  </a:cubicBezTo>
                  <a:cubicBezTo>
                    <a:pt x="212" y="113"/>
                    <a:pt x="210" y="100"/>
                    <a:pt x="234" y="60"/>
                  </a:cubicBezTo>
                  <a:cubicBezTo>
                    <a:pt x="209" y="61"/>
                    <a:pt x="154" y="100"/>
                    <a:pt x="145" y="179"/>
                  </a:cubicBezTo>
                  <a:cubicBezTo>
                    <a:pt x="136" y="258"/>
                    <a:pt x="106" y="289"/>
                    <a:pt x="106" y="289"/>
                  </a:cubicBezTo>
                  <a:cubicBezTo>
                    <a:pt x="106" y="289"/>
                    <a:pt x="98" y="247"/>
                    <a:pt x="110" y="200"/>
                  </a:cubicBezTo>
                  <a:cubicBezTo>
                    <a:pt x="86" y="210"/>
                    <a:pt x="67" y="226"/>
                    <a:pt x="59" y="270"/>
                  </a:cubicBezTo>
                  <a:cubicBezTo>
                    <a:pt x="49" y="326"/>
                    <a:pt x="63" y="402"/>
                    <a:pt x="73" y="435"/>
                  </a:cubicBezTo>
                  <a:cubicBezTo>
                    <a:pt x="84" y="473"/>
                    <a:pt x="84" y="506"/>
                    <a:pt x="78" y="563"/>
                  </a:cubicBezTo>
                  <a:cubicBezTo>
                    <a:pt x="68" y="492"/>
                    <a:pt x="42" y="476"/>
                    <a:pt x="37" y="398"/>
                  </a:cubicBezTo>
                  <a:cubicBezTo>
                    <a:pt x="0" y="435"/>
                    <a:pt x="20" y="542"/>
                    <a:pt x="56" y="596"/>
                  </a:cubicBezTo>
                  <a:cubicBezTo>
                    <a:pt x="94" y="653"/>
                    <a:pt x="117" y="659"/>
                    <a:pt x="140" y="743"/>
                  </a:cubicBezTo>
                  <a:cubicBezTo>
                    <a:pt x="104" y="692"/>
                    <a:pt x="76" y="687"/>
                    <a:pt x="48" y="627"/>
                  </a:cubicBezTo>
                  <a:cubicBezTo>
                    <a:pt x="27" y="654"/>
                    <a:pt x="46" y="709"/>
                    <a:pt x="103" y="756"/>
                  </a:cubicBezTo>
                  <a:cubicBezTo>
                    <a:pt x="152" y="803"/>
                    <a:pt x="231" y="799"/>
                    <a:pt x="321" y="873"/>
                  </a:cubicBezTo>
                  <a:cubicBezTo>
                    <a:pt x="248" y="830"/>
                    <a:pt x="172" y="830"/>
                    <a:pt x="132" y="805"/>
                  </a:cubicBezTo>
                  <a:cubicBezTo>
                    <a:pt x="125" y="839"/>
                    <a:pt x="171" y="868"/>
                    <a:pt x="249" y="888"/>
                  </a:cubicBezTo>
                  <a:cubicBezTo>
                    <a:pt x="280" y="896"/>
                    <a:pt x="327" y="897"/>
                    <a:pt x="353" y="898"/>
                  </a:cubicBezTo>
                  <a:cubicBezTo>
                    <a:pt x="403" y="899"/>
                    <a:pt x="430" y="909"/>
                    <a:pt x="462" y="915"/>
                  </a:cubicBezTo>
                  <a:cubicBezTo>
                    <a:pt x="475" y="917"/>
                    <a:pt x="490" y="920"/>
                    <a:pt x="506" y="925"/>
                  </a:cubicBezTo>
                  <a:cubicBezTo>
                    <a:pt x="493" y="930"/>
                    <a:pt x="483" y="934"/>
                    <a:pt x="477" y="938"/>
                  </a:cubicBezTo>
                  <a:cubicBezTo>
                    <a:pt x="453" y="951"/>
                    <a:pt x="455" y="951"/>
                    <a:pt x="408" y="982"/>
                  </a:cubicBezTo>
                  <a:cubicBezTo>
                    <a:pt x="450" y="998"/>
                    <a:pt x="450" y="998"/>
                    <a:pt x="450" y="998"/>
                  </a:cubicBezTo>
                  <a:cubicBezTo>
                    <a:pt x="450" y="998"/>
                    <a:pt x="473" y="971"/>
                    <a:pt x="515" y="951"/>
                  </a:cubicBezTo>
                  <a:cubicBezTo>
                    <a:pt x="524" y="946"/>
                    <a:pt x="534" y="942"/>
                    <a:pt x="545" y="938"/>
                  </a:cubicBezTo>
                  <a:cubicBezTo>
                    <a:pt x="555" y="942"/>
                    <a:pt x="565" y="946"/>
                    <a:pt x="574" y="951"/>
                  </a:cubicBezTo>
                  <a:cubicBezTo>
                    <a:pt x="616" y="971"/>
                    <a:pt x="639" y="998"/>
                    <a:pt x="639" y="998"/>
                  </a:cubicBezTo>
                  <a:cubicBezTo>
                    <a:pt x="681" y="982"/>
                    <a:pt x="681" y="982"/>
                    <a:pt x="681" y="982"/>
                  </a:cubicBezTo>
                  <a:cubicBezTo>
                    <a:pt x="635" y="951"/>
                    <a:pt x="636" y="951"/>
                    <a:pt x="613" y="938"/>
                  </a:cubicBezTo>
                  <a:cubicBezTo>
                    <a:pt x="606" y="934"/>
                    <a:pt x="596" y="930"/>
                    <a:pt x="583" y="925"/>
                  </a:cubicBezTo>
                  <a:cubicBezTo>
                    <a:pt x="599" y="920"/>
                    <a:pt x="614" y="917"/>
                    <a:pt x="627" y="915"/>
                  </a:cubicBezTo>
                  <a:cubicBezTo>
                    <a:pt x="659" y="909"/>
                    <a:pt x="686" y="899"/>
                    <a:pt x="736" y="898"/>
                  </a:cubicBezTo>
                  <a:cubicBezTo>
                    <a:pt x="762" y="897"/>
                    <a:pt x="809" y="896"/>
                    <a:pt x="840" y="888"/>
                  </a:cubicBezTo>
                  <a:cubicBezTo>
                    <a:pt x="919" y="868"/>
                    <a:pt x="965" y="839"/>
                    <a:pt x="957" y="805"/>
                  </a:cubicBezTo>
                  <a:cubicBezTo>
                    <a:pt x="917" y="830"/>
                    <a:pt x="841" y="830"/>
                    <a:pt x="768" y="873"/>
                  </a:cubicBezTo>
                  <a:cubicBezTo>
                    <a:pt x="858" y="799"/>
                    <a:pt x="937" y="803"/>
                    <a:pt x="986" y="756"/>
                  </a:cubicBezTo>
                  <a:cubicBezTo>
                    <a:pt x="1043" y="709"/>
                    <a:pt x="1063" y="654"/>
                    <a:pt x="1041" y="627"/>
                  </a:cubicBezTo>
                  <a:cubicBezTo>
                    <a:pt x="1013" y="687"/>
                    <a:pt x="985" y="692"/>
                    <a:pt x="949" y="74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8" name="Freeform 57"/>
            <p:cNvSpPr>
              <a:spLocks noEditPoints="1"/>
            </p:cNvSpPr>
            <p:nvPr/>
          </p:nvSpPr>
          <p:spPr bwMode="auto">
            <a:xfrm>
              <a:off x="-1698625" y="-652463"/>
              <a:ext cx="379413" cy="509588"/>
            </a:xfrm>
            <a:custGeom>
              <a:avLst/>
              <a:gdLst>
                <a:gd name="T0" fmla="*/ 340 w 496"/>
                <a:gd name="T1" fmla="*/ 373 h 667"/>
                <a:gd name="T2" fmla="*/ 396 w 496"/>
                <a:gd name="T3" fmla="*/ 382 h 667"/>
                <a:gd name="T4" fmla="*/ 187 w 496"/>
                <a:gd name="T5" fmla="*/ 323 h 667"/>
                <a:gd name="T6" fmla="*/ 189 w 496"/>
                <a:gd name="T7" fmla="*/ 334 h 667"/>
                <a:gd name="T8" fmla="*/ 193 w 496"/>
                <a:gd name="T9" fmla="*/ 333 h 667"/>
                <a:gd name="T10" fmla="*/ 113 w 496"/>
                <a:gd name="T11" fmla="*/ 331 h 667"/>
                <a:gd name="T12" fmla="*/ 115 w 496"/>
                <a:gd name="T13" fmla="*/ 317 h 667"/>
                <a:gd name="T14" fmla="*/ 121 w 496"/>
                <a:gd name="T15" fmla="*/ 317 h 667"/>
                <a:gd name="T16" fmla="*/ 117 w 496"/>
                <a:gd name="T17" fmla="*/ 326 h 667"/>
                <a:gd name="T18" fmla="*/ 115 w 496"/>
                <a:gd name="T19" fmla="*/ 330 h 667"/>
                <a:gd name="T20" fmla="*/ 348 w 496"/>
                <a:gd name="T21" fmla="*/ 324 h 667"/>
                <a:gd name="T22" fmla="*/ 53 w 496"/>
                <a:gd name="T23" fmla="*/ 363 h 667"/>
                <a:gd name="T24" fmla="*/ 379 w 496"/>
                <a:gd name="T25" fmla="*/ 313 h 667"/>
                <a:gd name="T26" fmla="*/ 306 w 496"/>
                <a:gd name="T27" fmla="*/ 330 h 667"/>
                <a:gd name="T28" fmla="*/ 305 w 496"/>
                <a:gd name="T29" fmla="*/ 315 h 667"/>
                <a:gd name="T30" fmla="*/ 298 w 496"/>
                <a:gd name="T31" fmla="*/ 314 h 667"/>
                <a:gd name="T32" fmla="*/ 276 w 496"/>
                <a:gd name="T33" fmla="*/ 322 h 667"/>
                <a:gd name="T34" fmla="*/ 203 w 496"/>
                <a:gd name="T35" fmla="*/ 319 h 667"/>
                <a:gd name="T36" fmla="*/ 110 w 496"/>
                <a:gd name="T37" fmla="*/ 316 h 667"/>
                <a:gd name="T38" fmla="*/ 106 w 496"/>
                <a:gd name="T39" fmla="*/ 321 h 667"/>
                <a:gd name="T40" fmla="*/ 119 w 496"/>
                <a:gd name="T41" fmla="*/ 335 h 667"/>
                <a:gd name="T42" fmla="*/ 123 w 496"/>
                <a:gd name="T43" fmla="*/ 338 h 667"/>
                <a:gd name="T44" fmla="*/ 151 w 496"/>
                <a:gd name="T45" fmla="*/ 320 h 667"/>
                <a:gd name="T46" fmla="*/ 144 w 496"/>
                <a:gd name="T47" fmla="*/ 326 h 667"/>
                <a:gd name="T48" fmla="*/ 142 w 496"/>
                <a:gd name="T49" fmla="*/ 316 h 667"/>
                <a:gd name="T50" fmla="*/ 139 w 496"/>
                <a:gd name="T51" fmla="*/ 338 h 667"/>
                <a:gd name="T52" fmla="*/ 152 w 496"/>
                <a:gd name="T53" fmla="*/ 330 h 667"/>
                <a:gd name="T54" fmla="*/ 201 w 496"/>
                <a:gd name="T55" fmla="*/ 317 h 667"/>
                <a:gd name="T56" fmla="*/ 197 w 496"/>
                <a:gd name="T57" fmla="*/ 330 h 667"/>
                <a:gd name="T58" fmla="*/ 190 w 496"/>
                <a:gd name="T59" fmla="*/ 322 h 667"/>
                <a:gd name="T60" fmla="*/ 192 w 496"/>
                <a:gd name="T61" fmla="*/ 318 h 667"/>
                <a:gd name="T62" fmla="*/ 183 w 496"/>
                <a:gd name="T63" fmla="*/ 322 h 667"/>
                <a:gd name="T64" fmla="*/ 188 w 496"/>
                <a:gd name="T65" fmla="*/ 336 h 667"/>
                <a:gd name="T66" fmla="*/ 204 w 496"/>
                <a:gd name="T67" fmla="*/ 338 h 667"/>
                <a:gd name="T68" fmla="*/ 219 w 496"/>
                <a:gd name="T69" fmla="*/ 321 h 667"/>
                <a:gd name="T70" fmla="*/ 218 w 496"/>
                <a:gd name="T71" fmla="*/ 338 h 667"/>
                <a:gd name="T72" fmla="*/ 227 w 496"/>
                <a:gd name="T73" fmla="*/ 341 h 667"/>
                <a:gd name="T74" fmla="*/ 270 w 496"/>
                <a:gd name="T75" fmla="*/ 325 h 667"/>
                <a:gd name="T76" fmla="*/ 266 w 496"/>
                <a:gd name="T77" fmla="*/ 318 h 667"/>
                <a:gd name="T78" fmla="*/ 263 w 496"/>
                <a:gd name="T79" fmla="*/ 329 h 667"/>
                <a:gd name="T80" fmla="*/ 263 w 496"/>
                <a:gd name="T81" fmla="*/ 334 h 667"/>
                <a:gd name="T82" fmla="*/ 278 w 496"/>
                <a:gd name="T83" fmla="*/ 333 h 667"/>
                <a:gd name="T84" fmla="*/ 294 w 496"/>
                <a:gd name="T85" fmla="*/ 324 h 667"/>
                <a:gd name="T86" fmla="*/ 291 w 496"/>
                <a:gd name="T87" fmla="*/ 334 h 667"/>
                <a:gd name="T88" fmla="*/ 354 w 496"/>
                <a:gd name="T89" fmla="*/ 325 h 667"/>
                <a:gd name="T90" fmla="*/ 347 w 496"/>
                <a:gd name="T91" fmla="*/ 313 h 667"/>
                <a:gd name="T92" fmla="*/ 341 w 496"/>
                <a:gd name="T93" fmla="*/ 325 h 667"/>
                <a:gd name="T94" fmla="*/ 340 w 496"/>
                <a:gd name="T95" fmla="*/ 336 h 667"/>
                <a:gd name="T96" fmla="*/ 345 w 496"/>
                <a:gd name="T97" fmla="*/ 330 h 667"/>
                <a:gd name="T98" fmla="*/ 355 w 496"/>
                <a:gd name="T99" fmla="*/ 332 h 667"/>
                <a:gd name="T100" fmla="*/ 388 w 496"/>
                <a:gd name="T101" fmla="*/ 321 h 667"/>
                <a:gd name="T102" fmla="*/ 380 w 496"/>
                <a:gd name="T103" fmla="*/ 315 h 667"/>
                <a:gd name="T104" fmla="*/ 375 w 496"/>
                <a:gd name="T105" fmla="*/ 324 h 667"/>
                <a:gd name="T106" fmla="*/ 372 w 496"/>
                <a:gd name="T107" fmla="*/ 333 h 667"/>
                <a:gd name="T108" fmla="*/ 380 w 496"/>
                <a:gd name="T109" fmla="*/ 325 h 667"/>
                <a:gd name="T110" fmla="*/ 386 w 496"/>
                <a:gd name="T111" fmla="*/ 336 h 667"/>
                <a:gd name="T112" fmla="*/ 300 w 496"/>
                <a:gd name="T113" fmla="*/ 327 h 667"/>
                <a:gd name="T114" fmla="*/ 496 w 496"/>
                <a:gd name="T115" fmla="*/ 1 h 667"/>
                <a:gd name="T116" fmla="*/ 43 w 496"/>
                <a:gd name="T117" fmla="*/ 531 h 667"/>
                <a:gd name="T118" fmla="*/ 224 w 496"/>
                <a:gd name="T119" fmla="*/ 553 h 667"/>
                <a:gd name="T120" fmla="*/ 329 w 496"/>
                <a:gd name="T121" fmla="*/ 551 h 667"/>
                <a:gd name="T122" fmla="*/ 477 w 496"/>
                <a:gd name="T123" fmla="*/ 395 h 6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96" h="667">
                  <a:moveTo>
                    <a:pt x="224" y="543"/>
                  </a:moveTo>
                  <a:cubicBezTo>
                    <a:pt x="224" y="545"/>
                    <a:pt x="224" y="545"/>
                    <a:pt x="223" y="546"/>
                  </a:cubicBezTo>
                  <a:cubicBezTo>
                    <a:pt x="222" y="548"/>
                    <a:pt x="220" y="550"/>
                    <a:pt x="216" y="550"/>
                  </a:cubicBezTo>
                  <a:cubicBezTo>
                    <a:pt x="212" y="550"/>
                    <a:pt x="209" y="546"/>
                    <a:pt x="209" y="540"/>
                  </a:cubicBezTo>
                  <a:cubicBezTo>
                    <a:pt x="209" y="535"/>
                    <a:pt x="212" y="531"/>
                    <a:pt x="216" y="531"/>
                  </a:cubicBezTo>
                  <a:cubicBezTo>
                    <a:pt x="221" y="531"/>
                    <a:pt x="224" y="536"/>
                    <a:pt x="224" y="543"/>
                  </a:cubicBezTo>
                  <a:close/>
                  <a:moveTo>
                    <a:pt x="58" y="481"/>
                  </a:moveTo>
                  <a:cubicBezTo>
                    <a:pt x="98" y="481"/>
                    <a:pt x="98" y="481"/>
                    <a:pt x="98" y="481"/>
                  </a:cubicBezTo>
                  <a:cubicBezTo>
                    <a:pt x="98" y="469"/>
                    <a:pt x="98" y="469"/>
                    <a:pt x="98" y="469"/>
                  </a:cubicBezTo>
                  <a:cubicBezTo>
                    <a:pt x="58" y="469"/>
                    <a:pt x="58" y="469"/>
                    <a:pt x="58" y="469"/>
                  </a:cubicBezTo>
                  <a:lnTo>
                    <a:pt x="58" y="481"/>
                  </a:lnTo>
                  <a:close/>
                  <a:moveTo>
                    <a:pt x="396" y="481"/>
                  </a:moveTo>
                  <a:cubicBezTo>
                    <a:pt x="436" y="481"/>
                    <a:pt x="436" y="481"/>
                    <a:pt x="436" y="481"/>
                  </a:cubicBezTo>
                  <a:cubicBezTo>
                    <a:pt x="436" y="469"/>
                    <a:pt x="436" y="469"/>
                    <a:pt x="436" y="469"/>
                  </a:cubicBezTo>
                  <a:cubicBezTo>
                    <a:pt x="396" y="469"/>
                    <a:pt x="396" y="469"/>
                    <a:pt x="396" y="469"/>
                  </a:cubicBezTo>
                  <a:lnTo>
                    <a:pt x="396" y="481"/>
                  </a:lnTo>
                  <a:close/>
                  <a:moveTo>
                    <a:pt x="157" y="481"/>
                  </a:moveTo>
                  <a:cubicBezTo>
                    <a:pt x="198" y="481"/>
                    <a:pt x="198" y="481"/>
                    <a:pt x="198" y="481"/>
                  </a:cubicBezTo>
                  <a:cubicBezTo>
                    <a:pt x="198" y="469"/>
                    <a:pt x="198" y="469"/>
                    <a:pt x="198" y="469"/>
                  </a:cubicBezTo>
                  <a:cubicBezTo>
                    <a:pt x="157" y="469"/>
                    <a:pt x="157" y="469"/>
                    <a:pt x="157" y="469"/>
                  </a:cubicBezTo>
                  <a:lnTo>
                    <a:pt x="157" y="481"/>
                  </a:lnTo>
                  <a:close/>
                  <a:moveTo>
                    <a:pt x="299" y="481"/>
                  </a:moveTo>
                  <a:cubicBezTo>
                    <a:pt x="340" y="481"/>
                    <a:pt x="340" y="481"/>
                    <a:pt x="340" y="481"/>
                  </a:cubicBezTo>
                  <a:cubicBezTo>
                    <a:pt x="340" y="469"/>
                    <a:pt x="340" y="469"/>
                    <a:pt x="340" y="469"/>
                  </a:cubicBezTo>
                  <a:cubicBezTo>
                    <a:pt x="299" y="469"/>
                    <a:pt x="299" y="469"/>
                    <a:pt x="299" y="469"/>
                  </a:cubicBezTo>
                  <a:lnTo>
                    <a:pt x="299" y="481"/>
                  </a:lnTo>
                  <a:close/>
                  <a:moveTo>
                    <a:pt x="435" y="365"/>
                  </a:moveTo>
                  <a:cubicBezTo>
                    <a:pt x="397" y="365"/>
                    <a:pt x="397" y="365"/>
                    <a:pt x="397" y="365"/>
                  </a:cubicBezTo>
                  <a:cubicBezTo>
                    <a:pt x="397" y="373"/>
                    <a:pt x="397" y="373"/>
                    <a:pt x="397" y="373"/>
                  </a:cubicBezTo>
                  <a:cubicBezTo>
                    <a:pt x="396" y="373"/>
                    <a:pt x="396" y="373"/>
                    <a:pt x="396" y="373"/>
                  </a:cubicBezTo>
                  <a:cubicBezTo>
                    <a:pt x="396" y="365"/>
                    <a:pt x="396" y="365"/>
                    <a:pt x="396" y="365"/>
                  </a:cubicBezTo>
                  <a:cubicBezTo>
                    <a:pt x="340" y="365"/>
                    <a:pt x="340" y="365"/>
                    <a:pt x="340" y="365"/>
                  </a:cubicBezTo>
                  <a:cubicBezTo>
                    <a:pt x="340" y="373"/>
                    <a:pt x="340" y="373"/>
                    <a:pt x="340" y="373"/>
                  </a:cubicBezTo>
                  <a:cubicBezTo>
                    <a:pt x="338" y="373"/>
                    <a:pt x="338" y="373"/>
                    <a:pt x="338" y="373"/>
                  </a:cubicBezTo>
                  <a:cubicBezTo>
                    <a:pt x="338" y="365"/>
                    <a:pt x="338" y="365"/>
                    <a:pt x="338" y="365"/>
                  </a:cubicBezTo>
                  <a:cubicBezTo>
                    <a:pt x="301" y="365"/>
                    <a:pt x="301" y="365"/>
                    <a:pt x="301" y="365"/>
                  </a:cubicBezTo>
                  <a:cubicBezTo>
                    <a:pt x="301" y="373"/>
                    <a:pt x="301" y="373"/>
                    <a:pt x="301" y="373"/>
                  </a:cubicBezTo>
                  <a:cubicBezTo>
                    <a:pt x="299" y="373"/>
                    <a:pt x="299" y="373"/>
                    <a:pt x="299" y="373"/>
                  </a:cubicBezTo>
                  <a:cubicBezTo>
                    <a:pt x="299" y="365"/>
                    <a:pt x="299" y="365"/>
                    <a:pt x="299" y="365"/>
                  </a:cubicBezTo>
                  <a:cubicBezTo>
                    <a:pt x="198" y="365"/>
                    <a:pt x="198" y="365"/>
                    <a:pt x="198" y="365"/>
                  </a:cubicBezTo>
                  <a:cubicBezTo>
                    <a:pt x="198" y="373"/>
                    <a:pt x="198" y="373"/>
                    <a:pt x="198" y="373"/>
                  </a:cubicBezTo>
                  <a:cubicBezTo>
                    <a:pt x="196" y="373"/>
                    <a:pt x="196" y="373"/>
                    <a:pt x="196" y="373"/>
                  </a:cubicBezTo>
                  <a:cubicBezTo>
                    <a:pt x="196" y="365"/>
                    <a:pt x="196" y="365"/>
                    <a:pt x="196" y="365"/>
                  </a:cubicBezTo>
                  <a:cubicBezTo>
                    <a:pt x="159" y="365"/>
                    <a:pt x="159" y="365"/>
                    <a:pt x="159" y="365"/>
                  </a:cubicBezTo>
                  <a:cubicBezTo>
                    <a:pt x="159" y="373"/>
                    <a:pt x="159" y="373"/>
                    <a:pt x="159" y="373"/>
                  </a:cubicBezTo>
                  <a:cubicBezTo>
                    <a:pt x="157" y="373"/>
                    <a:pt x="157" y="373"/>
                    <a:pt x="157" y="373"/>
                  </a:cubicBezTo>
                  <a:cubicBezTo>
                    <a:pt x="157" y="365"/>
                    <a:pt x="157" y="365"/>
                    <a:pt x="157" y="365"/>
                  </a:cubicBezTo>
                  <a:cubicBezTo>
                    <a:pt x="98" y="365"/>
                    <a:pt x="98" y="365"/>
                    <a:pt x="98" y="365"/>
                  </a:cubicBezTo>
                  <a:cubicBezTo>
                    <a:pt x="98" y="373"/>
                    <a:pt x="98" y="373"/>
                    <a:pt x="98" y="373"/>
                  </a:cubicBezTo>
                  <a:cubicBezTo>
                    <a:pt x="97" y="373"/>
                    <a:pt x="97" y="373"/>
                    <a:pt x="97" y="373"/>
                  </a:cubicBezTo>
                  <a:cubicBezTo>
                    <a:pt x="97" y="365"/>
                    <a:pt x="97" y="365"/>
                    <a:pt x="97" y="365"/>
                  </a:cubicBezTo>
                  <a:cubicBezTo>
                    <a:pt x="59" y="365"/>
                    <a:pt x="59" y="365"/>
                    <a:pt x="59" y="365"/>
                  </a:cubicBezTo>
                  <a:cubicBezTo>
                    <a:pt x="59" y="373"/>
                    <a:pt x="59" y="373"/>
                    <a:pt x="59" y="373"/>
                  </a:cubicBezTo>
                  <a:cubicBezTo>
                    <a:pt x="58" y="373"/>
                    <a:pt x="58" y="373"/>
                    <a:pt x="58" y="373"/>
                  </a:cubicBezTo>
                  <a:cubicBezTo>
                    <a:pt x="58" y="467"/>
                    <a:pt x="58" y="467"/>
                    <a:pt x="58" y="467"/>
                  </a:cubicBezTo>
                  <a:cubicBezTo>
                    <a:pt x="98" y="467"/>
                    <a:pt x="98" y="467"/>
                    <a:pt x="98" y="467"/>
                  </a:cubicBezTo>
                  <a:cubicBezTo>
                    <a:pt x="98" y="382"/>
                    <a:pt x="98" y="382"/>
                    <a:pt x="98" y="382"/>
                  </a:cubicBezTo>
                  <a:cubicBezTo>
                    <a:pt x="157" y="382"/>
                    <a:pt x="157" y="382"/>
                    <a:pt x="157" y="382"/>
                  </a:cubicBezTo>
                  <a:cubicBezTo>
                    <a:pt x="157" y="467"/>
                    <a:pt x="157" y="467"/>
                    <a:pt x="157" y="467"/>
                  </a:cubicBezTo>
                  <a:cubicBezTo>
                    <a:pt x="198" y="467"/>
                    <a:pt x="198" y="467"/>
                    <a:pt x="198" y="467"/>
                  </a:cubicBezTo>
                  <a:cubicBezTo>
                    <a:pt x="198" y="382"/>
                    <a:pt x="198" y="382"/>
                    <a:pt x="198" y="382"/>
                  </a:cubicBezTo>
                  <a:cubicBezTo>
                    <a:pt x="299" y="382"/>
                    <a:pt x="299" y="382"/>
                    <a:pt x="299" y="382"/>
                  </a:cubicBezTo>
                  <a:cubicBezTo>
                    <a:pt x="299" y="467"/>
                    <a:pt x="299" y="467"/>
                    <a:pt x="299" y="467"/>
                  </a:cubicBezTo>
                  <a:cubicBezTo>
                    <a:pt x="340" y="467"/>
                    <a:pt x="340" y="467"/>
                    <a:pt x="340" y="467"/>
                  </a:cubicBezTo>
                  <a:cubicBezTo>
                    <a:pt x="340" y="382"/>
                    <a:pt x="340" y="382"/>
                    <a:pt x="340" y="382"/>
                  </a:cubicBezTo>
                  <a:cubicBezTo>
                    <a:pt x="396" y="382"/>
                    <a:pt x="396" y="382"/>
                    <a:pt x="396" y="382"/>
                  </a:cubicBezTo>
                  <a:cubicBezTo>
                    <a:pt x="396" y="467"/>
                    <a:pt x="396" y="467"/>
                    <a:pt x="396" y="467"/>
                  </a:cubicBezTo>
                  <a:cubicBezTo>
                    <a:pt x="436" y="467"/>
                    <a:pt x="436" y="467"/>
                    <a:pt x="436" y="467"/>
                  </a:cubicBezTo>
                  <a:cubicBezTo>
                    <a:pt x="436" y="373"/>
                    <a:pt x="436" y="373"/>
                    <a:pt x="436" y="373"/>
                  </a:cubicBezTo>
                  <a:cubicBezTo>
                    <a:pt x="435" y="373"/>
                    <a:pt x="435" y="373"/>
                    <a:pt x="435" y="373"/>
                  </a:cubicBezTo>
                  <a:lnTo>
                    <a:pt x="435" y="365"/>
                  </a:lnTo>
                  <a:close/>
                  <a:moveTo>
                    <a:pt x="188" y="327"/>
                  </a:moveTo>
                  <a:cubicBezTo>
                    <a:pt x="188" y="327"/>
                    <a:pt x="188" y="326"/>
                    <a:pt x="188" y="326"/>
                  </a:cubicBezTo>
                  <a:cubicBezTo>
                    <a:pt x="189" y="326"/>
                    <a:pt x="189" y="326"/>
                    <a:pt x="189" y="326"/>
                  </a:cubicBezTo>
                  <a:cubicBezTo>
                    <a:pt x="189" y="326"/>
                    <a:pt x="189" y="326"/>
                    <a:pt x="189" y="326"/>
                  </a:cubicBezTo>
                  <a:cubicBezTo>
                    <a:pt x="189" y="326"/>
                    <a:pt x="189" y="326"/>
                    <a:pt x="189" y="326"/>
                  </a:cubicBezTo>
                  <a:cubicBezTo>
                    <a:pt x="188" y="326"/>
                    <a:pt x="188" y="326"/>
                    <a:pt x="188" y="326"/>
                  </a:cubicBezTo>
                  <a:cubicBezTo>
                    <a:pt x="188" y="326"/>
                    <a:pt x="188" y="326"/>
                    <a:pt x="188" y="326"/>
                  </a:cubicBezTo>
                  <a:cubicBezTo>
                    <a:pt x="188" y="326"/>
                    <a:pt x="187" y="326"/>
                    <a:pt x="187" y="326"/>
                  </a:cubicBezTo>
                  <a:cubicBezTo>
                    <a:pt x="187" y="326"/>
                    <a:pt x="187" y="326"/>
                    <a:pt x="186" y="326"/>
                  </a:cubicBezTo>
                  <a:cubicBezTo>
                    <a:pt x="186" y="326"/>
                    <a:pt x="186" y="326"/>
                    <a:pt x="186" y="327"/>
                  </a:cubicBezTo>
                  <a:cubicBezTo>
                    <a:pt x="186" y="327"/>
                    <a:pt x="186" y="327"/>
                    <a:pt x="186" y="327"/>
                  </a:cubicBezTo>
                  <a:cubicBezTo>
                    <a:pt x="186" y="327"/>
                    <a:pt x="186" y="327"/>
                    <a:pt x="186" y="327"/>
                  </a:cubicBezTo>
                  <a:cubicBezTo>
                    <a:pt x="187" y="327"/>
                    <a:pt x="187" y="327"/>
                    <a:pt x="187" y="327"/>
                  </a:cubicBezTo>
                  <a:cubicBezTo>
                    <a:pt x="187" y="327"/>
                    <a:pt x="188" y="327"/>
                    <a:pt x="188" y="327"/>
                  </a:cubicBezTo>
                  <a:close/>
                  <a:moveTo>
                    <a:pt x="186" y="328"/>
                  </a:moveTo>
                  <a:cubicBezTo>
                    <a:pt x="186" y="328"/>
                    <a:pt x="186" y="328"/>
                    <a:pt x="186" y="329"/>
                  </a:cubicBezTo>
                  <a:cubicBezTo>
                    <a:pt x="186" y="329"/>
                    <a:pt x="186" y="329"/>
                    <a:pt x="186" y="329"/>
                  </a:cubicBezTo>
                  <a:cubicBezTo>
                    <a:pt x="186" y="329"/>
                    <a:pt x="186" y="329"/>
                    <a:pt x="186" y="329"/>
                  </a:cubicBezTo>
                  <a:cubicBezTo>
                    <a:pt x="186" y="329"/>
                    <a:pt x="186" y="329"/>
                    <a:pt x="186" y="328"/>
                  </a:cubicBezTo>
                  <a:cubicBezTo>
                    <a:pt x="186" y="328"/>
                    <a:pt x="186" y="328"/>
                    <a:pt x="186" y="328"/>
                  </a:cubicBezTo>
                  <a:cubicBezTo>
                    <a:pt x="186" y="328"/>
                    <a:pt x="186" y="328"/>
                    <a:pt x="186" y="328"/>
                  </a:cubicBezTo>
                  <a:close/>
                  <a:moveTo>
                    <a:pt x="188" y="324"/>
                  </a:moveTo>
                  <a:cubicBezTo>
                    <a:pt x="188" y="324"/>
                    <a:pt x="188" y="324"/>
                    <a:pt x="189" y="324"/>
                  </a:cubicBezTo>
                  <a:cubicBezTo>
                    <a:pt x="189" y="324"/>
                    <a:pt x="189" y="323"/>
                    <a:pt x="189" y="323"/>
                  </a:cubicBezTo>
                  <a:cubicBezTo>
                    <a:pt x="189" y="323"/>
                    <a:pt x="189" y="323"/>
                    <a:pt x="189" y="323"/>
                  </a:cubicBezTo>
                  <a:cubicBezTo>
                    <a:pt x="189" y="323"/>
                    <a:pt x="189" y="323"/>
                    <a:pt x="189" y="323"/>
                  </a:cubicBezTo>
                  <a:cubicBezTo>
                    <a:pt x="189" y="323"/>
                    <a:pt x="188" y="323"/>
                    <a:pt x="188" y="323"/>
                  </a:cubicBezTo>
                  <a:cubicBezTo>
                    <a:pt x="188" y="323"/>
                    <a:pt x="188" y="323"/>
                    <a:pt x="187" y="323"/>
                  </a:cubicBezTo>
                  <a:cubicBezTo>
                    <a:pt x="187" y="323"/>
                    <a:pt x="187" y="323"/>
                    <a:pt x="187" y="323"/>
                  </a:cubicBezTo>
                  <a:cubicBezTo>
                    <a:pt x="186" y="323"/>
                    <a:pt x="186" y="324"/>
                    <a:pt x="187" y="324"/>
                  </a:cubicBezTo>
                  <a:cubicBezTo>
                    <a:pt x="187" y="324"/>
                    <a:pt x="187" y="324"/>
                    <a:pt x="187" y="324"/>
                  </a:cubicBezTo>
                  <a:cubicBezTo>
                    <a:pt x="187" y="324"/>
                    <a:pt x="187" y="324"/>
                    <a:pt x="188" y="324"/>
                  </a:cubicBezTo>
                  <a:close/>
                  <a:moveTo>
                    <a:pt x="191" y="330"/>
                  </a:moveTo>
                  <a:cubicBezTo>
                    <a:pt x="190" y="330"/>
                    <a:pt x="190" y="330"/>
                    <a:pt x="190" y="331"/>
                  </a:cubicBezTo>
                  <a:cubicBezTo>
                    <a:pt x="189" y="331"/>
                    <a:pt x="189" y="331"/>
                    <a:pt x="190" y="331"/>
                  </a:cubicBezTo>
                  <a:cubicBezTo>
                    <a:pt x="190" y="332"/>
                    <a:pt x="190" y="332"/>
                    <a:pt x="190" y="332"/>
                  </a:cubicBezTo>
                  <a:cubicBezTo>
                    <a:pt x="190" y="332"/>
                    <a:pt x="190" y="332"/>
                    <a:pt x="190" y="332"/>
                  </a:cubicBezTo>
                  <a:cubicBezTo>
                    <a:pt x="191" y="331"/>
                    <a:pt x="191" y="331"/>
                    <a:pt x="191" y="331"/>
                  </a:cubicBezTo>
                  <a:cubicBezTo>
                    <a:pt x="191" y="331"/>
                    <a:pt x="191" y="331"/>
                    <a:pt x="191" y="331"/>
                  </a:cubicBezTo>
                  <a:cubicBezTo>
                    <a:pt x="191" y="330"/>
                    <a:pt x="191" y="330"/>
                    <a:pt x="191" y="330"/>
                  </a:cubicBezTo>
                  <a:close/>
                  <a:moveTo>
                    <a:pt x="193" y="330"/>
                  </a:moveTo>
                  <a:cubicBezTo>
                    <a:pt x="193" y="330"/>
                    <a:pt x="193" y="330"/>
                    <a:pt x="193" y="331"/>
                  </a:cubicBezTo>
                  <a:cubicBezTo>
                    <a:pt x="193" y="331"/>
                    <a:pt x="193" y="331"/>
                    <a:pt x="192" y="331"/>
                  </a:cubicBezTo>
                  <a:cubicBezTo>
                    <a:pt x="192" y="331"/>
                    <a:pt x="192" y="331"/>
                    <a:pt x="192" y="331"/>
                  </a:cubicBezTo>
                  <a:cubicBezTo>
                    <a:pt x="192" y="332"/>
                    <a:pt x="192" y="332"/>
                    <a:pt x="192" y="332"/>
                  </a:cubicBezTo>
                  <a:cubicBezTo>
                    <a:pt x="193" y="332"/>
                    <a:pt x="193" y="332"/>
                    <a:pt x="194" y="332"/>
                  </a:cubicBezTo>
                  <a:cubicBezTo>
                    <a:pt x="194" y="332"/>
                    <a:pt x="195" y="331"/>
                    <a:pt x="194" y="331"/>
                  </a:cubicBezTo>
                  <a:cubicBezTo>
                    <a:pt x="194" y="331"/>
                    <a:pt x="194" y="331"/>
                    <a:pt x="194" y="331"/>
                  </a:cubicBezTo>
                  <a:cubicBezTo>
                    <a:pt x="194" y="330"/>
                    <a:pt x="194" y="330"/>
                    <a:pt x="193" y="330"/>
                  </a:cubicBezTo>
                  <a:cubicBezTo>
                    <a:pt x="193" y="330"/>
                    <a:pt x="193" y="330"/>
                    <a:pt x="193" y="330"/>
                  </a:cubicBezTo>
                  <a:close/>
                  <a:moveTo>
                    <a:pt x="189" y="334"/>
                  </a:moveTo>
                  <a:cubicBezTo>
                    <a:pt x="188" y="334"/>
                    <a:pt x="188" y="335"/>
                    <a:pt x="187" y="335"/>
                  </a:cubicBezTo>
                  <a:cubicBezTo>
                    <a:pt x="187" y="335"/>
                    <a:pt x="187" y="335"/>
                    <a:pt x="187" y="335"/>
                  </a:cubicBezTo>
                  <a:cubicBezTo>
                    <a:pt x="187" y="335"/>
                    <a:pt x="187" y="335"/>
                    <a:pt x="187" y="336"/>
                  </a:cubicBezTo>
                  <a:cubicBezTo>
                    <a:pt x="187" y="336"/>
                    <a:pt x="187" y="336"/>
                    <a:pt x="187" y="336"/>
                  </a:cubicBezTo>
                  <a:cubicBezTo>
                    <a:pt x="188" y="336"/>
                    <a:pt x="188" y="336"/>
                    <a:pt x="188" y="336"/>
                  </a:cubicBezTo>
                  <a:cubicBezTo>
                    <a:pt x="188" y="335"/>
                    <a:pt x="189" y="335"/>
                    <a:pt x="189" y="335"/>
                  </a:cubicBezTo>
                  <a:cubicBezTo>
                    <a:pt x="189" y="335"/>
                    <a:pt x="189" y="335"/>
                    <a:pt x="189" y="335"/>
                  </a:cubicBezTo>
                  <a:cubicBezTo>
                    <a:pt x="190" y="335"/>
                    <a:pt x="190" y="335"/>
                    <a:pt x="190" y="335"/>
                  </a:cubicBezTo>
                  <a:cubicBezTo>
                    <a:pt x="190" y="335"/>
                    <a:pt x="190" y="335"/>
                    <a:pt x="190" y="335"/>
                  </a:cubicBezTo>
                  <a:cubicBezTo>
                    <a:pt x="189" y="334"/>
                    <a:pt x="189" y="334"/>
                    <a:pt x="189" y="334"/>
                  </a:cubicBezTo>
                  <a:close/>
                  <a:moveTo>
                    <a:pt x="149" y="333"/>
                  </a:moveTo>
                  <a:cubicBezTo>
                    <a:pt x="149" y="333"/>
                    <a:pt x="148" y="333"/>
                    <a:pt x="148" y="333"/>
                  </a:cubicBezTo>
                  <a:cubicBezTo>
                    <a:pt x="148" y="333"/>
                    <a:pt x="148" y="333"/>
                    <a:pt x="148" y="333"/>
                  </a:cubicBezTo>
                  <a:cubicBezTo>
                    <a:pt x="147" y="333"/>
                    <a:pt x="146" y="333"/>
                    <a:pt x="146" y="332"/>
                  </a:cubicBezTo>
                  <a:cubicBezTo>
                    <a:pt x="146" y="332"/>
                    <a:pt x="146" y="332"/>
                    <a:pt x="146" y="332"/>
                  </a:cubicBezTo>
                  <a:cubicBezTo>
                    <a:pt x="146" y="331"/>
                    <a:pt x="146" y="331"/>
                    <a:pt x="146" y="331"/>
                  </a:cubicBezTo>
                  <a:cubicBezTo>
                    <a:pt x="147" y="331"/>
                    <a:pt x="147" y="331"/>
                    <a:pt x="147" y="330"/>
                  </a:cubicBezTo>
                  <a:cubicBezTo>
                    <a:pt x="147" y="330"/>
                    <a:pt x="148" y="330"/>
                    <a:pt x="148" y="330"/>
                  </a:cubicBezTo>
                  <a:cubicBezTo>
                    <a:pt x="148" y="330"/>
                    <a:pt x="148" y="330"/>
                    <a:pt x="148" y="330"/>
                  </a:cubicBezTo>
                  <a:cubicBezTo>
                    <a:pt x="148" y="329"/>
                    <a:pt x="148" y="329"/>
                    <a:pt x="148" y="329"/>
                  </a:cubicBezTo>
                  <a:cubicBezTo>
                    <a:pt x="148" y="329"/>
                    <a:pt x="147" y="329"/>
                    <a:pt x="147" y="329"/>
                  </a:cubicBezTo>
                  <a:cubicBezTo>
                    <a:pt x="147" y="329"/>
                    <a:pt x="147" y="329"/>
                    <a:pt x="147" y="329"/>
                  </a:cubicBezTo>
                  <a:cubicBezTo>
                    <a:pt x="146" y="329"/>
                    <a:pt x="146" y="329"/>
                    <a:pt x="146" y="329"/>
                  </a:cubicBezTo>
                  <a:cubicBezTo>
                    <a:pt x="146" y="329"/>
                    <a:pt x="145" y="329"/>
                    <a:pt x="145" y="329"/>
                  </a:cubicBezTo>
                  <a:cubicBezTo>
                    <a:pt x="145" y="329"/>
                    <a:pt x="145" y="329"/>
                    <a:pt x="145" y="330"/>
                  </a:cubicBezTo>
                  <a:cubicBezTo>
                    <a:pt x="144" y="330"/>
                    <a:pt x="144" y="330"/>
                    <a:pt x="144" y="331"/>
                  </a:cubicBezTo>
                  <a:cubicBezTo>
                    <a:pt x="144" y="331"/>
                    <a:pt x="144" y="331"/>
                    <a:pt x="144" y="331"/>
                  </a:cubicBezTo>
                  <a:cubicBezTo>
                    <a:pt x="144" y="332"/>
                    <a:pt x="144" y="332"/>
                    <a:pt x="145" y="332"/>
                  </a:cubicBezTo>
                  <a:cubicBezTo>
                    <a:pt x="145" y="332"/>
                    <a:pt x="145" y="332"/>
                    <a:pt x="145" y="333"/>
                  </a:cubicBezTo>
                  <a:cubicBezTo>
                    <a:pt x="145" y="333"/>
                    <a:pt x="146" y="333"/>
                    <a:pt x="146" y="334"/>
                  </a:cubicBezTo>
                  <a:cubicBezTo>
                    <a:pt x="146" y="334"/>
                    <a:pt x="146" y="334"/>
                    <a:pt x="146" y="335"/>
                  </a:cubicBezTo>
                  <a:cubicBezTo>
                    <a:pt x="146" y="335"/>
                    <a:pt x="147" y="336"/>
                    <a:pt x="147" y="336"/>
                  </a:cubicBezTo>
                  <a:cubicBezTo>
                    <a:pt x="147" y="336"/>
                    <a:pt x="148" y="335"/>
                    <a:pt x="148" y="335"/>
                  </a:cubicBezTo>
                  <a:cubicBezTo>
                    <a:pt x="148" y="335"/>
                    <a:pt x="149" y="335"/>
                    <a:pt x="150" y="336"/>
                  </a:cubicBezTo>
                  <a:cubicBezTo>
                    <a:pt x="150" y="336"/>
                    <a:pt x="151" y="335"/>
                    <a:pt x="151" y="335"/>
                  </a:cubicBezTo>
                  <a:cubicBezTo>
                    <a:pt x="151" y="335"/>
                    <a:pt x="152" y="335"/>
                    <a:pt x="152" y="334"/>
                  </a:cubicBezTo>
                  <a:cubicBezTo>
                    <a:pt x="152" y="334"/>
                    <a:pt x="152" y="334"/>
                    <a:pt x="152" y="333"/>
                  </a:cubicBezTo>
                  <a:cubicBezTo>
                    <a:pt x="152" y="333"/>
                    <a:pt x="152" y="333"/>
                    <a:pt x="152" y="333"/>
                  </a:cubicBezTo>
                  <a:cubicBezTo>
                    <a:pt x="152" y="333"/>
                    <a:pt x="152" y="333"/>
                    <a:pt x="152" y="333"/>
                  </a:cubicBezTo>
                  <a:cubicBezTo>
                    <a:pt x="152" y="333"/>
                    <a:pt x="152" y="333"/>
                    <a:pt x="152" y="333"/>
                  </a:cubicBezTo>
                  <a:cubicBezTo>
                    <a:pt x="151" y="333"/>
                    <a:pt x="150" y="333"/>
                    <a:pt x="149" y="333"/>
                  </a:cubicBezTo>
                  <a:cubicBezTo>
                    <a:pt x="149" y="333"/>
                    <a:pt x="149" y="333"/>
                    <a:pt x="149" y="333"/>
                  </a:cubicBezTo>
                  <a:close/>
                  <a:moveTo>
                    <a:pt x="193" y="333"/>
                  </a:moveTo>
                  <a:cubicBezTo>
                    <a:pt x="193" y="333"/>
                    <a:pt x="192" y="333"/>
                    <a:pt x="192" y="333"/>
                  </a:cubicBezTo>
                  <a:cubicBezTo>
                    <a:pt x="192" y="334"/>
                    <a:pt x="191" y="334"/>
                    <a:pt x="191" y="334"/>
                  </a:cubicBezTo>
                  <a:cubicBezTo>
                    <a:pt x="191" y="335"/>
                    <a:pt x="191" y="335"/>
                    <a:pt x="191" y="335"/>
                  </a:cubicBezTo>
                  <a:cubicBezTo>
                    <a:pt x="192" y="335"/>
                    <a:pt x="192" y="335"/>
                    <a:pt x="192" y="335"/>
                  </a:cubicBezTo>
                  <a:cubicBezTo>
                    <a:pt x="192" y="335"/>
                    <a:pt x="192" y="335"/>
                    <a:pt x="193" y="335"/>
                  </a:cubicBezTo>
                  <a:cubicBezTo>
                    <a:pt x="193" y="335"/>
                    <a:pt x="193" y="335"/>
                    <a:pt x="193" y="335"/>
                  </a:cubicBezTo>
                  <a:cubicBezTo>
                    <a:pt x="194" y="335"/>
                    <a:pt x="194" y="335"/>
                    <a:pt x="194" y="334"/>
                  </a:cubicBezTo>
                  <a:cubicBezTo>
                    <a:pt x="194" y="334"/>
                    <a:pt x="194" y="334"/>
                    <a:pt x="194" y="334"/>
                  </a:cubicBezTo>
                  <a:cubicBezTo>
                    <a:pt x="194" y="334"/>
                    <a:pt x="194" y="333"/>
                    <a:pt x="194" y="333"/>
                  </a:cubicBezTo>
                  <a:cubicBezTo>
                    <a:pt x="194" y="333"/>
                    <a:pt x="193" y="333"/>
                    <a:pt x="193" y="333"/>
                  </a:cubicBezTo>
                  <a:close/>
                  <a:moveTo>
                    <a:pt x="111" y="326"/>
                  </a:moveTo>
                  <a:cubicBezTo>
                    <a:pt x="111" y="326"/>
                    <a:pt x="111" y="326"/>
                    <a:pt x="112" y="325"/>
                  </a:cubicBezTo>
                  <a:cubicBezTo>
                    <a:pt x="112" y="325"/>
                    <a:pt x="112" y="325"/>
                    <a:pt x="113" y="325"/>
                  </a:cubicBezTo>
                  <a:cubicBezTo>
                    <a:pt x="113" y="325"/>
                    <a:pt x="113" y="325"/>
                    <a:pt x="113" y="325"/>
                  </a:cubicBezTo>
                  <a:cubicBezTo>
                    <a:pt x="113" y="325"/>
                    <a:pt x="113" y="325"/>
                    <a:pt x="113" y="324"/>
                  </a:cubicBezTo>
                  <a:cubicBezTo>
                    <a:pt x="113" y="324"/>
                    <a:pt x="113" y="324"/>
                    <a:pt x="113" y="324"/>
                  </a:cubicBezTo>
                  <a:cubicBezTo>
                    <a:pt x="112" y="324"/>
                    <a:pt x="112" y="324"/>
                    <a:pt x="112" y="324"/>
                  </a:cubicBezTo>
                  <a:cubicBezTo>
                    <a:pt x="111" y="324"/>
                    <a:pt x="111" y="324"/>
                    <a:pt x="111" y="324"/>
                  </a:cubicBezTo>
                  <a:cubicBezTo>
                    <a:pt x="111" y="324"/>
                    <a:pt x="110" y="325"/>
                    <a:pt x="110" y="325"/>
                  </a:cubicBezTo>
                  <a:cubicBezTo>
                    <a:pt x="110" y="325"/>
                    <a:pt x="110" y="325"/>
                    <a:pt x="110" y="325"/>
                  </a:cubicBezTo>
                  <a:cubicBezTo>
                    <a:pt x="109" y="325"/>
                    <a:pt x="109" y="325"/>
                    <a:pt x="109" y="325"/>
                  </a:cubicBezTo>
                  <a:cubicBezTo>
                    <a:pt x="109" y="326"/>
                    <a:pt x="110" y="326"/>
                    <a:pt x="110" y="326"/>
                  </a:cubicBezTo>
                  <a:cubicBezTo>
                    <a:pt x="110" y="326"/>
                    <a:pt x="110" y="326"/>
                    <a:pt x="111" y="326"/>
                  </a:cubicBezTo>
                  <a:close/>
                  <a:moveTo>
                    <a:pt x="107" y="329"/>
                  </a:moveTo>
                  <a:cubicBezTo>
                    <a:pt x="107" y="330"/>
                    <a:pt x="107" y="331"/>
                    <a:pt x="107" y="331"/>
                  </a:cubicBezTo>
                  <a:cubicBezTo>
                    <a:pt x="107" y="332"/>
                    <a:pt x="107" y="332"/>
                    <a:pt x="108" y="332"/>
                  </a:cubicBezTo>
                  <a:cubicBezTo>
                    <a:pt x="108" y="332"/>
                    <a:pt x="108" y="332"/>
                    <a:pt x="108" y="332"/>
                  </a:cubicBezTo>
                  <a:cubicBezTo>
                    <a:pt x="108" y="332"/>
                    <a:pt x="108" y="332"/>
                    <a:pt x="109" y="332"/>
                  </a:cubicBezTo>
                  <a:cubicBezTo>
                    <a:pt x="109" y="332"/>
                    <a:pt x="110" y="332"/>
                    <a:pt x="110" y="332"/>
                  </a:cubicBezTo>
                  <a:cubicBezTo>
                    <a:pt x="111" y="332"/>
                    <a:pt x="111" y="332"/>
                    <a:pt x="111" y="332"/>
                  </a:cubicBezTo>
                  <a:cubicBezTo>
                    <a:pt x="111" y="332"/>
                    <a:pt x="112" y="331"/>
                    <a:pt x="112" y="331"/>
                  </a:cubicBezTo>
                  <a:cubicBezTo>
                    <a:pt x="112" y="331"/>
                    <a:pt x="112" y="331"/>
                    <a:pt x="113" y="331"/>
                  </a:cubicBezTo>
                  <a:cubicBezTo>
                    <a:pt x="113" y="331"/>
                    <a:pt x="113" y="331"/>
                    <a:pt x="113" y="331"/>
                  </a:cubicBezTo>
                  <a:cubicBezTo>
                    <a:pt x="112" y="331"/>
                    <a:pt x="112" y="331"/>
                    <a:pt x="112" y="331"/>
                  </a:cubicBezTo>
                  <a:cubicBezTo>
                    <a:pt x="112" y="330"/>
                    <a:pt x="112" y="330"/>
                    <a:pt x="111" y="331"/>
                  </a:cubicBezTo>
                  <a:cubicBezTo>
                    <a:pt x="111" y="331"/>
                    <a:pt x="111" y="331"/>
                    <a:pt x="111" y="331"/>
                  </a:cubicBezTo>
                  <a:cubicBezTo>
                    <a:pt x="110" y="331"/>
                    <a:pt x="110" y="331"/>
                    <a:pt x="110" y="331"/>
                  </a:cubicBezTo>
                  <a:cubicBezTo>
                    <a:pt x="110" y="331"/>
                    <a:pt x="110" y="331"/>
                    <a:pt x="109" y="331"/>
                  </a:cubicBezTo>
                  <a:cubicBezTo>
                    <a:pt x="109" y="330"/>
                    <a:pt x="109" y="330"/>
                    <a:pt x="109" y="330"/>
                  </a:cubicBezTo>
                  <a:cubicBezTo>
                    <a:pt x="108" y="330"/>
                    <a:pt x="108" y="329"/>
                    <a:pt x="108" y="329"/>
                  </a:cubicBezTo>
                  <a:cubicBezTo>
                    <a:pt x="108" y="329"/>
                    <a:pt x="108" y="329"/>
                    <a:pt x="108" y="328"/>
                  </a:cubicBezTo>
                  <a:cubicBezTo>
                    <a:pt x="108" y="328"/>
                    <a:pt x="108" y="328"/>
                    <a:pt x="108" y="328"/>
                  </a:cubicBezTo>
                  <a:cubicBezTo>
                    <a:pt x="108" y="327"/>
                    <a:pt x="108" y="326"/>
                    <a:pt x="108" y="325"/>
                  </a:cubicBezTo>
                  <a:cubicBezTo>
                    <a:pt x="108" y="325"/>
                    <a:pt x="107" y="324"/>
                    <a:pt x="107" y="324"/>
                  </a:cubicBezTo>
                  <a:cubicBezTo>
                    <a:pt x="107" y="324"/>
                    <a:pt x="107" y="324"/>
                    <a:pt x="107" y="324"/>
                  </a:cubicBezTo>
                  <a:cubicBezTo>
                    <a:pt x="107" y="325"/>
                    <a:pt x="107" y="326"/>
                    <a:pt x="107" y="326"/>
                  </a:cubicBezTo>
                  <a:cubicBezTo>
                    <a:pt x="107" y="327"/>
                    <a:pt x="107" y="328"/>
                    <a:pt x="107" y="329"/>
                  </a:cubicBezTo>
                  <a:close/>
                  <a:moveTo>
                    <a:pt x="112" y="327"/>
                  </a:moveTo>
                  <a:cubicBezTo>
                    <a:pt x="112" y="328"/>
                    <a:pt x="111" y="328"/>
                    <a:pt x="111" y="328"/>
                  </a:cubicBezTo>
                  <a:cubicBezTo>
                    <a:pt x="111" y="328"/>
                    <a:pt x="111" y="328"/>
                    <a:pt x="111" y="328"/>
                  </a:cubicBezTo>
                  <a:cubicBezTo>
                    <a:pt x="110" y="329"/>
                    <a:pt x="111" y="329"/>
                    <a:pt x="111" y="329"/>
                  </a:cubicBezTo>
                  <a:cubicBezTo>
                    <a:pt x="111" y="329"/>
                    <a:pt x="111" y="329"/>
                    <a:pt x="112" y="329"/>
                  </a:cubicBezTo>
                  <a:cubicBezTo>
                    <a:pt x="112" y="329"/>
                    <a:pt x="112" y="329"/>
                    <a:pt x="112" y="329"/>
                  </a:cubicBezTo>
                  <a:cubicBezTo>
                    <a:pt x="112" y="329"/>
                    <a:pt x="113" y="329"/>
                    <a:pt x="113" y="329"/>
                  </a:cubicBezTo>
                  <a:cubicBezTo>
                    <a:pt x="113" y="329"/>
                    <a:pt x="113" y="329"/>
                    <a:pt x="113" y="328"/>
                  </a:cubicBezTo>
                  <a:cubicBezTo>
                    <a:pt x="113" y="328"/>
                    <a:pt x="113" y="328"/>
                    <a:pt x="113" y="328"/>
                  </a:cubicBezTo>
                  <a:cubicBezTo>
                    <a:pt x="113" y="328"/>
                    <a:pt x="113" y="328"/>
                    <a:pt x="113" y="327"/>
                  </a:cubicBezTo>
                  <a:cubicBezTo>
                    <a:pt x="112" y="327"/>
                    <a:pt x="112" y="327"/>
                    <a:pt x="112" y="327"/>
                  </a:cubicBezTo>
                  <a:close/>
                  <a:moveTo>
                    <a:pt x="121" y="317"/>
                  </a:moveTo>
                  <a:cubicBezTo>
                    <a:pt x="121" y="317"/>
                    <a:pt x="120" y="317"/>
                    <a:pt x="120" y="317"/>
                  </a:cubicBezTo>
                  <a:cubicBezTo>
                    <a:pt x="119" y="317"/>
                    <a:pt x="119" y="317"/>
                    <a:pt x="118" y="317"/>
                  </a:cubicBezTo>
                  <a:cubicBezTo>
                    <a:pt x="118" y="317"/>
                    <a:pt x="118" y="317"/>
                    <a:pt x="117" y="317"/>
                  </a:cubicBezTo>
                  <a:cubicBezTo>
                    <a:pt x="117" y="317"/>
                    <a:pt x="117" y="317"/>
                    <a:pt x="116" y="317"/>
                  </a:cubicBezTo>
                  <a:cubicBezTo>
                    <a:pt x="116" y="317"/>
                    <a:pt x="116" y="317"/>
                    <a:pt x="116" y="317"/>
                  </a:cubicBezTo>
                  <a:cubicBezTo>
                    <a:pt x="116" y="317"/>
                    <a:pt x="116" y="317"/>
                    <a:pt x="116" y="317"/>
                  </a:cubicBezTo>
                  <a:cubicBezTo>
                    <a:pt x="115" y="317"/>
                    <a:pt x="115" y="317"/>
                    <a:pt x="115" y="317"/>
                  </a:cubicBezTo>
                  <a:cubicBezTo>
                    <a:pt x="115" y="317"/>
                    <a:pt x="115" y="317"/>
                    <a:pt x="115" y="317"/>
                  </a:cubicBezTo>
                  <a:cubicBezTo>
                    <a:pt x="115" y="317"/>
                    <a:pt x="116" y="318"/>
                    <a:pt x="116" y="318"/>
                  </a:cubicBezTo>
                  <a:cubicBezTo>
                    <a:pt x="116" y="318"/>
                    <a:pt x="117" y="318"/>
                    <a:pt x="117" y="318"/>
                  </a:cubicBezTo>
                  <a:cubicBezTo>
                    <a:pt x="118" y="318"/>
                    <a:pt x="118" y="318"/>
                    <a:pt x="118" y="318"/>
                  </a:cubicBezTo>
                  <a:cubicBezTo>
                    <a:pt x="119" y="318"/>
                    <a:pt x="119" y="319"/>
                    <a:pt x="119" y="319"/>
                  </a:cubicBezTo>
                  <a:cubicBezTo>
                    <a:pt x="119" y="319"/>
                    <a:pt x="119" y="320"/>
                    <a:pt x="118" y="320"/>
                  </a:cubicBezTo>
                  <a:cubicBezTo>
                    <a:pt x="118" y="320"/>
                    <a:pt x="117" y="320"/>
                    <a:pt x="117" y="320"/>
                  </a:cubicBezTo>
                  <a:cubicBezTo>
                    <a:pt x="117" y="320"/>
                    <a:pt x="117" y="320"/>
                    <a:pt x="116" y="320"/>
                  </a:cubicBezTo>
                  <a:cubicBezTo>
                    <a:pt x="116" y="320"/>
                    <a:pt x="116" y="321"/>
                    <a:pt x="116" y="321"/>
                  </a:cubicBezTo>
                  <a:cubicBezTo>
                    <a:pt x="116" y="321"/>
                    <a:pt x="116" y="321"/>
                    <a:pt x="116" y="321"/>
                  </a:cubicBezTo>
                  <a:cubicBezTo>
                    <a:pt x="116" y="321"/>
                    <a:pt x="116" y="321"/>
                    <a:pt x="116" y="321"/>
                  </a:cubicBezTo>
                  <a:cubicBezTo>
                    <a:pt x="117" y="321"/>
                    <a:pt x="117" y="321"/>
                    <a:pt x="118" y="321"/>
                  </a:cubicBezTo>
                  <a:cubicBezTo>
                    <a:pt x="118" y="321"/>
                    <a:pt x="118" y="321"/>
                    <a:pt x="118" y="321"/>
                  </a:cubicBezTo>
                  <a:cubicBezTo>
                    <a:pt x="119" y="321"/>
                    <a:pt x="119" y="321"/>
                    <a:pt x="120" y="321"/>
                  </a:cubicBezTo>
                  <a:cubicBezTo>
                    <a:pt x="120" y="321"/>
                    <a:pt x="120" y="321"/>
                    <a:pt x="120" y="321"/>
                  </a:cubicBezTo>
                  <a:cubicBezTo>
                    <a:pt x="120" y="322"/>
                    <a:pt x="120" y="323"/>
                    <a:pt x="120" y="324"/>
                  </a:cubicBezTo>
                  <a:cubicBezTo>
                    <a:pt x="120" y="324"/>
                    <a:pt x="120" y="324"/>
                    <a:pt x="120" y="324"/>
                  </a:cubicBezTo>
                  <a:cubicBezTo>
                    <a:pt x="120" y="324"/>
                    <a:pt x="120" y="325"/>
                    <a:pt x="120" y="325"/>
                  </a:cubicBezTo>
                  <a:cubicBezTo>
                    <a:pt x="119" y="326"/>
                    <a:pt x="119" y="327"/>
                    <a:pt x="119" y="328"/>
                  </a:cubicBezTo>
                  <a:cubicBezTo>
                    <a:pt x="119" y="328"/>
                    <a:pt x="119" y="328"/>
                    <a:pt x="119" y="328"/>
                  </a:cubicBezTo>
                  <a:cubicBezTo>
                    <a:pt x="119" y="328"/>
                    <a:pt x="119" y="328"/>
                    <a:pt x="119" y="329"/>
                  </a:cubicBezTo>
                  <a:cubicBezTo>
                    <a:pt x="119" y="329"/>
                    <a:pt x="119" y="329"/>
                    <a:pt x="119" y="329"/>
                  </a:cubicBezTo>
                  <a:cubicBezTo>
                    <a:pt x="119" y="329"/>
                    <a:pt x="119" y="329"/>
                    <a:pt x="119" y="329"/>
                  </a:cubicBezTo>
                  <a:cubicBezTo>
                    <a:pt x="119" y="330"/>
                    <a:pt x="119" y="330"/>
                    <a:pt x="119" y="330"/>
                  </a:cubicBezTo>
                  <a:cubicBezTo>
                    <a:pt x="120" y="330"/>
                    <a:pt x="120" y="330"/>
                    <a:pt x="121" y="330"/>
                  </a:cubicBezTo>
                  <a:cubicBezTo>
                    <a:pt x="121" y="330"/>
                    <a:pt x="121" y="330"/>
                    <a:pt x="121" y="330"/>
                  </a:cubicBezTo>
                  <a:cubicBezTo>
                    <a:pt x="121" y="329"/>
                    <a:pt x="121" y="328"/>
                    <a:pt x="121" y="327"/>
                  </a:cubicBezTo>
                  <a:cubicBezTo>
                    <a:pt x="121" y="326"/>
                    <a:pt x="121" y="325"/>
                    <a:pt x="121" y="325"/>
                  </a:cubicBezTo>
                  <a:cubicBezTo>
                    <a:pt x="121" y="324"/>
                    <a:pt x="121" y="323"/>
                    <a:pt x="121" y="322"/>
                  </a:cubicBezTo>
                  <a:cubicBezTo>
                    <a:pt x="121" y="322"/>
                    <a:pt x="121" y="321"/>
                    <a:pt x="122" y="320"/>
                  </a:cubicBezTo>
                  <a:cubicBezTo>
                    <a:pt x="122" y="320"/>
                    <a:pt x="122" y="320"/>
                    <a:pt x="122" y="320"/>
                  </a:cubicBezTo>
                  <a:cubicBezTo>
                    <a:pt x="122" y="319"/>
                    <a:pt x="122" y="319"/>
                    <a:pt x="122" y="318"/>
                  </a:cubicBezTo>
                  <a:cubicBezTo>
                    <a:pt x="122" y="318"/>
                    <a:pt x="121" y="317"/>
                    <a:pt x="121" y="317"/>
                  </a:cubicBezTo>
                  <a:close/>
                  <a:moveTo>
                    <a:pt x="113" y="335"/>
                  </a:moveTo>
                  <a:cubicBezTo>
                    <a:pt x="113" y="335"/>
                    <a:pt x="112" y="335"/>
                    <a:pt x="112" y="335"/>
                  </a:cubicBezTo>
                  <a:cubicBezTo>
                    <a:pt x="112" y="335"/>
                    <a:pt x="112" y="334"/>
                    <a:pt x="112" y="334"/>
                  </a:cubicBezTo>
                  <a:cubicBezTo>
                    <a:pt x="112" y="334"/>
                    <a:pt x="112" y="334"/>
                    <a:pt x="112" y="334"/>
                  </a:cubicBezTo>
                  <a:cubicBezTo>
                    <a:pt x="112" y="333"/>
                    <a:pt x="112" y="333"/>
                    <a:pt x="111" y="333"/>
                  </a:cubicBezTo>
                  <a:cubicBezTo>
                    <a:pt x="111" y="333"/>
                    <a:pt x="111" y="333"/>
                    <a:pt x="111" y="333"/>
                  </a:cubicBezTo>
                  <a:cubicBezTo>
                    <a:pt x="111" y="333"/>
                    <a:pt x="111" y="333"/>
                    <a:pt x="110" y="334"/>
                  </a:cubicBezTo>
                  <a:cubicBezTo>
                    <a:pt x="110" y="334"/>
                    <a:pt x="110" y="334"/>
                    <a:pt x="110" y="334"/>
                  </a:cubicBezTo>
                  <a:cubicBezTo>
                    <a:pt x="110" y="333"/>
                    <a:pt x="109" y="333"/>
                    <a:pt x="109" y="333"/>
                  </a:cubicBezTo>
                  <a:cubicBezTo>
                    <a:pt x="109" y="333"/>
                    <a:pt x="109" y="333"/>
                    <a:pt x="108" y="333"/>
                  </a:cubicBezTo>
                  <a:cubicBezTo>
                    <a:pt x="108" y="333"/>
                    <a:pt x="108" y="333"/>
                    <a:pt x="108" y="333"/>
                  </a:cubicBezTo>
                  <a:cubicBezTo>
                    <a:pt x="108" y="333"/>
                    <a:pt x="107" y="333"/>
                    <a:pt x="107" y="333"/>
                  </a:cubicBezTo>
                  <a:cubicBezTo>
                    <a:pt x="107" y="333"/>
                    <a:pt x="107" y="334"/>
                    <a:pt x="107" y="334"/>
                  </a:cubicBezTo>
                  <a:cubicBezTo>
                    <a:pt x="107" y="334"/>
                    <a:pt x="106" y="335"/>
                    <a:pt x="106" y="335"/>
                  </a:cubicBezTo>
                  <a:cubicBezTo>
                    <a:pt x="106" y="335"/>
                    <a:pt x="106" y="335"/>
                    <a:pt x="106" y="335"/>
                  </a:cubicBezTo>
                  <a:cubicBezTo>
                    <a:pt x="106" y="336"/>
                    <a:pt x="107" y="336"/>
                    <a:pt x="107" y="336"/>
                  </a:cubicBezTo>
                  <a:cubicBezTo>
                    <a:pt x="107" y="336"/>
                    <a:pt x="107" y="336"/>
                    <a:pt x="107" y="336"/>
                  </a:cubicBezTo>
                  <a:cubicBezTo>
                    <a:pt x="108" y="336"/>
                    <a:pt x="108" y="336"/>
                    <a:pt x="109" y="336"/>
                  </a:cubicBezTo>
                  <a:cubicBezTo>
                    <a:pt x="109" y="336"/>
                    <a:pt x="109" y="336"/>
                    <a:pt x="109" y="336"/>
                  </a:cubicBezTo>
                  <a:cubicBezTo>
                    <a:pt x="110" y="336"/>
                    <a:pt x="110" y="336"/>
                    <a:pt x="111" y="336"/>
                  </a:cubicBezTo>
                  <a:cubicBezTo>
                    <a:pt x="111" y="336"/>
                    <a:pt x="112" y="336"/>
                    <a:pt x="112" y="336"/>
                  </a:cubicBezTo>
                  <a:cubicBezTo>
                    <a:pt x="112" y="336"/>
                    <a:pt x="112" y="336"/>
                    <a:pt x="113" y="336"/>
                  </a:cubicBezTo>
                  <a:cubicBezTo>
                    <a:pt x="113" y="336"/>
                    <a:pt x="113" y="336"/>
                    <a:pt x="113" y="336"/>
                  </a:cubicBezTo>
                  <a:cubicBezTo>
                    <a:pt x="113" y="336"/>
                    <a:pt x="113" y="336"/>
                    <a:pt x="113" y="336"/>
                  </a:cubicBezTo>
                  <a:cubicBezTo>
                    <a:pt x="113" y="335"/>
                    <a:pt x="113" y="335"/>
                    <a:pt x="113" y="335"/>
                  </a:cubicBezTo>
                  <a:close/>
                  <a:moveTo>
                    <a:pt x="119" y="323"/>
                  </a:moveTo>
                  <a:cubicBezTo>
                    <a:pt x="119" y="323"/>
                    <a:pt x="118" y="322"/>
                    <a:pt x="118" y="323"/>
                  </a:cubicBezTo>
                  <a:cubicBezTo>
                    <a:pt x="118" y="323"/>
                    <a:pt x="117" y="323"/>
                    <a:pt x="117" y="323"/>
                  </a:cubicBezTo>
                  <a:cubicBezTo>
                    <a:pt x="117" y="323"/>
                    <a:pt x="117" y="323"/>
                    <a:pt x="116" y="323"/>
                  </a:cubicBezTo>
                  <a:cubicBezTo>
                    <a:pt x="116" y="323"/>
                    <a:pt x="116" y="323"/>
                    <a:pt x="116" y="324"/>
                  </a:cubicBezTo>
                  <a:cubicBezTo>
                    <a:pt x="116" y="324"/>
                    <a:pt x="116" y="324"/>
                    <a:pt x="116" y="324"/>
                  </a:cubicBezTo>
                  <a:cubicBezTo>
                    <a:pt x="116" y="325"/>
                    <a:pt x="116" y="325"/>
                    <a:pt x="117" y="325"/>
                  </a:cubicBezTo>
                  <a:cubicBezTo>
                    <a:pt x="117" y="325"/>
                    <a:pt x="117" y="326"/>
                    <a:pt x="117" y="326"/>
                  </a:cubicBezTo>
                  <a:cubicBezTo>
                    <a:pt x="117" y="326"/>
                    <a:pt x="116" y="326"/>
                    <a:pt x="116" y="326"/>
                  </a:cubicBezTo>
                  <a:cubicBezTo>
                    <a:pt x="116" y="326"/>
                    <a:pt x="115" y="327"/>
                    <a:pt x="115" y="327"/>
                  </a:cubicBezTo>
                  <a:cubicBezTo>
                    <a:pt x="115" y="327"/>
                    <a:pt x="115" y="328"/>
                    <a:pt x="116" y="328"/>
                  </a:cubicBezTo>
                  <a:cubicBezTo>
                    <a:pt x="116" y="328"/>
                    <a:pt x="116" y="328"/>
                    <a:pt x="116" y="328"/>
                  </a:cubicBezTo>
                  <a:cubicBezTo>
                    <a:pt x="116" y="328"/>
                    <a:pt x="117" y="327"/>
                    <a:pt x="117" y="327"/>
                  </a:cubicBezTo>
                  <a:cubicBezTo>
                    <a:pt x="117" y="327"/>
                    <a:pt x="117" y="327"/>
                    <a:pt x="117" y="327"/>
                  </a:cubicBezTo>
                  <a:cubicBezTo>
                    <a:pt x="117" y="327"/>
                    <a:pt x="118" y="326"/>
                    <a:pt x="118" y="326"/>
                  </a:cubicBezTo>
                  <a:cubicBezTo>
                    <a:pt x="118" y="325"/>
                    <a:pt x="118" y="325"/>
                    <a:pt x="118" y="325"/>
                  </a:cubicBezTo>
                  <a:cubicBezTo>
                    <a:pt x="118" y="325"/>
                    <a:pt x="118" y="324"/>
                    <a:pt x="119" y="324"/>
                  </a:cubicBezTo>
                  <a:cubicBezTo>
                    <a:pt x="119" y="324"/>
                    <a:pt x="119" y="324"/>
                    <a:pt x="119" y="323"/>
                  </a:cubicBezTo>
                  <a:cubicBezTo>
                    <a:pt x="119" y="323"/>
                    <a:pt x="119" y="323"/>
                    <a:pt x="119" y="323"/>
                  </a:cubicBezTo>
                  <a:close/>
                  <a:moveTo>
                    <a:pt x="116" y="333"/>
                  </a:moveTo>
                  <a:cubicBezTo>
                    <a:pt x="116" y="333"/>
                    <a:pt x="116" y="333"/>
                    <a:pt x="115" y="333"/>
                  </a:cubicBezTo>
                  <a:cubicBezTo>
                    <a:pt x="115" y="333"/>
                    <a:pt x="115" y="333"/>
                    <a:pt x="115" y="333"/>
                  </a:cubicBezTo>
                  <a:cubicBezTo>
                    <a:pt x="115" y="333"/>
                    <a:pt x="114" y="333"/>
                    <a:pt x="114" y="333"/>
                  </a:cubicBezTo>
                  <a:cubicBezTo>
                    <a:pt x="114" y="333"/>
                    <a:pt x="113" y="333"/>
                    <a:pt x="113" y="333"/>
                  </a:cubicBezTo>
                  <a:cubicBezTo>
                    <a:pt x="113" y="333"/>
                    <a:pt x="113" y="333"/>
                    <a:pt x="113" y="333"/>
                  </a:cubicBezTo>
                  <a:cubicBezTo>
                    <a:pt x="113" y="334"/>
                    <a:pt x="114" y="334"/>
                    <a:pt x="114" y="334"/>
                  </a:cubicBezTo>
                  <a:cubicBezTo>
                    <a:pt x="114" y="334"/>
                    <a:pt x="114" y="334"/>
                    <a:pt x="114" y="334"/>
                  </a:cubicBezTo>
                  <a:cubicBezTo>
                    <a:pt x="115" y="334"/>
                    <a:pt x="115" y="334"/>
                    <a:pt x="115" y="334"/>
                  </a:cubicBezTo>
                  <a:cubicBezTo>
                    <a:pt x="115" y="335"/>
                    <a:pt x="115" y="335"/>
                    <a:pt x="115" y="335"/>
                  </a:cubicBezTo>
                  <a:cubicBezTo>
                    <a:pt x="114" y="335"/>
                    <a:pt x="114" y="335"/>
                    <a:pt x="114" y="335"/>
                  </a:cubicBezTo>
                  <a:cubicBezTo>
                    <a:pt x="114" y="335"/>
                    <a:pt x="114" y="336"/>
                    <a:pt x="115" y="336"/>
                  </a:cubicBezTo>
                  <a:cubicBezTo>
                    <a:pt x="115" y="336"/>
                    <a:pt x="115" y="336"/>
                    <a:pt x="115" y="335"/>
                  </a:cubicBezTo>
                  <a:cubicBezTo>
                    <a:pt x="116" y="335"/>
                    <a:pt x="116" y="335"/>
                    <a:pt x="116" y="335"/>
                  </a:cubicBezTo>
                  <a:cubicBezTo>
                    <a:pt x="117" y="334"/>
                    <a:pt x="117" y="334"/>
                    <a:pt x="117" y="333"/>
                  </a:cubicBezTo>
                  <a:cubicBezTo>
                    <a:pt x="117" y="333"/>
                    <a:pt x="117" y="333"/>
                    <a:pt x="117" y="333"/>
                  </a:cubicBezTo>
                  <a:cubicBezTo>
                    <a:pt x="116" y="333"/>
                    <a:pt x="116" y="333"/>
                    <a:pt x="116" y="333"/>
                  </a:cubicBezTo>
                  <a:close/>
                  <a:moveTo>
                    <a:pt x="116" y="330"/>
                  </a:moveTo>
                  <a:cubicBezTo>
                    <a:pt x="117" y="330"/>
                    <a:pt x="117" y="330"/>
                    <a:pt x="117" y="330"/>
                  </a:cubicBezTo>
                  <a:cubicBezTo>
                    <a:pt x="117" y="330"/>
                    <a:pt x="117" y="330"/>
                    <a:pt x="117" y="330"/>
                  </a:cubicBezTo>
                  <a:cubicBezTo>
                    <a:pt x="116" y="329"/>
                    <a:pt x="116" y="329"/>
                    <a:pt x="115" y="330"/>
                  </a:cubicBezTo>
                  <a:cubicBezTo>
                    <a:pt x="115" y="330"/>
                    <a:pt x="115" y="330"/>
                    <a:pt x="115" y="330"/>
                  </a:cubicBezTo>
                  <a:cubicBezTo>
                    <a:pt x="116" y="330"/>
                    <a:pt x="116" y="330"/>
                    <a:pt x="116" y="330"/>
                  </a:cubicBezTo>
                  <a:cubicBezTo>
                    <a:pt x="116" y="330"/>
                    <a:pt x="116" y="330"/>
                    <a:pt x="116" y="330"/>
                  </a:cubicBezTo>
                  <a:close/>
                  <a:moveTo>
                    <a:pt x="188" y="333"/>
                  </a:moveTo>
                  <a:cubicBezTo>
                    <a:pt x="188" y="333"/>
                    <a:pt x="188" y="333"/>
                    <a:pt x="189" y="333"/>
                  </a:cubicBezTo>
                  <a:cubicBezTo>
                    <a:pt x="189" y="333"/>
                    <a:pt x="189" y="332"/>
                    <a:pt x="189" y="332"/>
                  </a:cubicBezTo>
                  <a:cubicBezTo>
                    <a:pt x="188" y="332"/>
                    <a:pt x="188" y="332"/>
                    <a:pt x="188" y="331"/>
                  </a:cubicBezTo>
                  <a:cubicBezTo>
                    <a:pt x="188" y="331"/>
                    <a:pt x="187" y="331"/>
                    <a:pt x="187" y="331"/>
                  </a:cubicBezTo>
                  <a:cubicBezTo>
                    <a:pt x="187" y="331"/>
                    <a:pt x="187" y="331"/>
                    <a:pt x="187" y="331"/>
                  </a:cubicBezTo>
                  <a:cubicBezTo>
                    <a:pt x="187" y="331"/>
                    <a:pt x="187" y="332"/>
                    <a:pt x="187" y="332"/>
                  </a:cubicBezTo>
                  <a:cubicBezTo>
                    <a:pt x="187" y="332"/>
                    <a:pt x="187" y="333"/>
                    <a:pt x="187" y="333"/>
                  </a:cubicBezTo>
                  <a:cubicBezTo>
                    <a:pt x="187" y="333"/>
                    <a:pt x="187" y="333"/>
                    <a:pt x="188" y="333"/>
                  </a:cubicBezTo>
                  <a:close/>
                  <a:moveTo>
                    <a:pt x="347" y="327"/>
                  </a:moveTo>
                  <a:cubicBezTo>
                    <a:pt x="347" y="327"/>
                    <a:pt x="346" y="327"/>
                    <a:pt x="346" y="327"/>
                  </a:cubicBezTo>
                  <a:cubicBezTo>
                    <a:pt x="346" y="327"/>
                    <a:pt x="346" y="327"/>
                    <a:pt x="346" y="327"/>
                  </a:cubicBezTo>
                  <a:cubicBezTo>
                    <a:pt x="345" y="327"/>
                    <a:pt x="345" y="328"/>
                    <a:pt x="345" y="328"/>
                  </a:cubicBezTo>
                  <a:cubicBezTo>
                    <a:pt x="345" y="328"/>
                    <a:pt x="345" y="328"/>
                    <a:pt x="345" y="328"/>
                  </a:cubicBezTo>
                  <a:cubicBezTo>
                    <a:pt x="345" y="328"/>
                    <a:pt x="345" y="329"/>
                    <a:pt x="345" y="329"/>
                  </a:cubicBezTo>
                  <a:cubicBezTo>
                    <a:pt x="345" y="329"/>
                    <a:pt x="345" y="329"/>
                    <a:pt x="346" y="329"/>
                  </a:cubicBezTo>
                  <a:cubicBezTo>
                    <a:pt x="346" y="329"/>
                    <a:pt x="346" y="328"/>
                    <a:pt x="347" y="328"/>
                  </a:cubicBezTo>
                  <a:cubicBezTo>
                    <a:pt x="347" y="328"/>
                    <a:pt x="347" y="328"/>
                    <a:pt x="347" y="328"/>
                  </a:cubicBezTo>
                  <a:cubicBezTo>
                    <a:pt x="347" y="328"/>
                    <a:pt x="348" y="327"/>
                    <a:pt x="348" y="327"/>
                  </a:cubicBezTo>
                  <a:cubicBezTo>
                    <a:pt x="348" y="327"/>
                    <a:pt x="348" y="327"/>
                    <a:pt x="348" y="327"/>
                  </a:cubicBezTo>
                  <a:cubicBezTo>
                    <a:pt x="347" y="326"/>
                    <a:pt x="347" y="326"/>
                    <a:pt x="347" y="327"/>
                  </a:cubicBezTo>
                  <a:close/>
                  <a:moveTo>
                    <a:pt x="349" y="323"/>
                  </a:moveTo>
                  <a:cubicBezTo>
                    <a:pt x="349" y="323"/>
                    <a:pt x="348" y="323"/>
                    <a:pt x="348" y="323"/>
                  </a:cubicBezTo>
                  <a:cubicBezTo>
                    <a:pt x="348" y="323"/>
                    <a:pt x="347" y="323"/>
                    <a:pt x="347" y="323"/>
                  </a:cubicBezTo>
                  <a:cubicBezTo>
                    <a:pt x="346" y="323"/>
                    <a:pt x="346" y="324"/>
                    <a:pt x="345" y="324"/>
                  </a:cubicBezTo>
                  <a:cubicBezTo>
                    <a:pt x="345" y="324"/>
                    <a:pt x="345" y="325"/>
                    <a:pt x="345" y="325"/>
                  </a:cubicBezTo>
                  <a:cubicBezTo>
                    <a:pt x="345" y="325"/>
                    <a:pt x="345" y="325"/>
                    <a:pt x="345" y="325"/>
                  </a:cubicBezTo>
                  <a:cubicBezTo>
                    <a:pt x="346" y="325"/>
                    <a:pt x="346" y="325"/>
                    <a:pt x="346" y="325"/>
                  </a:cubicBezTo>
                  <a:cubicBezTo>
                    <a:pt x="346" y="325"/>
                    <a:pt x="346" y="325"/>
                    <a:pt x="346" y="325"/>
                  </a:cubicBezTo>
                  <a:cubicBezTo>
                    <a:pt x="346" y="325"/>
                    <a:pt x="347" y="325"/>
                    <a:pt x="347" y="325"/>
                  </a:cubicBezTo>
                  <a:cubicBezTo>
                    <a:pt x="348" y="324"/>
                    <a:pt x="348" y="324"/>
                    <a:pt x="348" y="324"/>
                  </a:cubicBezTo>
                  <a:cubicBezTo>
                    <a:pt x="349" y="324"/>
                    <a:pt x="349" y="324"/>
                    <a:pt x="350" y="324"/>
                  </a:cubicBezTo>
                  <a:cubicBezTo>
                    <a:pt x="350" y="324"/>
                    <a:pt x="350" y="324"/>
                    <a:pt x="350" y="324"/>
                  </a:cubicBezTo>
                  <a:cubicBezTo>
                    <a:pt x="350" y="323"/>
                    <a:pt x="350" y="323"/>
                    <a:pt x="350" y="323"/>
                  </a:cubicBezTo>
                  <a:cubicBezTo>
                    <a:pt x="350" y="323"/>
                    <a:pt x="350" y="323"/>
                    <a:pt x="349" y="323"/>
                  </a:cubicBezTo>
                  <a:cubicBezTo>
                    <a:pt x="349" y="323"/>
                    <a:pt x="349" y="323"/>
                    <a:pt x="349" y="323"/>
                  </a:cubicBezTo>
                  <a:close/>
                  <a:moveTo>
                    <a:pt x="348" y="334"/>
                  </a:moveTo>
                  <a:cubicBezTo>
                    <a:pt x="348" y="334"/>
                    <a:pt x="348" y="334"/>
                    <a:pt x="348" y="334"/>
                  </a:cubicBezTo>
                  <a:cubicBezTo>
                    <a:pt x="348" y="334"/>
                    <a:pt x="348" y="333"/>
                    <a:pt x="348" y="333"/>
                  </a:cubicBezTo>
                  <a:cubicBezTo>
                    <a:pt x="348" y="333"/>
                    <a:pt x="348" y="333"/>
                    <a:pt x="347" y="333"/>
                  </a:cubicBezTo>
                  <a:cubicBezTo>
                    <a:pt x="347" y="333"/>
                    <a:pt x="347" y="333"/>
                    <a:pt x="347" y="333"/>
                  </a:cubicBezTo>
                  <a:cubicBezTo>
                    <a:pt x="346" y="334"/>
                    <a:pt x="346" y="334"/>
                    <a:pt x="346" y="334"/>
                  </a:cubicBezTo>
                  <a:cubicBezTo>
                    <a:pt x="345" y="334"/>
                    <a:pt x="345" y="334"/>
                    <a:pt x="345" y="334"/>
                  </a:cubicBezTo>
                  <a:cubicBezTo>
                    <a:pt x="345" y="334"/>
                    <a:pt x="344" y="335"/>
                    <a:pt x="344" y="335"/>
                  </a:cubicBezTo>
                  <a:cubicBezTo>
                    <a:pt x="345" y="335"/>
                    <a:pt x="345" y="335"/>
                    <a:pt x="345" y="335"/>
                  </a:cubicBezTo>
                  <a:cubicBezTo>
                    <a:pt x="346" y="335"/>
                    <a:pt x="347" y="335"/>
                    <a:pt x="348" y="334"/>
                  </a:cubicBezTo>
                  <a:close/>
                  <a:moveTo>
                    <a:pt x="196" y="331"/>
                  </a:moveTo>
                  <a:cubicBezTo>
                    <a:pt x="196" y="331"/>
                    <a:pt x="196" y="331"/>
                    <a:pt x="196" y="331"/>
                  </a:cubicBezTo>
                  <a:cubicBezTo>
                    <a:pt x="195" y="331"/>
                    <a:pt x="195" y="332"/>
                    <a:pt x="195" y="332"/>
                  </a:cubicBezTo>
                  <a:cubicBezTo>
                    <a:pt x="195" y="333"/>
                    <a:pt x="195" y="333"/>
                    <a:pt x="196" y="333"/>
                  </a:cubicBezTo>
                  <a:cubicBezTo>
                    <a:pt x="196" y="333"/>
                    <a:pt x="196" y="333"/>
                    <a:pt x="196" y="333"/>
                  </a:cubicBezTo>
                  <a:cubicBezTo>
                    <a:pt x="196" y="333"/>
                    <a:pt x="197" y="332"/>
                    <a:pt x="197" y="332"/>
                  </a:cubicBezTo>
                  <a:cubicBezTo>
                    <a:pt x="197" y="332"/>
                    <a:pt x="197" y="332"/>
                    <a:pt x="197" y="332"/>
                  </a:cubicBezTo>
                  <a:cubicBezTo>
                    <a:pt x="196" y="331"/>
                    <a:pt x="196" y="331"/>
                    <a:pt x="196" y="331"/>
                  </a:cubicBezTo>
                  <a:close/>
                  <a:moveTo>
                    <a:pt x="376" y="322"/>
                  </a:moveTo>
                  <a:cubicBezTo>
                    <a:pt x="376" y="322"/>
                    <a:pt x="376" y="322"/>
                    <a:pt x="376" y="322"/>
                  </a:cubicBezTo>
                  <a:cubicBezTo>
                    <a:pt x="376" y="322"/>
                    <a:pt x="376" y="322"/>
                    <a:pt x="376" y="322"/>
                  </a:cubicBezTo>
                  <a:cubicBezTo>
                    <a:pt x="377" y="322"/>
                    <a:pt x="378" y="322"/>
                    <a:pt x="378" y="322"/>
                  </a:cubicBezTo>
                  <a:cubicBezTo>
                    <a:pt x="378" y="322"/>
                    <a:pt x="378" y="322"/>
                    <a:pt x="379" y="322"/>
                  </a:cubicBezTo>
                  <a:cubicBezTo>
                    <a:pt x="379" y="322"/>
                    <a:pt x="379" y="322"/>
                    <a:pt x="379" y="322"/>
                  </a:cubicBezTo>
                  <a:cubicBezTo>
                    <a:pt x="379" y="321"/>
                    <a:pt x="379" y="321"/>
                    <a:pt x="378" y="321"/>
                  </a:cubicBezTo>
                  <a:cubicBezTo>
                    <a:pt x="377" y="321"/>
                    <a:pt x="377" y="321"/>
                    <a:pt x="376" y="322"/>
                  </a:cubicBezTo>
                  <a:close/>
                  <a:moveTo>
                    <a:pt x="442" y="363"/>
                  </a:moveTo>
                  <a:cubicBezTo>
                    <a:pt x="53" y="363"/>
                    <a:pt x="53" y="363"/>
                    <a:pt x="53" y="363"/>
                  </a:cubicBezTo>
                  <a:cubicBezTo>
                    <a:pt x="53" y="306"/>
                    <a:pt x="53" y="306"/>
                    <a:pt x="53" y="306"/>
                  </a:cubicBezTo>
                  <a:cubicBezTo>
                    <a:pt x="60" y="306"/>
                    <a:pt x="60" y="306"/>
                    <a:pt x="60" y="306"/>
                  </a:cubicBezTo>
                  <a:cubicBezTo>
                    <a:pt x="60" y="292"/>
                    <a:pt x="60" y="292"/>
                    <a:pt x="60" y="292"/>
                  </a:cubicBezTo>
                  <a:cubicBezTo>
                    <a:pt x="435" y="292"/>
                    <a:pt x="435" y="292"/>
                    <a:pt x="435" y="292"/>
                  </a:cubicBezTo>
                  <a:cubicBezTo>
                    <a:pt x="435" y="306"/>
                    <a:pt x="435" y="306"/>
                    <a:pt x="435" y="306"/>
                  </a:cubicBezTo>
                  <a:cubicBezTo>
                    <a:pt x="442" y="306"/>
                    <a:pt x="442" y="306"/>
                    <a:pt x="442" y="306"/>
                  </a:cubicBezTo>
                  <a:lnTo>
                    <a:pt x="442" y="363"/>
                  </a:lnTo>
                  <a:close/>
                  <a:moveTo>
                    <a:pt x="382" y="318"/>
                  </a:moveTo>
                  <a:cubicBezTo>
                    <a:pt x="382" y="318"/>
                    <a:pt x="382" y="318"/>
                    <a:pt x="383" y="318"/>
                  </a:cubicBezTo>
                  <a:cubicBezTo>
                    <a:pt x="383" y="318"/>
                    <a:pt x="383" y="318"/>
                    <a:pt x="383" y="318"/>
                  </a:cubicBezTo>
                  <a:cubicBezTo>
                    <a:pt x="383" y="318"/>
                    <a:pt x="383" y="318"/>
                    <a:pt x="383" y="318"/>
                  </a:cubicBezTo>
                  <a:cubicBezTo>
                    <a:pt x="383" y="318"/>
                    <a:pt x="383" y="318"/>
                    <a:pt x="384" y="318"/>
                  </a:cubicBezTo>
                  <a:cubicBezTo>
                    <a:pt x="384" y="318"/>
                    <a:pt x="384" y="318"/>
                    <a:pt x="384" y="318"/>
                  </a:cubicBezTo>
                  <a:cubicBezTo>
                    <a:pt x="384" y="317"/>
                    <a:pt x="384" y="317"/>
                    <a:pt x="384" y="316"/>
                  </a:cubicBezTo>
                  <a:cubicBezTo>
                    <a:pt x="385" y="316"/>
                    <a:pt x="385" y="316"/>
                    <a:pt x="385" y="316"/>
                  </a:cubicBezTo>
                  <a:cubicBezTo>
                    <a:pt x="385" y="315"/>
                    <a:pt x="385" y="315"/>
                    <a:pt x="385" y="315"/>
                  </a:cubicBezTo>
                  <a:cubicBezTo>
                    <a:pt x="385" y="315"/>
                    <a:pt x="385" y="315"/>
                    <a:pt x="385" y="315"/>
                  </a:cubicBezTo>
                  <a:cubicBezTo>
                    <a:pt x="385" y="315"/>
                    <a:pt x="385" y="315"/>
                    <a:pt x="384" y="315"/>
                  </a:cubicBezTo>
                  <a:cubicBezTo>
                    <a:pt x="384" y="315"/>
                    <a:pt x="383" y="315"/>
                    <a:pt x="383" y="315"/>
                  </a:cubicBezTo>
                  <a:cubicBezTo>
                    <a:pt x="383" y="315"/>
                    <a:pt x="383" y="316"/>
                    <a:pt x="383" y="316"/>
                  </a:cubicBezTo>
                  <a:cubicBezTo>
                    <a:pt x="383" y="316"/>
                    <a:pt x="383" y="317"/>
                    <a:pt x="383" y="317"/>
                  </a:cubicBezTo>
                  <a:cubicBezTo>
                    <a:pt x="383" y="317"/>
                    <a:pt x="382" y="317"/>
                    <a:pt x="382" y="318"/>
                  </a:cubicBezTo>
                  <a:close/>
                  <a:moveTo>
                    <a:pt x="373" y="310"/>
                  </a:moveTo>
                  <a:cubicBezTo>
                    <a:pt x="373" y="310"/>
                    <a:pt x="373" y="311"/>
                    <a:pt x="373" y="311"/>
                  </a:cubicBezTo>
                  <a:cubicBezTo>
                    <a:pt x="373" y="311"/>
                    <a:pt x="373" y="311"/>
                    <a:pt x="374" y="311"/>
                  </a:cubicBezTo>
                  <a:cubicBezTo>
                    <a:pt x="374" y="311"/>
                    <a:pt x="374" y="311"/>
                    <a:pt x="374" y="311"/>
                  </a:cubicBezTo>
                  <a:cubicBezTo>
                    <a:pt x="375" y="311"/>
                    <a:pt x="375" y="311"/>
                    <a:pt x="375" y="312"/>
                  </a:cubicBezTo>
                  <a:cubicBezTo>
                    <a:pt x="375" y="312"/>
                    <a:pt x="376" y="312"/>
                    <a:pt x="376" y="312"/>
                  </a:cubicBezTo>
                  <a:cubicBezTo>
                    <a:pt x="376" y="313"/>
                    <a:pt x="376" y="313"/>
                    <a:pt x="377" y="313"/>
                  </a:cubicBezTo>
                  <a:cubicBezTo>
                    <a:pt x="377" y="313"/>
                    <a:pt x="377" y="313"/>
                    <a:pt x="377" y="314"/>
                  </a:cubicBezTo>
                  <a:cubicBezTo>
                    <a:pt x="378" y="314"/>
                    <a:pt x="378" y="314"/>
                    <a:pt x="378" y="314"/>
                  </a:cubicBezTo>
                  <a:cubicBezTo>
                    <a:pt x="378" y="314"/>
                    <a:pt x="378" y="314"/>
                    <a:pt x="378" y="313"/>
                  </a:cubicBezTo>
                  <a:cubicBezTo>
                    <a:pt x="379" y="313"/>
                    <a:pt x="379" y="313"/>
                    <a:pt x="379" y="313"/>
                  </a:cubicBezTo>
                  <a:cubicBezTo>
                    <a:pt x="379" y="313"/>
                    <a:pt x="379" y="312"/>
                    <a:pt x="379" y="312"/>
                  </a:cubicBezTo>
                  <a:cubicBezTo>
                    <a:pt x="379" y="312"/>
                    <a:pt x="379" y="312"/>
                    <a:pt x="379" y="312"/>
                  </a:cubicBezTo>
                  <a:cubicBezTo>
                    <a:pt x="378" y="312"/>
                    <a:pt x="378" y="312"/>
                    <a:pt x="378" y="312"/>
                  </a:cubicBezTo>
                  <a:cubicBezTo>
                    <a:pt x="377" y="311"/>
                    <a:pt x="376" y="310"/>
                    <a:pt x="376" y="309"/>
                  </a:cubicBezTo>
                  <a:cubicBezTo>
                    <a:pt x="376" y="309"/>
                    <a:pt x="375" y="309"/>
                    <a:pt x="375" y="309"/>
                  </a:cubicBezTo>
                  <a:cubicBezTo>
                    <a:pt x="375" y="309"/>
                    <a:pt x="375" y="309"/>
                    <a:pt x="375" y="309"/>
                  </a:cubicBezTo>
                  <a:cubicBezTo>
                    <a:pt x="375" y="309"/>
                    <a:pt x="374" y="309"/>
                    <a:pt x="374" y="309"/>
                  </a:cubicBezTo>
                  <a:cubicBezTo>
                    <a:pt x="374" y="309"/>
                    <a:pt x="374" y="309"/>
                    <a:pt x="374" y="309"/>
                  </a:cubicBezTo>
                  <a:cubicBezTo>
                    <a:pt x="373" y="309"/>
                    <a:pt x="373" y="309"/>
                    <a:pt x="373" y="310"/>
                  </a:cubicBezTo>
                  <a:close/>
                  <a:moveTo>
                    <a:pt x="349" y="315"/>
                  </a:moveTo>
                  <a:cubicBezTo>
                    <a:pt x="349" y="315"/>
                    <a:pt x="349" y="316"/>
                    <a:pt x="349" y="316"/>
                  </a:cubicBezTo>
                  <a:cubicBezTo>
                    <a:pt x="349" y="316"/>
                    <a:pt x="349" y="316"/>
                    <a:pt x="350" y="316"/>
                  </a:cubicBezTo>
                  <a:cubicBezTo>
                    <a:pt x="350" y="316"/>
                    <a:pt x="350" y="316"/>
                    <a:pt x="350" y="317"/>
                  </a:cubicBezTo>
                  <a:cubicBezTo>
                    <a:pt x="350" y="317"/>
                    <a:pt x="350" y="317"/>
                    <a:pt x="350" y="318"/>
                  </a:cubicBezTo>
                  <a:cubicBezTo>
                    <a:pt x="350" y="318"/>
                    <a:pt x="350" y="318"/>
                    <a:pt x="350" y="318"/>
                  </a:cubicBezTo>
                  <a:cubicBezTo>
                    <a:pt x="350" y="318"/>
                    <a:pt x="351" y="319"/>
                    <a:pt x="351" y="318"/>
                  </a:cubicBezTo>
                  <a:cubicBezTo>
                    <a:pt x="351" y="318"/>
                    <a:pt x="352" y="318"/>
                    <a:pt x="352" y="318"/>
                  </a:cubicBezTo>
                  <a:cubicBezTo>
                    <a:pt x="352" y="318"/>
                    <a:pt x="352" y="318"/>
                    <a:pt x="352" y="318"/>
                  </a:cubicBezTo>
                  <a:cubicBezTo>
                    <a:pt x="352" y="317"/>
                    <a:pt x="352" y="317"/>
                    <a:pt x="352" y="317"/>
                  </a:cubicBezTo>
                  <a:cubicBezTo>
                    <a:pt x="352" y="317"/>
                    <a:pt x="352" y="316"/>
                    <a:pt x="351" y="316"/>
                  </a:cubicBezTo>
                  <a:cubicBezTo>
                    <a:pt x="351" y="316"/>
                    <a:pt x="351" y="315"/>
                    <a:pt x="351" y="315"/>
                  </a:cubicBezTo>
                  <a:cubicBezTo>
                    <a:pt x="351" y="315"/>
                    <a:pt x="351" y="315"/>
                    <a:pt x="350" y="315"/>
                  </a:cubicBezTo>
                  <a:cubicBezTo>
                    <a:pt x="350" y="315"/>
                    <a:pt x="350" y="315"/>
                    <a:pt x="350" y="315"/>
                  </a:cubicBezTo>
                  <a:cubicBezTo>
                    <a:pt x="350" y="315"/>
                    <a:pt x="350" y="315"/>
                    <a:pt x="350" y="315"/>
                  </a:cubicBezTo>
                  <a:cubicBezTo>
                    <a:pt x="350" y="315"/>
                    <a:pt x="349" y="315"/>
                    <a:pt x="349" y="315"/>
                  </a:cubicBezTo>
                  <a:close/>
                  <a:moveTo>
                    <a:pt x="307" y="328"/>
                  </a:moveTo>
                  <a:cubicBezTo>
                    <a:pt x="307" y="327"/>
                    <a:pt x="306" y="327"/>
                    <a:pt x="306" y="327"/>
                  </a:cubicBezTo>
                  <a:cubicBezTo>
                    <a:pt x="306" y="327"/>
                    <a:pt x="306" y="326"/>
                    <a:pt x="305" y="326"/>
                  </a:cubicBezTo>
                  <a:cubicBezTo>
                    <a:pt x="305" y="327"/>
                    <a:pt x="305" y="327"/>
                    <a:pt x="305" y="327"/>
                  </a:cubicBezTo>
                  <a:cubicBezTo>
                    <a:pt x="305" y="327"/>
                    <a:pt x="305" y="328"/>
                    <a:pt x="305" y="328"/>
                  </a:cubicBezTo>
                  <a:cubicBezTo>
                    <a:pt x="305" y="328"/>
                    <a:pt x="305" y="329"/>
                    <a:pt x="305" y="329"/>
                  </a:cubicBezTo>
                  <a:cubicBezTo>
                    <a:pt x="305" y="329"/>
                    <a:pt x="305" y="329"/>
                    <a:pt x="306" y="329"/>
                  </a:cubicBezTo>
                  <a:cubicBezTo>
                    <a:pt x="306" y="329"/>
                    <a:pt x="306" y="329"/>
                    <a:pt x="306" y="330"/>
                  </a:cubicBezTo>
                  <a:cubicBezTo>
                    <a:pt x="305" y="330"/>
                    <a:pt x="305" y="330"/>
                    <a:pt x="306" y="330"/>
                  </a:cubicBezTo>
                  <a:cubicBezTo>
                    <a:pt x="306" y="330"/>
                    <a:pt x="306" y="330"/>
                    <a:pt x="306" y="330"/>
                  </a:cubicBezTo>
                  <a:cubicBezTo>
                    <a:pt x="306" y="330"/>
                    <a:pt x="306" y="330"/>
                    <a:pt x="307" y="330"/>
                  </a:cubicBezTo>
                  <a:cubicBezTo>
                    <a:pt x="307" y="330"/>
                    <a:pt x="307" y="330"/>
                    <a:pt x="307" y="330"/>
                  </a:cubicBezTo>
                  <a:cubicBezTo>
                    <a:pt x="308" y="330"/>
                    <a:pt x="308" y="329"/>
                    <a:pt x="308" y="329"/>
                  </a:cubicBezTo>
                  <a:cubicBezTo>
                    <a:pt x="308" y="329"/>
                    <a:pt x="308" y="329"/>
                    <a:pt x="308" y="329"/>
                  </a:cubicBezTo>
                  <a:cubicBezTo>
                    <a:pt x="307" y="328"/>
                    <a:pt x="307" y="328"/>
                    <a:pt x="307" y="328"/>
                  </a:cubicBezTo>
                  <a:close/>
                  <a:moveTo>
                    <a:pt x="296" y="315"/>
                  </a:moveTo>
                  <a:cubicBezTo>
                    <a:pt x="296" y="315"/>
                    <a:pt x="296" y="316"/>
                    <a:pt x="296" y="316"/>
                  </a:cubicBezTo>
                  <a:cubicBezTo>
                    <a:pt x="296" y="316"/>
                    <a:pt x="296" y="316"/>
                    <a:pt x="296" y="316"/>
                  </a:cubicBezTo>
                  <a:cubicBezTo>
                    <a:pt x="296" y="317"/>
                    <a:pt x="296" y="317"/>
                    <a:pt x="296" y="318"/>
                  </a:cubicBezTo>
                  <a:cubicBezTo>
                    <a:pt x="296" y="318"/>
                    <a:pt x="296" y="319"/>
                    <a:pt x="296" y="319"/>
                  </a:cubicBezTo>
                  <a:cubicBezTo>
                    <a:pt x="296" y="319"/>
                    <a:pt x="296" y="319"/>
                    <a:pt x="296" y="319"/>
                  </a:cubicBezTo>
                  <a:cubicBezTo>
                    <a:pt x="296" y="320"/>
                    <a:pt x="296" y="320"/>
                    <a:pt x="296" y="320"/>
                  </a:cubicBezTo>
                  <a:cubicBezTo>
                    <a:pt x="296" y="320"/>
                    <a:pt x="296" y="321"/>
                    <a:pt x="296" y="321"/>
                  </a:cubicBezTo>
                  <a:cubicBezTo>
                    <a:pt x="296" y="321"/>
                    <a:pt x="296" y="321"/>
                    <a:pt x="296" y="322"/>
                  </a:cubicBezTo>
                  <a:cubicBezTo>
                    <a:pt x="296" y="322"/>
                    <a:pt x="297" y="322"/>
                    <a:pt x="297" y="323"/>
                  </a:cubicBezTo>
                  <a:cubicBezTo>
                    <a:pt x="297" y="323"/>
                    <a:pt x="297" y="323"/>
                    <a:pt x="297" y="323"/>
                  </a:cubicBezTo>
                  <a:cubicBezTo>
                    <a:pt x="297" y="323"/>
                    <a:pt x="297" y="323"/>
                    <a:pt x="297" y="323"/>
                  </a:cubicBezTo>
                  <a:cubicBezTo>
                    <a:pt x="297" y="323"/>
                    <a:pt x="298" y="323"/>
                    <a:pt x="298" y="323"/>
                  </a:cubicBezTo>
                  <a:cubicBezTo>
                    <a:pt x="298" y="323"/>
                    <a:pt x="299" y="323"/>
                    <a:pt x="299" y="322"/>
                  </a:cubicBezTo>
                  <a:cubicBezTo>
                    <a:pt x="299" y="322"/>
                    <a:pt x="300" y="322"/>
                    <a:pt x="300" y="322"/>
                  </a:cubicBezTo>
                  <a:cubicBezTo>
                    <a:pt x="300" y="322"/>
                    <a:pt x="300" y="322"/>
                    <a:pt x="301" y="322"/>
                  </a:cubicBezTo>
                  <a:cubicBezTo>
                    <a:pt x="301" y="322"/>
                    <a:pt x="301" y="322"/>
                    <a:pt x="301" y="322"/>
                  </a:cubicBezTo>
                  <a:cubicBezTo>
                    <a:pt x="301" y="322"/>
                    <a:pt x="302" y="322"/>
                    <a:pt x="302" y="322"/>
                  </a:cubicBezTo>
                  <a:cubicBezTo>
                    <a:pt x="302" y="322"/>
                    <a:pt x="302" y="322"/>
                    <a:pt x="302" y="322"/>
                  </a:cubicBezTo>
                  <a:cubicBezTo>
                    <a:pt x="303" y="322"/>
                    <a:pt x="303" y="322"/>
                    <a:pt x="303" y="322"/>
                  </a:cubicBezTo>
                  <a:cubicBezTo>
                    <a:pt x="303" y="322"/>
                    <a:pt x="304" y="321"/>
                    <a:pt x="304" y="321"/>
                  </a:cubicBezTo>
                  <a:cubicBezTo>
                    <a:pt x="304" y="320"/>
                    <a:pt x="304" y="319"/>
                    <a:pt x="304" y="319"/>
                  </a:cubicBezTo>
                  <a:cubicBezTo>
                    <a:pt x="304" y="319"/>
                    <a:pt x="304" y="319"/>
                    <a:pt x="304" y="319"/>
                  </a:cubicBezTo>
                  <a:cubicBezTo>
                    <a:pt x="304" y="318"/>
                    <a:pt x="304" y="318"/>
                    <a:pt x="304" y="317"/>
                  </a:cubicBezTo>
                  <a:cubicBezTo>
                    <a:pt x="304" y="317"/>
                    <a:pt x="304" y="316"/>
                    <a:pt x="305" y="315"/>
                  </a:cubicBezTo>
                  <a:cubicBezTo>
                    <a:pt x="305" y="315"/>
                    <a:pt x="305" y="315"/>
                    <a:pt x="305" y="315"/>
                  </a:cubicBezTo>
                  <a:cubicBezTo>
                    <a:pt x="305" y="314"/>
                    <a:pt x="305" y="314"/>
                    <a:pt x="305" y="313"/>
                  </a:cubicBezTo>
                  <a:cubicBezTo>
                    <a:pt x="305" y="313"/>
                    <a:pt x="305" y="313"/>
                    <a:pt x="305" y="312"/>
                  </a:cubicBezTo>
                  <a:cubicBezTo>
                    <a:pt x="305" y="312"/>
                    <a:pt x="304" y="312"/>
                    <a:pt x="304" y="312"/>
                  </a:cubicBezTo>
                  <a:cubicBezTo>
                    <a:pt x="304" y="311"/>
                    <a:pt x="304" y="311"/>
                    <a:pt x="303" y="311"/>
                  </a:cubicBezTo>
                  <a:cubicBezTo>
                    <a:pt x="303" y="311"/>
                    <a:pt x="302" y="311"/>
                    <a:pt x="302" y="312"/>
                  </a:cubicBezTo>
                  <a:cubicBezTo>
                    <a:pt x="302" y="312"/>
                    <a:pt x="302" y="312"/>
                    <a:pt x="302" y="312"/>
                  </a:cubicBezTo>
                  <a:cubicBezTo>
                    <a:pt x="301" y="312"/>
                    <a:pt x="301" y="313"/>
                    <a:pt x="301" y="313"/>
                  </a:cubicBezTo>
                  <a:cubicBezTo>
                    <a:pt x="300" y="313"/>
                    <a:pt x="300" y="313"/>
                    <a:pt x="300" y="313"/>
                  </a:cubicBezTo>
                  <a:cubicBezTo>
                    <a:pt x="300" y="313"/>
                    <a:pt x="299" y="314"/>
                    <a:pt x="300" y="314"/>
                  </a:cubicBezTo>
                  <a:cubicBezTo>
                    <a:pt x="300" y="314"/>
                    <a:pt x="300" y="314"/>
                    <a:pt x="300" y="314"/>
                  </a:cubicBezTo>
                  <a:cubicBezTo>
                    <a:pt x="301" y="314"/>
                    <a:pt x="301" y="314"/>
                    <a:pt x="301" y="314"/>
                  </a:cubicBezTo>
                  <a:cubicBezTo>
                    <a:pt x="302" y="314"/>
                    <a:pt x="302" y="314"/>
                    <a:pt x="302" y="314"/>
                  </a:cubicBezTo>
                  <a:cubicBezTo>
                    <a:pt x="302" y="314"/>
                    <a:pt x="302" y="315"/>
                    <a:pt x="302" y="315"/>
                  </a:cubicBezTo>
                  <a:cubicBezTo>
                    <a:pt x="302" y="316"/>
                    <a:pt x="302" y="316"/>
                    <a:pt x="302" y="316"/>
                  </a:cubicBezTo>
                  <a:cubicBezTo>
                    <a:pt x="302" y="317"/>
                    <a:pt x="302" y="317"/>
                    <a:pt x="302" y="318"/>
                  </a:cubicBezTo>
                  <a:cubicBezTo>
                    <a:pt x="302" y="319"/>
                    <a:pt x="302" y="319"/>
                    <a:pt x="301" y="319"/>
                  </a:cubicBezTo>
                  <a:cubicBezTo>
                    <a:pt x="301" y="319"/>
                    <a:pt x="301" y="319"/>
                    <a:pt x="301" y="319"/>
                  </a:cubicBezTo>
                  <a:cubicBezTo>
                    <a:pt x="301" y="319"/>
                    <a:pt x="300" y="319"/>
                    <a:pt x="300" y="320"/>
                  </a:cubicBezTo>
                  <a:cubicBezTo>
                    <a:pt x="300" y="320"/>
                    <a:pt x="299" y="320"/>
                    <a:pt x="299" y="319"/>
                  </a:cubicBezTo>
                  <a:cubicBezTo>
                    <a:pt x="299" y="319"/>
                    <a:pt x="299" y="319"/>
                    <a:pt x="299" y="319"/>
                  </a:cubicBezTo>
                  <a:cubicBezTo>
                    <a:pt x="299" y="319"/>
                    <a:pt x="299" y="318"/>
                    <a:pt x="299" y="318"/>
                  </a:cubicBezTo>
                  <a:cubicBezTo>
                    <a:pt x="300" y="318"/>
                    <a:pt x="300" y="318"/>
                    <a:pt x="300" y="318"/>
                  </a:cubicBezTo>
                  <a:cubicBezTo>
                    <a:pt x="301" y="318"/>
                    <a:pt x="301" y="318"/>
                    <a:pt x="301" y="318"/>
                  </a:cubicBezTo>
                  <a:cubicBezTo>
                    <a:pt x="301" y="318"/>
                    <a:pt x="301" y="318"/>
                    <a:pt x="301" y="317"/>
                  </a:cubicBezTo>
                  <a:cubicBezTo>
                    <a:pt x="301" y="317"/>
                    <a:pt x="301" y="316"/>
                    <a:pt x="301" y="316"/>
                  </a:cubicBezTo>
                  <a:cubicBezTo>
                    <a:pt x="301" y="315"/>
                    <a:pt x="301" y="315"/>
                    <a:pt x="300" y="315"/>
                  </a:cubicBezTo>
                  <a:cubicBezTo>
                    <a:pt x="300" y="315"/>
                    <a:pt x="300" y="315"/>
                    <a:pt x="300" y="315"/>
                  </a:cubicBezTo>
                  <a:cubicBezTo>
                    <a:pt x="300" y="316"/>
                    <a:pt x="300" y="316"/>
                    <a:pt x="299" y="316"/>
                  </a:cubicBezTo>
                  <a:cubicBezTo>
                    <a:pt x="299" y="316"/>
                    <a:pt x="299" y="315"/>
                    <a:pt x="299" y="315"/>
                  </a:cubicBezTo>
                  <a:cubicBezTo>
                    <a:pt x="299" y="315"/>
                    <a:pt x="299" y="315"/>
                    <a:pt x="299" y="315"/>
                  </a:cubicBezTo>
                  <a:cubicBezTo>
                    <a:pt x="299" y="315"/>
                    <a:pt x="299" y="314"/>
                    <a:pt x="299" y="314"/>
                  </a:cubicBezTo>
                  <a:cubicBezTo>
                    <a:pt x="299" y="314"/>
                    <a:pt x="299" y="314"/>
                    <a:pt x="299" y="314"/>
                  </a:cubicBezTo>
                  <a:cubicBezTo>
                    <a:pt x="299" y="314"/>
                    <a:pt x="298" y="314"/>
                    <a:pt x="298" y="314"/>
                  </a:cubicBezTo>
                  <a:cubicBezTo>
                    <a:pt x="298" y="313"/>
                    <a:pt x="298" y="313"/>
                    <a:pt x="297" y="313"/>
                  </a:cubicBezTo>
                  <a:cubicBezTo>
                    <a:pt x="297" y="313"/>
                    <a:pt x="297" y="313"/>
                    <a:pt x="297" y="313"/>
                  </a:cubicBezTo>
                  <a:cubicBezTo>
                    <a:pt x="296" y="313"/>
                    <a:pt x="296" y="314"/>
                    <a:pt x="296" y="314"/>
                  </a:cubicBezTo>
                  <a:cubicBezTo>
                    <a:pt x="296" y="314"/>
                    <a:pt x="296" y="315"/>
                    <a:pt x="296" y="315"/>
                  </a:cubicBezTo>
                  <a:cubicBezTo>
                    <a:pt x="295" y="315"/>
                    <a:pt x="295" y="315"/>
                    <a:pt x="296" y="315"/>
                  </a:cubicBezTo>
                  <a:close/>
                  <a:moveTo>
                    <a:pt x="272" y="311"/>
                  </a:moveTo>
                  <a:cubicBezTo>
                    <a:pt x="272" y="311"/>
                    <a:pt x="272" y="312"/>
                    <a:pt x="272" y="312"/>
                  </a:cubicBezTo>
                  <a:cubicBezTo>
                    <a:pt x="273" y="312"/>
                    <a:pt x="273" y="312"/>
                    <a:pt x="273" y="312"/>
                  </a:cubicBezTo>
                  <a:cubicBezTo>
                    <a:pt x="273" y="313"/>
                    <a:pt x="273" y="313"/>
                    <a:pt x="273" y="313"/>
                  </a:cubicBezTo>
                  <a:cubicBezTo>
                    <a:pt x="274" y="314"/>
                    <a:pt x="274" y="314"/>
                    <a:pt x="274" y="314"/>
                  </a:cubicBezTo>
                  <a:cubicBezTo>
                    <a:pt x="275" y="314"/>
                    <a:pt x="275" y="314"/>
                    <a:pt x="275" y="314"/>
                  </a:cubicBezTo>
                  <a:cubicBezTo>
                    <a:pt x="275" y="314"/>
                    <a:pt x="276" y="314"/>
                    <a:pt x="276" y="313"/>
                  </a:cubicBezTo>
                  <a:cubicBezTo>
                    <a:pt x="276" y="313"/>
                    <a:pt x="276" y="313"/>
                    <a:pt x="276" y="312"/>
                  </a:cubicBezTo>
                  <a:cubicBezTo>
                    <a:pt x="275" y="312"/>
                    <a:pt x="275" y="312"/>
                    <a:pt x="275" y="312"/>
                  </a:cubicBezTo>
                  <a:cubicBezTo>
                    <a:pt x="275" y="311"/>
                    <a:pt x="275" y="311"/>
                    <a:pt x="274" y="311"/>
                  </a:cubicBezTo>
                  <a:cubicBezTo>
                    <a:pt x="274" y="310"/>
                    <a:pt x="273" y="310"/>
                    <a:pt x="273" y="310"/>
                  </a:cubicBezTo>
                  <a:cubicBezTo>
                    <a:pt x="273" y="310"/>
                    <a:pt x="273" y="310"/>
                    <a:pt x="273" y="310"/>
                  </a:cubicBezTo>
                  <a:cubicBezTo>
                    <a:pt x="272" y="310"/>
                    <a:pt x="272" y="310"/>
                    <a:pt x="272" y="311"/>
                  </a:cubicBezTo>
                  <a:cubicBezTo>
                    <a:pt x="272" y="311"/>
                    <a:pt x="272" y="311"/>
                    <a:pt x="272" y="311"/>
                  </a:cubicBezTo>
                  <a:close/>
                  <a:moveTo>
                    <a:pt x="276" y="322"/>
                  </a:moveTo>
                  <a:cubicBezTo>
                    <a:pt x="275" y="322"/>
                    <a:pt x="275" y="322"/>
                    <a:pt x="274" y="322"/>
                  </a:cubicBezTo>
                  <a:cubicBezTo>
                    <a:pt x="274" y="321"/>
                    <a:pt x="274" y="322"/>
                    <a:pt x="274" y="322"/>
                  </a:cubicBezTo>
                  <a:cubicBezTo>
                    <a:pt x="274" y="322"/>
                    <a:pt x="273" y="323"/>
                    <a:pt x="273" y="323"/>
                  </a:cubicBezTo>
                  <a:cubicBezTo>
                    <a:pt x="273" y="323"/>
                    <a:pt x="272" y="324"/>
                    <a:pt x="272" y="324"/>
                  </a:cubicBezTo>
                  <a:cubicBezTo>
                    <a:pt x="272" y="324"/>
                    <a:pt x="271" y="324"/>
                    <a:pt x="271" y="325"/>
                  </a:cubicBezTo>
                  <a:cubicBezTo>
                    <a:pt x="271" y="325"/>
                    <a:pt x="271" y="325"/>
                    <a:pt x="271" y="325"/>
                  </a:cubicBezTo>
                  <a:cubicBezTo>
                    <a:pt x="271" y="325"/>
                    <a:pt x="272" y="326"/>
                    <a:pt x="272" y="325"/>
                  </a:cubicBezTo>
                  <a:cubicBezTo>
                    <a:pt x="272" y="325"/>
                    <a:pt x="272" y="325"/>
                    <a:pt x="272" y="325"/>
                  </a:cubicBezTo>
                  <a:cubicBezTo>
                    <a:pt x="272" y="325"/>
                    <a:pt x="273" y="325"/>
                    <a:pt x="274" y="325"/>
                  </a:cubicBezTo>
                  <a:cubicBezTo>
                    <a:pt x="274" y="325"/>
                    <a:pt x="274" y="325"/>
                    <a:pt x="274" y="325"/>
                  </a:cubicBezTo>
                  <a:cubicBezTo>
                    <a:pt x="274" y="324"/>
                    <a:pt x="275" y="324"/>
                    <a:pt x="275" y="323"/>
                  </a:cubicBezTo>
                  <a:cubicBezTo>
                    <a:pt x="275" y="323"/>
                    <a:pt x="275" y="323"/>
                    <a:pt x="276" y="323"/>
                  </a:cubicBezTo>
                  <a:cubicBezTo>
                    <a:pt x="276" y="323"/>
                    <a:pt x="276" y="322"/>
                    <a:pt x="276" y="322"/>
                  </a:cubicBezTo>
                  <a:close/>
                  <a:moveTo>
                    <a:pt x="221" y="310"/>
                  </a:moveTo>
                  <a:cubicBezTo>
                    <a:pt x="221" y="310"/>
                    <a:pt x="221" y="310"/>
                    <a:pt x="221" y="311"/>
                  </a:cubicBezTo>
                  <a:cubicBezTo>
                    <a:pt x="221" y="311"/>
                    <a:pt x="222" y="312"/>
                    <a:pt x="222" y="312"/>
                  </a:cubicBezTo>
                  <a:cubicBezTo>
                    <a:pt x="222" y="312"/>
                    <a:pt x="222" y="313"/>
                    <a:pt x="222" y="313"/>
                  </a:cubicBezTo>
                  <a:cubicBezTo>
                    <a:pt x="222" y="313"/>
                    <a:pt x="222" y="313"/>
                    <a:pt x="222" y="313"/>
                  </a:cubicBezTo>
                  <a:cubicBezTo>
                    <a:pt x="222" y="314"/>
                    <a:pt x="223" y="314"/>
                    <a:pt x="223" y="314"/>
                  </a:cubicBezTo>
                  <a:cubicBezTo>
                    <a:pt x="223" y="314"/>
                    <a:pt x="223" y="314"/>
                    <a:pt x="223" y="314"/>
                  </a:cubicBezTo>
                  <a:cubicBezTo>
                    <a:pt x="223" y="314"/>
                    <a:pt x="223" y="314"/>
                    <a:pt x="223" y="314"/>
                  </a:cubicBezTo>
                  <a:cubicBezTo>
                    <a:pt x="223" y="314"/>
                    <a:pt x="223" y="314"/>
                    <a:pt x="223" y="314"/>
                  </a:cubicBezTo>
                  <a:cubicBezTo>
                    <a:pt x="224" y="314"/>
                    <a:pt x="224" y="314"/>
                    <a:pt x="224" y="314"/>
                  </a:cubicBezTo>
                  <a:cubicBezTo>
                    <a:pt x="224" y="313"/>
                    <a:pt x="224" y="313"/>
                    <a:pt x="225" y="314"/>
                  </a:cubicBezTo>
                  <a:cubicBezTo>
                    <a:pt x="225" y="314"/>
                    <a:pt x="225" y="314"/>
                    <a:pt x="226" y="314"/>
                  </a:cubicBezTo>
                  <a:cubicBezTo>
                    <a:pt x="226" y="314"/>
                    <a:pt x="226" y="315"/>
                    <a:pt x="227" y="315"/>
                  </a:cubicBezTo>
                  <a:cubicBezTo>
                    <a:pt x="227" y="315"/>
                    <a:pt x="227" y="315"/>
                    <a:pt x="227" y="315"/>
                  </a:cubicBezTo>
                  <a:cubicBezTo>
                    <a:pt x="227" y="315"/>
                    <a:pt x="228" y="314"/>
                    <a:pt x="227" y="314"/>
                  </a:cubicBezTo>
                  <a:cubicBezTo>
                    <a:pt x="227" y="314"/>
                    <a:pt x="227" y="314"/>
                    <a:pt x="227" y="314"/>
                  </a:cubicBezTo>
                  <a:cubicBezTo>
                    <a:pt x="227" y="313"/>
                    <a:pt x="227" y="313"/>
                    <a:pt x="228" y="312"/>
                  </a:cubicBezTo>
                  <a:cubicBezTo>
                    <a:pt x="228" y="312"/>
                    <a:pt x="228" y="312"/>
                    <a:pt x="227" y="312"/>
                  </a:cubicBezTo>
                  <a:cubicBezTo>
                    <a:pt x="227" y="312"/>
                    <a:pt x="227" y="312"/>
                    <a:pt x="227" y="312"/>
                  </a:cubicBezTo>
                  <a:cubicBezTo>
                    <a:pt x="227" y="312"/>
                    <a:pt x="227" y="311"/>
                    <a:pt x="226" y="311"/>
                  </a:cubicBezTo>
                  <a:cubicBezTo>
                    <a:pt x="226" y="311"/>
                    <a:pt x="226" y="311"/>
                    <a:pt x="226" y="311"/>
                  </a:cubicBezTo>
                  <a:cubicBezTo>
                    <a:pt x="226" y="311"/>
                    <a:pt x="226" y="311"/>
                    <a:pt x="225" y="310"/>
                  </a:cubicBezTo>
                  <a:cubicBezTo>
                    <a:pt x="225" y="310"/>
                    <a:pt x="225" y="310"/>
                    <a:pt x="225" y="310"/>
                  </a:cubicBezTo>
                  <a:cubicBezTo>
                    <a:pt x="225" y="310"/>
                    <a:pt x="225" y="310"/>
                    <a:pt x="225" y="310"/>
                  </a:cubicBezTo>
                  <a:cubicBezTo>
                    <a:pt x="225" y="310"/>
                    <a:pt x="224" y="310"/>
                    <a:pt x="224" y="310"/>
                  </a:cubicBezTo>
                  <a:cubicBezTo>
                    <a:pt x="224" y="310"/>
                    <a:pt x="224" y="309"/>
                    <a:pt x="223" y="309"/>
                  </a:cubicBezTo>
                  <a:cubicBezTo>
                    <a:pt x="223" y="309"/>
                    <a:pt x="223" y="309"/>
                    <a:pt x="222" y="309"/>
                  </a:cubicBezTo>
                  <a:cubicBezTo>
                    <a:pt x="222" y="309"/>
                    <a:pt x="222" y="309"/>
                    <a:pt x="222" y="309"/>
                  </a:cubicBezTo>
                  <a:cubicBezTo>
                    <a:pt x="222" y="309"/>
                    <a:pt x="222" y="309"/>
                    <a:pt x="221" y="309"/>
                  </a:cubicBezTo>
                  <a:cubicBezTo>
                    <a:pt x="221" y="310"/>
                    <a:pt x="221" y="310"/>
                    <a:pt x="221" y="310"/>
                  </a:cubicBezTo>
                  <a:close/>
                  <a:moveTo>
                    <a:pt x="203" y="317"/>
                  </a:moveTo>
                  <a:cubicBezTo>
                    <a:pt x="203" y="318"/>
                    <a:pt x="203" y="318"/>
                    <a:pt x="203" y="319"/>
                  </a:cubicBezTo>
                  <a:cubicBezTo>
                    <a:pt x="203" y="319"/>
                    <a:pt x="203" y="319"/>
                    <a:pt x="203" y="319"/>
                  </a:cubicBezTo>
                  <a:cubicBezTo>
                    <a:pt x="203" y="319"/>
                    <a:pt x="203" y="320"/>
                    <a:pt x="203" y="320"/>
                  </a:cubicBezTo>
                  <a:cubicBezTo>
                    <a:pt x="204" y="320"/>
                    <a:pt x="204" y="320"/>
                    <a:pt x="204" y="320"/>
                  </a:cubicBezTo>
                  <a:cubicBezTo>
                    <a:pt x="204" y="320"/>
                    <a:pt x="204" y="319"/>
                    <a:pt x="204" y="319"/>
                  </a:cubicBezTo>
                  <a:cubicBezTo>
                    <a:pt x="205" y="319"/>
                    <a:pt x="205" y="319"/>
                    <a:pt x="205" y="318"/>
                  </a:cubicBezTo>
                  <a:cubicBezTo>
                    <a:pt x="204" y="318"/>
                    <a:pt x="204" y="317"/>
                    <a:pt x="204" y="317"/>
                  </a:cubicBezTo>
                  <a:cubicBezTo>
                    <a:pt x="204" y="317"/>
                    <a:pt x="203" y="317"/>
                    <a:pt x="203" y="317"/>
                  </a:cubicBezTo>
                  <a:cubicBezTo>
                    <a:pt x="203" y="317"/>
                    <a:pt x="203" y="317"/>
                    <a:pt x="203" y="317"/>
                  </a:cubicBezTo>
                  <a:close/>
                  <a:moveTo>
                    <a:pt x="124" y="320"/>
                  </a:moveTo>
                  <a:cubicBezTo>
                    <a:pt x="124" y="320"/>
                    <a:pt x="124" y="319"/>
                    <a:pt x="124" y="319"/>
                  </a:cubicBezTo>
                  <a:cubicBezTo>
                    <a:pt x="124" y="318"/>
                    <a:pt x="124" y="318"/>
                    <a:pt x="124" y="318"/>
                  </a:cubicBezTo>
                  <a:cubicBezTo>
                    <a:pt x="124" y="317"/>
                    <a:pt x="124" y="317"/>
                    <a:pt x="124" y="317"/>
                  </a:cubicBezTo>
                  <a:cubicBezTo>
                    <a:pt x="124" y="317"/>
                    <a:pt x="124" y="317"/>
                    <a:pt x="124" y="317"/>
                  </a:cubicBezTo>
                  <a:cubicBezTo>
                    <a:pt x="124" y="317"/>
                    <a:pt x="124" y="316"/>
                    <a:pt x="124" y="316"/>
                  </a:cubicBezTo>
                  <a:cubicBezTo>
                    <a:pt x="123" y="316"/>
                    <a:pt x="123" y="316"/>
                    <a:pt x="123" y="316"/>
                  </a:cubicBezTo>
                  <a:cubicBezTo>
                    <a:pt x="123" y="316"/>
                    <a:pt x="123" y="316"/>
                    <a:pt x="123" y="316"/>
                  </a:cubicBezTo>
                  <a:cubicBezTo>
                    <a:pt x="123" y="315"/>
                    <a:pt x="123" y="315"/>
                    <a:pt x="122" y="315"/>
                  </a:cubicBezTo>
                  <a:cubicBezTo>
                    <a:pt x="122" y="315"/>
                    <a:pt x="122" y="315"/>
                    <a:pt x="122" y="315"/>
                  </a:cubicBezTo>
                  <a:cubicBezTo>
                    <a:pt x="122" y="315"/>
                    <a:pt x="121" y="315"/>
                    <a:pt x="121" y="315"/>
                  </a:cubicBezTo>
                  <a:cubicBezTo>
                    <a:pt x="121" y="315"/>
                    <a:pt x="121" y="315"/>
                    <a:pt x="121" y="315"/>
                  </a:cubicBezTo>
                  <a:cubicBezTo>
                    <a:pt x="121" y="315"/>
                    <a:pt x="120" y="315"/>
                    <a:pt x="120" y="315"/>
                  </a:cubicBezTo>
                  <a:cubicBezTo>
                    <a:pt x="120" y="315"/>
                    <a:pt x="120" y="315"/>
                    <a:pt x="119" y="315"/>
                  </a:cubicBezTo>
                  <a:cubicBezTo>
                    <a:pt x="119" y="315"/>
                    <a:pt x="119" y="315"/>
                    <a:pt x="118" y="315"/>
                  </a:cubicBezTo>
                  <a:cubicBezTo>
                    <a:pt x="118" y="315"/>
                    <a:pt x="118" y="315"/>
                    <a:pt x="118" y="315"/>
                  </a:cubicBezTo>
                  <a:cubicBezTo>
                    <a:pt x="117" y="315"/>
                    <a:pt x="117" y="315"/>
                    <a:pt x="116" y="315"/>
                  </a:cubicBezTo>
                  <a:cubicBezTo>
                    <a:pt x="116" y="315"/>
                    <a:pt x="116" y="315"/>
                    <a:pt x="116" y="315"/>
                  </a:cubicBezTo>
                  <a:cubicBezTo>
                    <a:pt x="116" y="315"/>
                    <a:pt x="115" y="315"/>
                    <a:pt x="115" y="315"/>
                  </a:cubicBezTo>
                  <a:cubicBezTo>
                    <a:pt x="115" y="315"/>
                    <a:pt x="115" y="315"/>
                    <a:pt x="114" y="315"/>
                  </a:cubicBezTo>
                  <a:cubicBezTo>
                    <a:pt x="114" y="315"/>
                    <a:pt x="114" y="315"/>
                    <a:pt x="114" y="315"/>
                  </a:cubicBezTo>
                  <a:cubicBezTo>
                    <a:pt x="114" y="315"/>
                    <a:pt x="113" y="315"/>
                    <a:pt x="113" y="315"/>
                  </a:cubicBezTo>
                  <a:cubicBezTo>
                    <a:pt x="113" y="315"/>
                    <a:pt x="113" y="315"/>
                    <a:pt x="113" y="315"/>
                  </a:cubicBezTo>
                  <a:cubicBezTo>
                    <a:pt x="112" y="315"/>
                    <a:pt x="112" y="316"/>
                    <a:pt x="111" y="316"/>
                  </a:cubicBezTo>
                  <a:cubicBezTo>
                    <a:pt x="111" y="316"/>
                    <a:pt x="111" y="316"/>
                    <a:pt x="111" y="316"/>
                  </a:cubicBezTo>
                  <a:cubicBezTo>
                    <a:pt x="111" y="316"/>
                    <a:pt x="111" y="316"/>
                    <a:pt x="110" y="316"/>
                  </a:cubicBezTo>
                  <a:cubicBezTo>
                    <a:pt x="110" y="316"/>
                    <a:pt x="110" y="316"/>
                    <a:pt x="110" y="316"/>
                  </a:cubicBezTo>
                  <a:cubicBezTo>
                    <a:pt x="110" y="316"/>
                    <a:pt x="109" y="316"/>
                    <a:pt x="109" y="316"/>
                  </a:cubicBezTo>
                  <a:cubicBezTo>
                    <a:pt x="109" y="316"/>
                    <a:pt x="109" y="316"/>
                    <a:pt x="109" y="316"/>
                  </a:cubicBezTo>
                  <a:cubicBezTo>
                    <a:pt x="109" y="316"/>
                    <a:pt x="108" y="317"/>
                    <a:pt x="108" y="317"/>
                  </a:cubicBezTo>
                  <a:cubicBezTo>
                    <a:pt x="108" y="317"/>
                    <a:pt x="108" y="317"/>
                    <a:pt x="108" y="317"/>
                  </a:cubicBezTo>
                  <a:cubicBezTo>
                    <a:pt x="108" y="317"/>
                    <a:pt x="108" y="317"/>
                    <a:pt x="108" y="317"/>
                  </a:cubicBezTo>
                  <a:cubicBezTo>
                    <a:pt x="108" y="317"/>
                    <a:pt x="109" y="317"/>
                    <a:pt x="109" y="317"/>
                  </a:cubicBezTo>
                  <a:cubicBezTo>
                    <a:pt x="109" y="317"/>
                    <a:pt x="109" y="317"/>
                    <a:pt x="110" y="317"/>
                  </a:cubicBezTo>
                  <a:cubicBezTo>
                    <a:pt x="110" y="317"/>
                    <a:pt x="110" y="317"/>
                    <a:pt x="110" y="317"/>
                  </a:cubicBezTo>
                  <a:cubicBezTo>
                    <a:pt x="111" y="317"/>
                    <a:pt x="111" y="317"/>
                    <a:pt x="111" y="317"/>
                  </a:cubicBezTo>
                  <a:cubicBezTo>
                    <a:pt x="111" y="317"/>
                    <a:pt x="112" y="317"/>
                    <a:pt x="112" y="318"/>
                  </a:cubicBezTo>
                  <a:cubicBezTo>
                    <a:pt x="112" y="318"/>
                    <a:pt x="112" y="318"/>
                    <a:pt x="112" y="318"/>
                  </a:cubicBezTo>
                  <a:cubicBezTo>
                    <a:pt x="112" y="318"/>
                    <a:pt x="112" y="318"/>
                    <a:pt x="112" y="318"/>
                  </a:cubicBezTo>
                  <a:cubicBezTo>
                    <a:pt x="112" y="319"/>
                    <a:pt x="112" y="319"/>
                    <a:pt x="112" y="319"/>
                  </a:cubicBezTo>
                  <a:cubicBezTo>
                    <a:pt x="112" y="319"/>
                    <a:pt x="111" y="319"/>
                    <a:pt x="111" y="319"/>
                  </a:cubicBezTo>
                  <a:cubicBezTo>
                    <a:pt x="111" y="319"/>
                    <a:pt x="111" y="319"/>
                    <a:pt x="110" y="319"/>
                  </a:cubicBezTo>
                  <a:cubicBezTo>
                    <a:pt x="110" y="319"/>
                    <a:pt x="110" y="319"/>
                    <a:pt x="110" y="319"/>
                  </a:cubicBezTo>
                  <a:cubicBezTo>
                    <a:pt x="109" y="320"/>
                    <a:pt x="109" y="320"/>
                    <a:pt x="109" y="320"/>
                  </a:cubicBezTo>
                  <a:cubicBezTo>
                    <a:pt x="109" y="320"/>
                    <a:pt x="109" y="320"/>
                    <a:pt x="109" y="320"/>
                  </a:cubicBezTo>
                  <a:cubicBezTo>
                    <a:pt x="110" y="321"/>
                    <a:pt x="110" y="321"/>
                    <a:pt x="110" y="321"/>
                  </a:cubicBezTo>
                  <a:cubicBezTo>
                    <a:pt x="111" y="321"/>
                    <a:pt x="111" y="321"/>
                    <a:pt x="112" y="321"/>
                  </a:cubicBezTo>
                  <a:cubicBezTo>
                    <a:pt x="112" y="321"/>
                    <a:pt x="112" y="321"/>
                    <a:pt x="113" y="321"/>
                  </a:cubicBezTo>
                  <a:cubicBezTo>
                    <a:pt x="113" y="321"/>
                    <a:pt x="113" y="321"/>
                    <a:pt x="113" y="321"/>
                  </a:cubicBezTo>
                  <a:cubicBezTo>
                    <a:pt x="113" y="321"/>
                    <a:pt x="113" y="322"/>
                    <a:pt x="113" y="322"/>
                  </a:cubicBezTo>
                  <a:cubicBezTo>
                    <a:pt x="113" y="322"/>
                    <a:pt x="112" y="322"/>
                    <a:pt x="112" y="322"/>
                  </a:cubicBezTo>
                  <a:cubicBezTo>
                    <a:pt x="112" y="322"/>
                    <a:pt x="112" y="322"/>
                    <a:pt x="111" y="322"/>
                  </a:cubicBezTo>
                  <a:cubicBezTo>
                    <a:pt x="111" y="322"/>
                    <a:pt x="111" y="322"/>
                    <a:pt x="111" y="322"/>
                  </a:cubicBezTo>
                  <a:cubicBezTo>
                    <a:pt x="111" y="322"/>
                    <a:pt x="110" y="322"/>
                    <a:pt x="110" y="322"/>
                  </a:cubicBezTo>
                  <a:cubicBezTo>
                    <a:pt x="110" y="322"/>
                    <a:pt x="110" y="322"/>
                    <a:pt x="110" y="322"/>
                  </a:cubicBezTo>
                  <a:cubicBezTo>
                    <a:pt x="109" y="323"/>
                    <a:pt x="108" y="323"/>
                    <a:pt x="107" y="323"/>
                  </a:cubicBezTo>
                  <a:cubicBezTo>
                    <a:pt x="107" y="323"/>
                    <a:pt x="107" y="323"/>
                    <a:pt x="107" y="323"/>
                  </a:cubicBezTo>
                  <a:cubicBezTo>
                    <a:pt x="107" y="322"/>
                    <a:pt x="106" y="322"/>
                    <a:pt x="106" y="322"/>
                  </a:cubicBezTo>
                  <a:cubicBezTo>
                    <a:pt x="106" y="322"/>
                    <a:pt x="106" y="321"/>
                    <a:pt x="106" y="321"/>
                  </a:cubicBezTo>
                  <a:cubicBezTo>
                    <a:pt x="106" y="321"/>
                    <a:pt x="106" y="321"/>
                    <a:pt x="106" y="321"/>
                  </a:cubicBezTo>
                  <a:cubicBezTo>
                    <a:pt x="105" y="320"/>
                    <a:pt x="105" y="320"/>
                    <a:pt x="105" y="320"/>
                  </a:cubicBezTo>
                  <a:cubicBezTo>
                    <a:pt x="105" y="320"/>
                    <a:pt x="105" y="319"/>
                    <a:pt x="104" y="320"/>
                  </a:cubicBezTo>
                  <a:cubicBezTo>
                    <a:pt x="104" y="320"/>
                    <a:pt x="103" y="320"/>
                    <a:pt x="103" y="321"/>
                  </a:cubicBezTo>
                  <a:cubicBezTo>
                    <a:pt x="103" y="321"/>
                    <a:pt x="103" y="321"/>
                    <a:pt x="103" y="321"/>
                  </a:cubicBezTo>
                  <a:cubicBezTo>
                    <a:pt x="103" y="321"/>
                    <a:pt x="103" y="321"/>
                    <a:pt x="103" y="322"/>
                  </a:cubicBezTo>
                  <a:cubicBezTo>
                    <a:pt x="103" y="322"/>
                    <a:pt x="103" y="322"/>
                    <a:pt x="103" y="322"/>
                  </a:cubicBezTo>
                  <a:cubicBezTo>
                    <a:pt x="103" y="322"/>
                    <a:pt x="104" y="322"/>
                    <a:pt x="104" y="322"/>
                  </a:cubicBezTo>
                  <a:cubicBezTo>
                    <a:pt x="104" y="323"/>
                    <a:pt x="104" y="323"/>
                    <a:pt x="104" y="323"/>
                  </a:cubicBezTo>
                  <a:cubicBezTo>
                    <a:pt x="104" y="323"/>
                    <a:pt x="104" y="324"/>
                    <a:pt x="104" y="324"/>
                  </a:cubicBezTo>
                  <a:cubicBezTo>
                    <a:pt x="104" y="324"/>
                    <a:pt x="104" y="324"/>
                    <a:pt x="104" y="324"/>
                  </a:cubicBezTo>
                  <a:cubicBezTo>
                    <a:pt x="104" y="325"/>
                    <a:pt x="104" y="326"/>
                    <a:pt x="104" y="326"/>
                  </a:cubicBezTo>
                  <a:cubicBezTo>
                    <a:pt x="105" y="327"/>
                    <a:pt x="105" y="329"/>
                    <a:pt x="105" y="330"/>
                  </a:cubicBezTo>
                  <a:cubicBezTo>
                    <a:pt x="105" y="330"/>
                    <a:pt x="105" y="331"/>
                    <a:pt x="105" y="331"/>
                  </a:cubicBezTo>
                  <a:cubicBezTo>
                    <a:pt x="105" y="332"/>
                    <a:pt x="105" y="333"/>
                    <a:pt x="105" y="333"/>
                  </a:cubicBezTo>
                  <a:cubicBezTo>
                    <a:pt x="105" y="334"/>
                    <a:pt x="104" y="335"/>
                    <a:pt x="104" y="335"/>
                  </a:cubicBezTo>
                  <a:cubicBezTo>
                    <a:pt x="104" y="336"/>
                    <a:pt x="104" y="336"/>
                    <a:pt x="105" y="337"/>
                  </a:cubicBezTo>
                  <a:cubicBezTo>
                    <a:pt x="105" y="337"/>
                    <a:pt x="106" y="337"/>
                    <a:pt x="107" y="337"/>
                  </a:cubicBezTo>
                  <a:cubicBezTo>
                    <a:pt x="107" y="337"/>
                    <a:pt x="107" y="337"/>
                    <a:pt x="107" y="337"/>
                  </a:cubicBezTo>
                  <a:cubicBezTo>
                    <a:pt x="108" y="337"/>
                    <a:pt x="108" y="337"/>
                    <a:pt x="108" y="337"/>
                  </a:cubicBezTo>
                  <a:cubicBezTo>
                    <a:pt x="109" y="337"/>
                    <a:pt x="109" y="337"/>
                    <a:pt x="110" y="338"/>
                  </a:cubicBezTo>
                  <a:cubicBezTo>
                    <a:pt x="110" y="338"/>
                    <a:pt x="111" y="338"/>
                    <a:pt x="111" y="338"/>
                  </a:cubicBezTo>
                  <a:cubicBezTo>
                    <a:pt x="112" y="337"/>
                    <a:pt x="112" y="337"/>
                    <a:pt x="113" y="337"/>
                  </a:cubicBezTo>
                  <a:cubicBezTo>
                    <a:pt x="114" y="337"/>
                    <a:pt x="114" y="337"/>
                    <a:pt x="115" y="337"/>
                  </a:cubicBezTo>
                  <a:cubicBezTo>
                    <a:pt x="115" y="337"/>
                    <a:pt x="116" y="337"/>
                    <a:pt x="116" y="337"/>
                  </a:cubicBezTo>
                  <a:cubicBezTo>
                    <a:pt x="116" y="337"/>
                    <a:pt x="117" y="337"/>
                    <a:pt x="117" y="337"/>
                  </a:cubicBezTo>
                  <a:cubicBezTo>
                    <a:pt x="117" y="337"/>
                    <a:pt x="117" y="337"/>
                    <a:pt x="117" y="337"/>
                  </a:cubicBezTo>
                  <a:cubicBezTo>
                    <a:pt x="118" y="337"/>
                    <a:pt x="118" y="337"/>
                    <a:pt x="118" y="337"/>
                  </a:cubicBezTo>
                  <a:cubicBezTo>
                    <a:pt x="118" y="337"/>
                    <a:pt x="119" y="337"/>
                    <a:pt x="119" y="337"/>
                  </a:cubicBezTo>
                  <a:cubicBezTo>
                    <a:pt x="119" y="337"/>
                    <a:pt x="119" y="337"/>
                    <a:pt x="119" y="336"/>
                  </a:cubicBezTo>
                  <a:cubicBezTo>
                    <a:pt x="119" y="336"/>
                    <a:pt x="119" y="336"/>
                    <a:pt x="119" y="336"/>
                  </a:cubicBezTo>
                  <a:cubicBezTo>
                    <a:pt x="120" y="335"/>
                    <a:pt x="119" y="335"/>
                    <a:pt x="119" y="335"/>
                  </a:cubicBezTo>
                  <a:cubicBezTo>
                    <a:pt x="119" y="335"/>
                    <a:pt x="119" y="335"/>
                    <a:pt x="119" y="335"/>
                  </a:cubicBezTo>
                  <a:cubicBezTo>
                    <a:pt x="119" y="335"/>
                    <a:pt x="118" y="335"/>
                    <a:pt x="118" y="335"/>
                  </a:cubicBezTo>
                  <a:cubicBezTo>
                    <a:pt x="118" y="335"/>
                    <a:pt x="118" y="335"/>
                    <a:pt x="118" y="334"/>
                  </a:cubicBezTo>
                  <a:cubicBezTo>
                    <a:pt x="118" y="334"/>
                    <a:pt x="118" y="334"/>
                    <a:pt x="118" y="334"/>
                  </a:cubicBezTo>
                  <a:cubicBezTo>
                    <a:pt x="118" y="334"/>
                    <a:pt x="119" y="333"/>
                    <a:pt x="119" y="332"/>
                  </a:cubicBezTo>
                  <a:cubicBezTo>
                    <a:pt x="119" y="332"/>
                    <a:pt x="119" y="332"/>
                    <a:pt x="119" y="332"/>
                  </a:cubicBezTo>
                  <a:cubicBezTo>
                    <a:pt x="119" y="332"/>
                    <a:pt x="119" y="332"/>
                    <a:pt x="119" y="332"/>
                  </a:cubicBezTo>
                  <a:cubicBezTo>
                    <a:pt x="119" y="332"/>
                    <a:pt x="120" y="332"/>
                    <a:pt x="120" y="332"/>
                  </a:cubicBezTo>
                  <a:cubicBezTo>
                    <a:pt x="120" y="332"/>
                    <a:pt x="120" y="332"/>
                    <a:pt x="120" y="331"/>
                  </a:cubicBezTo>
                  <a:cubicBezTo>
                    <a:pt x="120" y="331"/>
                    <a:pt x="120" y="331"/>
                    <a:pt x="121" y="331"/>
                  </a:cubicBezTo>
                  <a:cubicBezTo>
                    <a:pt x="121" y="331"/>
                    <a:pt x="121" y="331"/>
                    <a:pt x="121" y="332"/>
                  </a:cubicBezTo>
                  <a:cubicBezTo>
                    <a:pt x="121" y="332"/>
                    <a:pt x="122" y="332"/>
                    <a:pt x="122" y="332"/>
                  </a:cubicBezTo>
                  <a:cubicBezTo>
                    <a:pt x="122" y="332"/>
                    <a:pt x="122" y="332"/>
                    <a:pt x="122" y="333"/>
                  </a:cubicBezTo>
                  <a:cubicBezTo>
                    <a:pt x="122" y="333"/>
                    <a:pt x="122" y="334"/>
                    <a:pt x="122" y="334"/>
                  </a:cubicBezTo>
                  <a:cubicBezTo>
                    <a:pt x="122" y="335"/>
                    <a:pt x="122" y="336"/>
                    <a:pt x="122" y="337"/>
                  </a:cubicBezTo>
                  <a:cubicBezTo>
                    <a:pt x="122" y="337"/>
                    <a:pt x="122" y="338"/>
                    <a:pt x="122" y="338"/>
                  </a:cubicBezTo>
                  <a:cubicBezTo>
                    <a:pt x="122" y="339"/>
                    <a:pt x="122" y="339"/>
                    <a:pt x="121" y="340"/>
                  </a:cubicBezTo>
                  <a:cubicBezTo>
                    <a:pt x="121" y="340"/>
                    <a:pt x="121" y="340"/>
                    <a:pt x="120" y="340"/>
                  </a:cubicBezTo>
                  <a:cubicBezTo>
                    <a:pt x="120" y="339"/>
                    <a:pt x="120" y="339"/>
                    <a:pt x="119" y="339"/>
                  </a:cubicBezTo>
                  <a:cubicBezTo>
                    <a:pt x="119" y="339"/>
                    <a:pt x="119" y="339"/>
                    <a:pt x="119" y="339"/>
                  </a:cubicBezTo>
                  <a:cubicBezTo>
                    <a:pt x="118" y="339"/>
                    <a:pt x="118" y="338"/>
                    <a:pt x="118" y="338"/>
                  </a:cubicBezTo>
                  <a:cubicBezTo>
                    <a:pt x="117" y="338"/>
                    <a:pt x="117" y="338"/>
                    <a:pt x="117" y="338"/>
                  </a:cubicBezTo>
                  <a:cubicBezTo>
                    <a:pt x="117" y="338"/>
                    <a:pt x="117" y="338"/>
                    <a:pt x="117" y="338"/>
                  </a:cubicBezTo>
                  <a:cubicBezTo>
                    <a:pt x="116" y="338"/>
                    <a:pt x="116" y="338"/>
                    <a:pt x="116" y="339"/>
                  </a:cubicBezTo>
                  <a:cubicBezTo>
                    <a:pt x="117" y="339"/>
                    <a:pt x="117" y="339"/>
                    <a:pt x="117" y="339"/>
                  </a:cubicBezTo>
                  <a:cubicBezTo>
                    <a:pt x="117" y="340"/>
                    <a:pt x="117" y="340"/>
                    <a:pt x="117" y="340"/>
                  </a:cubicBezTo>
                  <a:cubicBezTo>
                    <a:pt x="117" y="340"/>
                    <a:pt x="117" y="340"/>
                    <a:pt x="117" y="340"/>
                  </a:cubicBezTo>
                  <a:cubicBezTo>
                    <a:pt x="118" y="340"/>
                    <a:pt x="118" y="340"/>
                    <a:pt x="118" y="340"/>
                  </a:cubicBezTo>
                  <a:cubicBezTo>
                    <a:pt x="118" y="340"/>
                    <a:pt x="119" y="340"/>
                    <a:pt x="119" y="341"/>
                  </a:cubicBezTo>
                  <a:cubicBezTo>
                    <a:pt x="119" y="341"/>
                    <a:pt x="120" y="341"/>
                    <a:pt x="121" y="341"/>
                  </a:cubicBezTo>
                  <a:cubicBezTo>
                    <a:pt x="121" y="341"/>
                    <a:pt x="121" y="341"/>
                    <a:pt x="121" y="341"/>
                  </a:cubicBezTo>
                  <a:cubicBezTo>
                    <a:pt x="121" y="341"/>
                    <a:pt x="122" y="341"/>
                    <a:pt x="122" y="340"/>
                  </a:cubicBezTo>
                  <a:cubicBezTo>
                    <a:pt x="122" y="340"/>
                    <a:pt x="123" y="340"/>
                    <a:pt x="123" y="340"/>
                  </a:cubicBezTo>
                  <a:cubicBezTo>
                    <a:pt x="123" y="339"/>
                    <a:pt x="123" y="339"/>
                    <a:pt x="123" y="338"/>
                  </a:cubicBezTo>
                  <a:cubicBezTo>
                    <a:pt x="123" y="338"/>
                    <a:pt x="123" y="338"/>
                    <a:pt x="124" y="337"/>
                  </a:cubicBezTo>
                  <a:cubicBezTo>
                    <a:pt x="124" y="337"/>
                    <a:pt x="124" y="337"/>
                    <a:pt x="124" y="337"/>
                  </a:cubicBezTo>
                  <a:cubicBezTo>
                    <a:pt x="124" y="337"/>
                    <a:pt x="124" y="336"/>
                    <a:pt x="123" y="336"/>
                  </a:cubicBezTo>
                  <a:cubicBezTo>
                    <a:pt x="123" y="335"/>
                    <a:pt x="123" y="334"/>
                    <a:pt x="123" y="333"/>
                  </a:cubicBezTo>
                  <a:cubicBezTo>
                    <a:pt x="123" y="333"/>
                    <a:pt x="123" y="333"/>
                    <a:pt x="124" y="333"/>
                  </a:cubicBezTo>
                  <a:cubicBezTo>
                    <a:pt x="124" y="332"/>
                    <a:pt x="124" y="332"/>
                    <a:pt x="124" y="331"/>
                  </a:cubicBezTo>
                  <a:cubicBezTo>
                    <a:pt x="124" y="331"/>
                    <a:pt x="124" y="330"/>
                    <a:pt x="124" y="329"/>
                  </a:cubicBezTo>
                  <a:cubicBezTo>
                    <a:pt x="124" y="329"/>
                    <a:pt x="124" y="329"/>
                    <a:pt x="124" y="328"/>
                  </a:cubicBezTo>
                  <a:cubicBezTo>
                    <a:pt x="124" y="328"/>
                    <a:pt x="124" y="328"/>
                    <a:pt x="124" y="327"/>
                  </a:cubicBezTo>
                  <a:cubicBezTo>
                    <a:pt x="124" y="326"/>
                    <a:pt x="124" y="325"/>
                    <a:pt x="124" y="324"/>
                  </a:cubicBezTo>
                  <a:cubicBezTo>
                    <a:pt x="124" y="323"/>
                    <a:pt x="124" y="323"/>
                    <a:pt x="124" y="323"/>
                  </a:cubicBezTo>
                  <a:cubicBezTo>
                    <a:pt x="124" y="323"/>
                    <a:pt x="124" y="322"/>
                    <a:pt x="124" y="322"/>
                  </a:cubicBezTo>
                  <a:cubicBezTo>
                    <a:pt x="124" y="321"/>
                    <a:pt x="124" y="321"/>
                    <a:pt x="124" y="320"/>
                  </a:cubicBezTo>
                  <a:close/>
                  <a:moveTo>
                    <a:pt x="156" y="326"/>
                  </a:moveTo>
                  <a:cubicBezTo>
                    <a:pt x="156" y="325"/>
                    <a:pt x="156" y="325"/>
                    <a:pt x="155" y="325"/>
                  </a:cubicBezTo>
                  <a:cubicBezTo>
                    <a:pt x="155" y="325"/>
                    <a:pt x="154" y="325"/>
                    <a:pt x="154" y="325"/>
                  </a:cubicBezTo>
                  <a:cubicBezTo>
                    <a:pt x="153" y="325"/>
                    <a:pt x="152" y="325"/>
                    <a:pt x="152" y="325"/>
                  </a:cubicBezTo>
                  <a:cubicBezTo>
                    <a:pt x="152" y="325"/>
                    <a:pt x="151" y="325"/>
                    <a:pt x="151" y="325"/>
                  </a:cubicBezTo>
                  <a:cubicBezTo>
                    <a:pt x="151" y="325"/>
                    <a:pt x="151" y="325"/>
                    <a:pt x="151" y="325"/>
                  </a:cubicBezTo>
                  <a:cubicBezTo>
                    <a:pt x="151" y="324"/>
                    <a:pt x="151" y="324"/>
                    <a:pt x="151" y="324"/>
                  </a:cubicBezTo>
                  <a:cubicBezTo>
                    <a:pt x="151" y="323"/>
                    <a:pt x="151" y="323"/>
                    <a:pt x="151" y="323"/>
                  </a:cubicBezTo>
                  <a:cubicBezTo>
                    <a:pt x="151" y="323"/>
                    <a:pt x="152" y="323"/>
                    <a:pt x="152" y="323"/>
                  </a:cubicBezTo>
                  <a:cubicBezTo>
                    <a:pt x="152" y="323"/>
                    <a:pt x="152" y="323"/>
                    <a:pt x="152" y="323"/>
                  </a:cubicBezTo>
                  <a:cubicBezTo>
                    <a:pt x="153" y="323"/>
                    <a:pt x="153" y="323"/>
                    <a:pt x="153" y="323"/>
                  </a:cubicBezTo>
                  <a:cubicBezTo>
                    <a:pt x="153" y="323"/>
                    <a:pt x="154" y="323"/>
                    <a:pt x="154" y="323"/>
                  </a:cubicBezTo>
                  <a:cubicBezTo>
                    <a:pt x="154" y="323"/>
                    <a:pt x="154" y="323"/>
                    <a:pt x="155" y="323"/>
                  </a:cubicBezTo>
                  <a:cubicBezTo>
                    <a:pt x="155" y="323"/>
                    <a:pt x="155" y="322"/>
                    <a:pt x="155" y="322"/>
                  </a:cubicBezTo>
                  <a:cubicBezTo>
                    <a:pt x="155" y="322"/>
                    <a:pt x="155" y="322"/>
                    <a:pt x="155" y="321"/>
                  </a:cubicBezTo>
                  <a:cubicBezTo>
                    <a:pt x="155" y="321"/>
                    <a:pt x="155" y="321"/>
                    <a:pt x="154" y="321"/>
                  </a:cubicBezTo>
                  <a:cubicBezTo>
                    <a:pt x="154" y="321"/>
                    <a:pt x="154" y="321"/>
                    <a:pt x="153" y="321"/>
                  </a:cubicBezTo>
                  <a:cubicBezTo>
                    <a:pt x="153" y="321"/>
                    <a:pt x="153" y="321"/>
                    <a:pt x="153" y="321"/>
                  </a:cubicBezTo>
                  <a:cubicBezTo>
                    <a:pt x="153" y="321"/>
                    <a:pt x="152" y="321"/>
                    <a:pt x="152" y="321"/>
                  </a:cubicBezTo>
                  <a:cubicBezTo>
                    <a:pt x="152" y="321"/>
                    <a:pt x="151" y="321"/>
                    <a:pt x="151" y="320"/>
                  </a:cubicBezTo>
                  <a:cubicBezTo>
                    <a:pt x="151" y="320"/>
                    <a:pt x="151" y="320"/>
                    <a:pt x="151" y="319"/>
                  </a:cubicBezTo>
                  <a:cubicBezTo>
                    <a:pt x="152" y="319"/>
                    <a:pt x="152" y="318"/>
                    <a:pt x="152" y="318"/>
                  </a:cubicBezTo>
                  <a:cubicBezTo>
                    <a:pt x="152" y="317"/>
                    <a:pt x="151" y="317"/>
                    <a:pt x="151" y="317"/>
                  </a:cubicBezTo>
                  <a:cubicBezTo>
                    <a:pt x="152" y="316"/>
                    <a:pt x="152" y="316"/>
                    <a:pt x="152" y="315"/>
                  </a:cubicBezTo>
                  <a:cubicBezTo>
                    <a:pt x="152" y="315"/>
                    <a:pt x="152" y="314"/>
                    <a:pt x="151" y="314"/>
                  </a:cubicBezTo>
                  <a:cubicBezTo>
                    <a:pt x="151" y="314"/>
                    <a:pt x="151" y="314"/>
                    <a:pt x="151" y="314"/>
                  </a:cubicBezTo>
                  <a:cubicBezTo>
                    <a:pt x="151" y="314"/>
                    <a:pt x="150" y="313"/>
                    <a:pt x="150" y="314"/>
                  </a:cubicBezTo>
                  <a:cubicBezTo>
                    <a:pt x="150" y="314"/>
                    <a:pt x="150" y="314"/>
                    <a:pt x="150" y="314"/>
                  </a:cubicBezTo>
                  <a:cubicBezTo>
                    <a:pt x="149" y="314"/>
                    <a:pt x="149" y="315"/>
                    <a:pt x="149" y="315"/>
                  </a:cubicBezTo>
                  <a:cubicBezTo>
                    <a:pt x="149" y="316"/>
                    <a:pt x="149" y="316"/>
                    <a:pt x="150" y="317"/>
                  </a:cubicBezTo>
                  <a:cubicBezTo>
                    <a:pt x="150" y="317"/>
                    <a:pt x="150" y="317"/>
                    <a:pt x="150" y="317"/>
                  </a:cubicBezTo>
                  <a:cubicBezTo>
                    <a:pt x="150" y="317"/>
                    <a:pt x="150" y="317"/>
                    <a:pt x="150" y="317"/>
                  </a:cubicBezTo>
                  <a:cubicBezTo>
                    <a:pt x="149" y="317"/>
                    <a:pt x="149" y="318"/>
                    <a:pt x="149" y="318"/>
                  </a:cubicBezTo>
                  <a:cubicBezTo>
                    <a:pt x="149" y="318"/>
                    <a:pt x="149" y="319"/>
                    <a:pt x="149" y="319"/>
                  </a:cubicBezTo>
                  <a:cubicBezTo>
                    <a:pt x="149" y="319"/>
                    <a:pt x="149" y="319"/>
                    <a:pt x="149" y="320"/>
                  </a:cubicBezTo>
                  <a:cubicBezTo>
                    <a:pt x="149" y="320"/>
                    <a:pt x="149" y="320"/>
                    <a:pt x="149" y="321"/>
                  </a:cubicBezTo>
                  <a:cubicBezTo>
                    <a:pt x="149" y="321"/>
                    <a:pt x="149" y="321"/>
                    <a:pt x="148" y="321"/>
                  </a:cubicBezTo>
                  <a:cubicBezTo>
                    <a:pt x="148" y="321"/>
                    <a:pt x="148" y="321"/>
                    <a:pt x="147" y="321"/>
                  </a:cubicBezTo>
                  <a:cubicBezTo>
                    <a:pt x="147" y="321"/>
                    <a:pt x="147" y="321"/>
                    <a:pt x="147" y="321"/>
                  </a:cubicBezTo>
                  <a:cubicBezTo>
                    <a:pt x="147" y="321"/>
                    <a:pt x="146" y="321"/>
                    <a:pt x="146" y="321"/>
                  </a:cubicBezTo>
                  <a:cubicBezTo>
                    <a:pt x="145" y="321"/>
                    <a:pt x="145" y="321"/>
                    <a:pt x="145" y="322"/>
                  </a:cubicBezTo>
                  <a:cubicBezTo>
                    <a:pt x="144" y="322"/>
                    <a:pt x="144" y="322"/>
                    <a:pt x="144" y="323"/>
                  </a:cubicBezTo>
                  <a:cubicBezTo>
                    <a:pt x="144" y="323"/>
                    <a:pt x="144" y="323"/>
                    <a:pt x="144" y="323"/>
                  </a:cubicBezTo>
                  <a:cubicBezTo>
                    <a:pt x="144" y="324"/>
                    <a:pt x="144" y="324"/>
                    <a:pt x="145" y="324"/>
                  </a:cubicBezTo>
                  <a:cubicBezTo>
                    <a:pt x="145" y="324"/>
                    <a:pt x="145" y="324"/>
                    <a:pt x="145" y="324"/>
                  </a:cubicBezTo>
                  <a:cubicBezTo>
                    <a:pt x="146" y="324"/>
                    <a:pt x="146" y="324"/>
                    <a:pt x="146" y="324"/>
                  </a:cubicBezTo>
                  <a:cubicBezTo>
                    <a:pt x="146" y="323"/>
                    <a:pt x="147" y="323"/>
                    <a:pt x="148" y="324"/>
                  </a:cubicBezTo>
                  <a:cubicBezTo>
                    <a:pt x="148" y="324"/>
                    <a:pt x="148" y="324"/>
                    <a:pt x="148" y="325"/>
                  </a:cubicBezTo>
                  <a:cubicBezTo>
                    <a:pt x="148" y="325"/>
                    <a:pt x="148" y="326"/>
                    <a:pt x="148" y="326"/>
                  </a:cubicBezTo>
                  <a:cubicBezTo>
                    <a:pt x="147" y="326"/>
                    <a:pt x="147" y="326"/>
                    <a:pt x="147" y="326"/>
                  </a:cubicBezTo>
                  <a:cubicBezTo>
                    <a:pt x="147" y="326"/>
                    <a:pt x="147" y="326"/>
                    <a:pt x="146" y="326"/>
                  </a:cubicBezTo>
                  <a:cubicBezTo>
                    <a:pt x="146" y="326"/>
                    <a:pt x="145" y="326"/>
                    <a:pt x="144" y="326"/>
                  </a:cubicBezTo>
                  <a:cubicBezTo>
                    <a:pt x="144" y="326"/>
                    <a:pt x="144" y="326"/>
                    <a:pt x="144" y="326"/>
                  </a:cubicBezTo>
                  <a:cubicBezTo>
                    <a:pt x="144" y="326"/>
                    <a:pt x="144" y="326"/>
                    <a:pt x="144" y="327"/>
                  </a:cubicBezTo>
                  <a:cubicBezTo>
                    <a:pt x="144" y="327"/>
                    <a:pt x="144" y="327"/>
                    <a:pt x="144" y="327"/>
                  </a:cubicBezTo>
                  <a:cubicBezTo>
                    <a:pt x="144" y="327"/>
                    <a:pt x="144" y="327"/>
                    <a:pt x="144" y="327"/>
                  </a:cubicBezTo>
                  <a:cubicBezTo>
                    <a:pt x="144" y="328"/>
                    <a:pt x="144" y="328"/>
                    <a:pt x="144" y="328"/>
                  </a:cubicBezTo>
                  <a:cubicBezTo>
                    <a:pt x="143" y="328"/>
                    <a:pt x="143" y="328"/>
                    <a:pt x="143" y="329"/>
                  </a:cubicBezTo>
                  <a:cubicBezTo>
                    <a:pt x="143" y="329"/>
                    <a:pt x="143" y="329"/>
                    <a:pt x="143" y="329"/>
                  </a:cubicBezTo>
                  <a:cubicBezTo>
                    <a:pt x="143" y="329"/>
                    <a:pt x="142" y="329"/>
                    <a:pt x="142" y="329"/>
                  </a:cubicBezTo>
                  <a:cubicBezTo>
                    <a:pt x="142" y="330"/>
                    <a:pt x="142" y="330"/>
                    <a:pt x="142" y="330"/>
                  </a:cubicBezTo>
                  <a:cubicBezTo>
                    <a:pt x="142" y="330"/>
                    <a:pt x="142" y="330"/>
                    <a:pt x="141" y="330"/>
                  </a:cubicBezTo>
                  <a:cubicBezTo>
                    <a:pt x="141" y="330"/>
                    <a:pt x="141" y="330"/>
                    <a:pt x="141" y="329"/>
                  </a:cubicBezTo>
                  <a:cubicBezTo>
                    <a:pt x="141" y="329"/>
                    <a:pt x="141" y="329"/>
                    <a:pt x="141" y="329"/>
                  </a:cubicBezTo>
                  <a:cubicBezTo>
                    <a:pt x="141" y="328"/>
                    <a:pt x="141" y="328"/>
                    <a:pt x="141" y="328"/>
                  </a:cubicBezTo>
                  <a:cubicBezTo>
                    <a:pt x="142" y="328"/>
                    <a:pt x="142" y="327"/>
                    <a:pt x="143" y="326"/>
                  </a:cubicBezTo>
                  <a:cubicBezTo>
                    <a:pt x="143" y="326"/>
                    <a:pt x="143" y="325"/>
                    <a:pt x="143" y="325"/>
                  </a:cubicBezTo>
                  <a:cubicBezTo>
                    <a:pt x="143" y="325"/>
                    <a:pt x="142" y="325"/>
                    <a:pt x="142" y="325"/>
                  </a:cubicBezTo>
                  <a:cubicBezTo>
                    <a:pt x="142" y="324"/>
                    <a:pt x="142" y="324"/>
                    <a:pt x="141" y="324"/>
                  </a:cubicBezTo>
                  <a:cubicBezTo>
                    <a:pt x="141" y="323"/>
                    <a:pt x="141" y="323"/>
                    <a:pt x="141" y="323"/>
                  </a:cubicBezTo>
                  <a:cubicBezTo>
                    <a:pt x="141" y="323"/>
                    <a:pt x="141" y="323"/>
                    <a:pt x="141" y="322"/>
                  </a:cubicBezTo>
                  <a:cubicBezTo>
                    <a:pt x="141" y="322"/>
                    <a:pt x="141" y="322"/>
                    <a:pt x="141" y="322"/>
                  </a:cubicBezTo>
                  <a:cubicBezTo>
                    <a:pt x="141" y="322"/>
                    <a:pt x="142" y="322"/>
                    <a:pt x="142" y="321"/>
                  </a:cubicBezTo>
                  <a:cubicBezTo>
                    <a:pt x="142" y="321"/>
                    <a:pt x="142" y="321"/>
                    <a:pt x="142" y="320"/>
                  </a:cubicBezTo>
                  <a:cubicBezTo>
                    <a:pt x="142" y="320"/>
                    <a:pt x="143" y="320"/>
                    <a:pt x="143" y="320"/>
                  </a:cubicBezTo>
                  <a:cubicBezTo>
                    <a:pt x="143" y="319"/>
                    <a:pt x="143" y="319"/>
                    <a:pt x="143" y="319"/>
                  </a:cubicBezTo>
                  <a:cubicBezTo>
                    <a:pt x="144" y="319"/>
                    <a:pt x="144" y="319"/>
                    <a:pt x="144" y="319"/>
                  </a:cubicBezTo>
                  <a:cubicBezTo>
                    <a:pt x="144" y="318"/>
                    <a:pt x="144" y="318"/>
                    <a:pt x="144" y="318"/>
                  </a:cubicBezTo>
                  <a:cubicBezTo>
                    <a:pt x="145" y="318"/>
                    <a:pt x="145" y="318"/>
                    <a:pt x="145" y="318"/>
                  </a:cubicBezTo>
                  <a:cubicBezTo>
                    <a:pt x="145" y="317"/>
                    <a:pt x="145" y="317"/>
                    <a:pt x="145" y="317"/>
                  </a:cubicBezTo>
                  <a:cubicBezTo>
                    <a:pt x="145" y="316"/>
                    <a:pt x="145" y="316"/>
                    <a:pt x="144" y="315"/>
                  </a:cubicBezTo>
                  <a:cubicBezTo>
                    <a:pt x="144" y="315"/>
                    <a:pt x="144" y="315"/>
                    <a:pt x="144" y="315"/>
                  </a:cubicBezTo>
                  <a:cubicBezTo>
                    <a:pt x="143" y="315"/>
                    <a:pt x="143" y="315"/>
                    <a:pt x="143" y="315"/>
                  </a:cubicBezTo>
                  <a:cubicBezTo>
                    <a:pt x="143" y="315"/>
                    <a:pt x="143" y="315"/>
                    <a:pt x="143" y="315"/>
                  </a:cubicBezTo>
                  <a:cubicBezTo>
                    <a:pt x="142" y="315"/>
                    <a:pt x="142" y="315"/>
                    <a:pt x="142" y="315"/>
                  </a:cubicBezTo>
                  <a:cubicBezTo>
                    <a:pt x="142" y="316"/>
                    <a:pt x="142" y="316"/>
                    <a:pt x="142" y="316"/>
                  </a:cubicBezTo>
                  <a:cubicBezTo>
                    <a:pt x="141" y="316"/>
                    <a:pt x="141" y="316"/>
                    <a:pt x="141" y="317"/>
                  </a:cubicBezTo>
                  <a:cubicBezTo>
                    <a:pt x="141" y="317"/>
                    <a:pt x="140" y="317"/>
                    <a:pt x="140" y="318"/>
                  </a:cubicBezTo>
                  <a:cubicBezTo>
                    <a:pt x="139" y="318"/>
                    <a:pt x="139" y="319"/>
                    <a:pt x="138" y="319"/>
                  </a:cubicBezTo>
                  <a:cubicBezTo>
                    <a:pt x="138" y="319"/>
                    <a:pt x="138" y="319"/>
                    <a:pt x="138" y="320"/>
                  </a:cubicBezTo>
                  <a:cubicBezTo>
                    <a:pt x="138" y="320"/>
                    <a:pt x="138" y="320"/>
                    <a:pt x="138" y="320"/>
                  </a:cubicBezTo>
                  <a:cubicBezTo>
                    <a:pt x="137" y="321"/>
                    <a:pt x="137" y="321"/>
                    <a:pt x="136" y="322"/>
                  </a:cubicBezTo>
                  <a:cubicBezTo>
                    <a:pt x="136" y="322"/>
                    <a:pt x="136" y="322"/>
                    <a:pt x="136" y="323"/>
                  </a:cubicBezTo>
                  <a:cubicBezTo>
                    <a:pt x="136" y="323"/>
                    <a:pt x="136" y="323"/>
                    <a:pt x="136" y="323"/>
                  </a:cubicBezTo>
                  <a:cubicBezTo>
                    <a:pt x="136" y="324"/>
                    <a:pt x="136" y="325"/>
                    <a:pt x="137" y="325"/>
                  </a:cubicBezTo>
                  <a:cubicBezTo>
                    <a:pt x="137" y="325"/>
                    <a:pt x="138" y="325"/>
                    <a:pt x="138" y="325"/>
                  </a:cubicBezTo>
                  <a:cubicBezTo>
                    <a:pt x="138" y="326"/>
                    <a:pt x="138" y="326"/>
                    <a:pt x="138" y="326"/>
                  </a:cubicBezTo>
                  <a:cubicBezTo>
                    <a:pt x="139" y="326"/>
                    <a:pt x="139" y="326"/>
                    <a:pt x="138" y="327"/>
                  </a:cubicBezTo>
                  <a:cubicBezTo>
                    <a:pt x="138" y="327"/>
                    <a:pt x="138" y="327"/>
                    <a:pt x="138" y="327"/>
                  </a:cubicBezTo>
                  <a:cubicBezTo>
                    <a:pt x="138" y="327"/>
                    <a:pt x="138" y="327"/>
                    <a:pt x="137" y="327"/>
                  </a:cubicBezTo>
                  <a:cubicBezTo>
                    <a:pt x="137" y="328"/>
                    <a:pt x="137" y="328"/>
                    <a:pt x="137" y="328"/>
                  </a:cubicBezTo>
                  <a:cubicBezTo>
                    <a:pt x="137" y="328"/>
                    <a:pt x="137" y="329"/>
                    <a:pt x="137" y="329"/>
                  </a:cubicBezTo>
                  <a:cubicBezTo>
                    <a:pt x="137" y="329"/>
                    <a:pt x="137" y="329"/>
                    <a:pt x="137" y="330"/>
                  </a:cubicBezTo>
                  <a:cubicBezTo>
                    <a:pt x="137" y="330"/>
                    <a:pt x="137" y="330"/>
                    <a:pt x="137" y="330"/>
                  </a:cubicBezTo>
                  <a:cubicBezTo>
                    <a:pt x="137" y="330"/>
                    <a:pt x="137" y="331"/>
                    <a:pt x="138" y="331"/>
                  </a:cubicBezTo>
                  <a:cubicBezTo>
                    <a:pt x="138" y="331"/>
                    <a:pt x="139" y="331"/>
                    <a:pt x="139" y="331"/>
                  </a:cubicBezTo>
                  <a:cubicBezTo>
                    <a:pt x="139" y="331"/>
                    <a:pt x="139" y="331"/>
                    <a:pt x="139" y="331"/>
                  </a:cubicBezTo>
                  <a:cubicBezTo>
                    <a:pt x="139" y="331"/>
                    <a:pt x="139" y="332"/>
                    <a:pt x="139" y="332"/>
                  </a:cubicBezTo>
                  <a:cubicBezTo>
                    <a:pt x="139" y="332"/>
                    <a:pt x="139" y="332"/>
                    <a:pt x="139" y="333"/>
                  </a:cubicBezTo>
                  <a:cubicBezTo>
                    <a:pt x="139" y="333"/>
                    <a:pt x="138" y="334"/>
                    <a:pt x="138" y="335"/>
                  </a:cubicBezTo>
                  <a:cubicBezTo>
                    <a:pt x="138" y="335"/>
                    <a:pt x="138" y="335"/>
                    <a:pt x="138" y="335"/>
                  </a:cubicBezTo>
                  <a:cubicBezTo>
                    <a:pt x="138" y="335"/>
                    <a:pt x="138" y="335"/>
                    <a:pt x="137" y="336"/>
                  </a:cubicBezTo>
                  <a:cubicBezTo>
                    <a:pt x="137" y="336"/>
                    <a:pt x="137" y="336"/>
                    <a:pt x="137" y="336"/>
                  </a:cubicBezTo>
                  <a:cubicBezTo>
                    <a:pt x="137" y="337"/>
                    <a:pt x="136" y="337"/>
                    <a:pt x="137" y="337"/>
                  </a:cubicBezTo>
                  <a:cubicBezTo>
                    <a:pt x="137" y="337"/>
                    <a:pt x="137" y="337"/>
                    <a:pt x="137" y="338"/>
                  </a:cubicBezTo>
                  <a:cubicBezTo>
                    <a:pt x="137" y="338"/>
                    <a:pt x="137" y="338"/>
                    <a:pt x="137" y="338"/>
                  </a:cubicBezTo>
                  <a:cubicBezTo>
                    <a:pt x="136" y="338"/>
                    <a:pt x="137" y="338"/>
                    <a:pt x="137" y="338"/>
                  </a:cubicBezTo>
                  <a:cubicBezTo>
                    <a:pt x="137" y="338"/>
                    <a:pt x="138" y="338"/>
                    <a:pt x="138" y="338"/>
                  </a:cubicBezTo>
                  <a:cubicBezTo>
                    <a:pt x="138" y="338"/>
                    <a:pt x="139" y="338"/>
                    <a:pt x="139" y="338"/>
                  </a:cubicBezTo>
                  <a:cubicBezTo>
                    <a:pt x="139" y="338"/>
                    <a:pt x="139" y="337"/>
                    <a:pt x="139" y="337"/>
                  </a:cubicBezTo>
                  <a:cubicBezTo>
                    <a:pt x="140" y="337"/>
                    <a:pt x="140" y="337"/>
                    <a:pt x="140" y="337"/>
                  </a:cubicBezTo>
                  <a:cubicBezTo>
                    <a:pt x="141" y="336"/>
                    <a:pt x="141" y="336"/>
                    <a:pt x="141" y="335"/>
                  </a:cubicBezTo>
                  <a:cubicBezTo>
                    <a:pt x="141" y="335"/>
                    <a:pt x="141" y="335"/>
                    <a:pt x="141" y="335"/>
                  </a:cubicBezTo>
                  <a:cubicBezTo>
                    <a:pt x="141" y="335"/>
                    <a:pt x="141" y="335"/>
                    <a:pt x="141" y="335"/>
                  </a:cubicBezTo>
                  <a:cubicBezTo>
                    <a:pt x="141" y="334"/>
                    <a:pt x="142" y="334"/>
                    <a:pt x="142" y="333"/>
                  </a:cubicBezTo>
                  <a:cubicBezTo>
                    <a:pt x="142" y="333"/>
                    <a:pt x="142" y="333"/>
                    <a:pt x="143" y="333"/>
                  </a:cubicBezTo>
                  <a:cubicBezTo>
                    <a:pt x="143" y="333"/>
                    <a:pt x="143" y="333"/>
                    <a:pt x="144" y="333"/>
                  </a:cubicBezTo>
                  <a:cubicBezTo>
                    <a:pt x="144" y="333"/>
                    <a:pt x="144" y="334"/>
                    <a:pt x="144" y="334"/>
                  </a:cubicBezTo>
                  <a:cubicBezTo>
                    <a:pt x="144" y="334"/>
                    <a:pt x="144" y="334"/>
                    <a:pt x="144" y="335"/>
                  </a:cubicBezTo>
                  <a:cubicBezTo>
                    <a:pt x="144" y="335"/>
                    <a:pt x="144" y="335"/>
                    <a:pt x="144" y="335"/>
                  </a:cubicBezTo>
                  <a:cubicBezTo>
                    <a:pt x="144" y="335"/>
                    <a:pt x="144" y="336"/>
                    <a:pt x="144" y="336"/>
                  </a:cubicBezTo>
                  <a:cubicBezTo>
                    <a:pt x="144" y="336"/>
                    <a:pt x="144" y="337"/>
                    <a:pt x="144" y="337"/>
                  </a:cubicBezTo>
                  <a:cubicBezTo>
                    <a:pt x="144" y="337"/>
                    <a:pt x="145" y="337"/>
                    <a:pt x="145" y="337"/>
                  </a:cubicBezTo>
                  <a:cubicBezTo>
                    <a:pt x="145" y="337"/>
                    <a:pt x="145" y="337"/>
                    <a:pt x="146" y="337"/>
                  </a:cubicBezTo>
                  <a:cubicBezTo>
                    <a:pt x="146" y="337"/>
                    <a:pt x="146" y="337"/>
                    <a:pt x="146" y="337"/>
                  </a:cubicBezTo>
                  <a:cubicBezTo>
                    <a:pt x="146" y="337"/>
                    <a:pt x="146" y="336"/>
                    <a:pt x="147" y="337"/>
                  </a:cubicBezTo>
                  <a:cubicBezTo>
                    <a:pt x="147" y="337"/>
                    <a:pt x="147" y="337"/>
                    <a:pt x="148" y="337"/>
                  </a:cubicBezTo>
                  <a:cubicBezTo>
                    <a:pt x="148" y="337"/>
                    <a:pt x="148" y="337"/>
                    <a:pt x="148" y="337"/>
                  </a:cubicBezTo>
                  <a:cubicBezTo>
                    <a:pt x="148" y="337"/>
                    <a:pt x="149" y="337"/>
                    <a:pt x="149" y="337"/>
                  </a:cubicBezTo>
                  <a:cubicBezTo>
                    <a:pt x="149" y="337"/>
                    <a:pt x="150" y="337"/>
                    <a:pt x="150" y="337"/>
                  </a:cubicBezTo>
                  <a:cubicBezTo>
                    <a:pt x="151" y="337"/>
                    <a:pt x="151" y="337"/>
                    <a:pt x="151" y="337"/>
                  </a:cubicBezTo>
                  <a:cubicBezTo>
                    <a:pt x="152" y="337"/>
                    <a:pt x="152" y="337"/>
                    <a:pt x="152" y="337"/>
                  </a:cubicBezTo>
                  <a:cubicBezTo>
                    <a:pt x="152" y="337"/>
                    <a:pt x="153" y="337"/>
                    <a:pt x="153" y="337"/>
                  </a:cubicBezTo>
                  <a:cubicBezTo>
                    <a:pt x="154" y="337"/>
                    <a:pt x="154" y="337"/>
                    <a:pt x="154" y="337"/>
                  </a:cubicBezTo>
                  <a:cubicBezTo>
                    <a:pt x="154" y="336"/>
                    <a:pt x="154" y="336"/>
                    <a:pt x="155" y="336"/>
                  </a:cubicBezTo>
                  <a:cubicBezTo>
                    <a:pt x="155" y="336"/>
                    <a:pt x="155" y="336"/>
                    <a:pt x="155" y="335"/>
                  </a:cubicBezTo>
                  <a:cubicBezTo>
                    <a:pt x="155" y="335"/>
                    <a:pt x="155" y="335"/>
                    <a:pt x="155" y="335"/>
                  </a:cubicBezTo>
                  <a:cubicBezTo>
                    <a:pt x="155" y="334"/>
                    <a:pt x="155" y="332"/>
                    <a:pt x="155" y="331"/>
                  </a:cubicBezTo>
                  <a:cubicBezTo>
                    <a:pt x="155" y="331"/>
                    <a:pt x="155" y="331"/>
                    <a:pt x="155" y="331"/>
                  </a:cubicBezTo>
                  <a:cubicBezTo>
                    <a:pt x="156" y="331"/>
                    <a:pt x="155" y="330"/>
                    <a:pt x="155" y="330"/>
                  </a:cubicBezTo>
                  <a:cubicBezTo>
                    <a:pt x="155" y="330"/>
                    <a:pt x="154" y="330"/>
                    <a:pt x="154" y="330"/>
                  </a:cubicBezTo>
                  <a:cubicBezTo>
                    <a:pt x="153" y="330"/>
                    <a:pt x="152" y="330"/>
                    <a:pt x="152" y="330"/>
                  </a:cubicBezTo>
                  <a:cubicBezTo>
                    <a:pt x="151" y="330"/>
                    <a:pt x="151" y="330"/>
                    <a:pt x="151" y="330"/>
                  </a:cubicBezTo>
                  <a:cubicBezTo>
                    <a:pt x="151" y="330"/>
                    <a:pt x="150" y="329"/>
                    <a:pt x="151" y="329"/>
                  </a:cubicBezTo>
                  <a:cubicBezTo>
                    <a:pt x="151" y="329"/>
                    <a:pt x="151" y="329"/>
                    <a:pt x="151" y="328"/>
                  </a:cubicBezTo>
                  <a:cubicBezTo>
                    <a:pt x="151" y="328"/>
                    <a:pt x="151" y="328"/>
                    <a:pt x="152" y="328"/>
                  </a:cubicBezTo>
                  <a:cubicBezTo>
                    <a:pt x="152" y="328"/>
                    <a:pt x="152" y="328"/>
                    <a:pt x="152" y="328"/>
                  </a:cubicBezTo>
                  <a:cubicBezTo>
                    <a:pt x="153" y="327"/>
                    <a:pt x="153" y="327"/>
                    <a:pt x="154" y="327"/>
                  </a:cubicBezTo>
                  <a:cubicBezTo>
                    <a:pt x="154" y="327"/>
                    <a:pt x="154" y="327"/>
                    <a:pt x="155" y="327"/>
                  </a:cubicBezTo>
                  <a:cubicBezTo>
                    <a:pt x="155" y="327"/>
                    <a:pt x="155" y="327"/>
                    <a:pt x="155" y="327"/>
                  </a:cubicBezTo>
                  <a:cubicBezTo>
                    <a:pt x="155" y="327"/>
                    <a:pt x="156" y="327"/>
                    <a:pt x="156" y="327"/>
                  </a:cubicBezTo>
                  <a:cubicBezTo>
                    <a:pt x="156" y="326"/>
                    <a:pt x="156" y="326"/>
                    <a:pt x="156" y="326"/>
                  </a:cubicBezTo>
                  <a:close/>
                  <a:moveTo>
                    <a:pt x="205" y="335"/>
                  </a:moveTo>
                  <a:cubicBezTo>
                    <a:pt x="205" y="335"/>
                    <a:pt x="204" y="334"/>
                    <a:pt x="204" y="334"/>
                  </a:cubicBezTo>
                  <a:cubicBezTo>
                    <a:pt x="203" y="334"/>
                    <a:pt x="203" y="333"/>
                    <a:pt x="202" y="333"/>
                  </a:cubicBezTo>
                  <a:cubicBezTo>
                    <a:pt x="202" y="333"/>
                    <a:pt x="202" y="332"/>
                    <a:pt x="201" y="332"/>
                  </a:cubicBezTo>
                  <a:cubicBezTo>
                    <a:pt x="201" y="332"/>
                    <a:pt x="201" y="331"/>
                    <a:pt x="200" y="331"/>
                  </a:cubicBezTo>
                  <a:cubicBezTo>
                    <a:pt x="200" y="331"/>
                    <a:pt x="200" y="331"/>
                    <a:pt x="200" y="331"/>
                  </a:cubicBezTo>
                  <a:cubicBezTo>
                    <a:pt x="200" y="331"/>
                    <a:pt x="200" y="331"/>
                    <a:pt x="200" y="330"/>
                  </a:cubicBezTo>
                  <a:cubicBezTo>
                    <a:pt x="200" y="330"/>
                    <a:pt x="200" y="330"/>
                    <a:pt x="200" y="329"/>
                  </a:cubicBezTo>
                  <a:cubicBezTo>
                    <a:pt x="200" y="329"/>
                    <a:pt x="200" y="329"/>
                    <a:pt x="201" y="328"/>
                  </a:cubicBezTo>
                  <a:cubicBezTo>
                    <a:pt x="201" y="328"/>
                    <a:pt x="201" y="328"/>
                    <a:pt x="201" y="328"/>
                  </a:cubicBezTo>
                  <a:cubicBezTo>
                    <a:pt x="201" y="327"/>
                    <a:pt x="201" y="327"/>
                    <a:pt x="201" y="327"/>
                  </a:cubicBezTo>
                  <a:cubicBezTo>
                    <a:pt x="201" y="327"/>
                    <a:pt x="201" y="326"/>
                    <a:pt x="201" y="326"/>
                  </a:cubicBezTo>
                  <a:cubicBezTo>
                    <a:pt x="201" y="326"/>
                    <a:pt x="201" y="326"/>
                    <a:pt x="201" y="326"/>
                  </a:cubicBezTo>
                  <a:cubicBezTo>
                    <a:pt x="202" y="325"/>
                    <a:pt x="203" y="324"/>
                    <a:pt x="203" y="324"/>
                  </a:cubicBezTo>
                  <a:cubicBezTo>
                    <a:pt x="204" y="324"/>
                    <a:pt x="204" y="324"/>
                    <a:pt x="204" y="323"/>
                  </a:cubicBezTo>
                  <a:cubicBezTo>
                    <a:pt x="203" y="323"/>
                    <a:pt x="203" y="323"/>
                    <a:pt x="203" y="322"/>
                  </a:cubicBezTo>
                  <a:cubicBezTo>
                    <a:pt x="203" y="322"/>
                    <a:pt x="202" y="322"/>
                    <a:pt x="202" y="322"/>
                  </a:cubicBezTo>
                  <a:cubicBezTo>
                    <a:pt x="202" y="322"/>
                    <a:pt x="202" y="322"/>
                    <a:pt x="202" y="322"/>
                  </a:cubicBezTo>
                  <a:cubicBezTo>
                    <a:pt x="201" y="322"/>
                    <a:pt x="201" y="322"/>
                    <a:pt x="201" y="322"/>
                  </a:cubicBezTo>
                  <a:cubicBezTo>
                    <a:pt x="201" y="321"/>
                    <a:pt x="201" y="321"/>
                    <a:pt x="201" y="320"/>
                  </a:cubicBezTo>
                  <a:cubicBezTo>
                    <a:pt x="201" y="320"/>
                    <a:pt x="201" y="320"/>
                    <a:pt x="201" y="319"/>
                  </a:cubicBezTo>
                  <a:cubicBezTo>
                    <a:pt x="201" y="319"/>
                    <a:pt x="201" y="318"/>
                    <a:pt x="201" y="318"/>
                  </a:cubicBezTo>
                  <a:cubicBezTo>
                    <a:pt x="201" y="318"/>
                    <a:pt x="201" y="317"/>
                    <a:pt x="201" y="317"/>
                  </a:cubicBezTo>
                  <a:cubicBezTo>
                    <a:pt x="201" y="316"/>
                    <a:pt x="201" y="316"/>
                    <a:pt x="201" y="315"/>
                  </a:cubicBezTo>
                  <a:cubicBezTo>
                    <a:pt x="201" y="315"/>
                    <a:pt x="201" y="315"/>
                    <a:pt x="201" y="314"/>
                  </a:cubicBezTo>
                  <a:cubicBezTo>
                    <a:pt x="201" y="314"/>
                    <a:pt x="201" y="314"/>
                    <a:pt x="201" y="314"/>
                  </a:cubicBezTo>
                  <a:cubicBezTo>
                    <a:pt x="201" y="314"/>
                    <a:pt x="201" y="314"/>
                    <a:pt x="200" y="314"/>
                  </a:cubicBezTo>
                  <a:cubicBezTo>
                    <a:pt x="200" y="314"/>
                    <a:pt x="200" y="314"/>
                    <a:pt x="200" y="314"/>
                  </a:cubicBezTo>
                  <a:cubicBezTo>
                    <a:pt x="200" y="314"/>
                    <a:pt x="199" y="314"/>
                    <a:pt x="199" y="315"/>
                  </a:cubicBezTo>
                  <a:cubicBezTo>
                    <a:pt x="199" y="315"/>
                    <a:pt x="199" y="315"/>
                    <a:pt x="199" y="315"/>
                  </a:cubicBezTo>
                  <a:cubicBezTo>
                    <a:pt x="199" y="315"/>
                    <a:pt x="199" y="315"/>
                    <a:pt x="199" y="316"/>
                  </a:cubicBezTo>
                  <a:cubicBezTo>
                    <a:pt x="199" y="316"/>
                    <a:pt x="199" y="316"/>
                    <a:pt x="199" y="316"/>
                  </a:cubicBezTo>
                  <a:cubicBezTo>
                    <a:pt x="199" y="317"/>
                    <a:pt x="199" y="317"/>
                    <a:pt x="199" y="317"/>
                  </a:cubicBezTo>
                  <a:cubicBezTo>
                    <a:pt x="199" y="317"/>
                    <a:pt x="199" y="317"/>
                    <a:pt x="199" y="318"/>
                  </a:cubicBezTo>
                  <a:cubicBezTo>
                    <a:pt x="199" y="318"/>
                    <a:pt x="199" y="318"/>
                    <a:pt x="199" y="319"/>
                  </a:cubicBezTo>
                  <a:cubicBezTo>
                    <a:pt x="199" y="319"/>
                    <a:pt x="199" y="319"/>
                    <a:pt x="199" y="319"/>
                  </a:cubicBezTo>
                  <a:cubicBezTo>
                    <a:pt x="199" y="320"/>
                    <a:pt x="199" y="320"/>
                    <a:pt x="199" y="321"/>
                  </a:cubicBezTo>
                  <a:cubicBezTo>
                    <a:pt x="199" y="321"/>
                    <a:pt x="199" y="322"/>
                    <a:pt x="199" y="322"/>
                  </a:cubicBezTo>
                  <a:cubicBezTo>
                    <a:pt x="199" y="323"/>
                    <a:pt x="199" y="323"/>
                    <a:pt x="198" y="324"/>
                  </a:cubicBezTo>
                  <a:cubicBezTo>
                    <a:pt x="198" y="324"/>
                    <a:pt x="198" y="324"/>
                    <a:pt x="198" y="324"/>
                  </a:cubicBezTo>
                  <a:cubicBezTo>
                    <a:pt x="197" y="325"/>
                    <a:pt x="197" y="325"/>
                    <a:pt x="196" y="325"/>
                  </a:cubicBezTo>
                  <a:cubicBezTo>
                    <a:pt x="196" y="325"/>
                    <a:pt x="196" y="325"/>
                    <a:pt x="196" y="325"/>
                  </a:cubicBezTo>
                  <a:cubicBezTo>
                    <a:pt x="196" y="325"/>
                    <a:pt x="195" y="325"/>
                    <a:pt x="195" y="325"/>
                  </a:cubicBezTo>
                  <a:cubicBezTo>
                    <a:pt x="194" y="325"/>
                    <a:pt x="194" y="325"/>
                    <a:pt x="194" y="325"/>
                  </a:cubicBezTo>
                  <a:cubicBezTo>
                    <a:pt x="194" y="325"/>
                    <a:pt x="194" y="325"/>
                    <a:pt x="194" y="325"/>
                  </a:cubicBezTo>
                  <a:cubicBezTo>
                    <a:pt x="194" y="326"/>
                    <a:pt x="194" y="326"/>
                    <a:pt x="194" y="326"/>
                  </a:cubicBezTo>
                  <a:cubicBezTo>
                    <a:pt x="194" y="326"/>
                    <a:pt x="194" y="327"/>
                    <a:pt x="194" y="327"/>
                  </a:cubicBezTo>
                  <a:cubicBezTo>
                    <a:pt x="195" y="327"/>
                    <a:pt x="195" y="327"/>
                    <a:pt x="195" y="327"/>
                  </a:cubicBezTo>
                  <a:cubicBezTo>
                    <a:pt x="196" y="327"/>
                    <a:pt x="196" y="327"/>
                    <a:pt x="196" y="327"/>
                  </a:cubicBezTo>
                  <a:cubicBezTo>
                    <a:pt x="196" y="327"/>
                    <a:pt x="196" y="327"/>
                    <a:pt x="196" y="327"/>
                  </a:cubicBezTo>
                  <a:cubicBezTo>
                    <a:pt x="197" y="327"/>
                    <a:pt x="197" y="327"/>
                    <a:pt x="197" y="327"/>
                  </a:cubicBezTo>
                  <a:cubicBezTo>
                    <a:pt x="198" y="328"/>
                    <a:pt x="198" y="328"/>
                    <a:pt x="198" y="328"/>
                  </a:cubicBezTo>
                  <a:cubicBezTo>
                    <a:pt x="198" y="328"/>
                    <a:pt x="198" y="329"/>
                    <a:pt x="198" y="329"/>
                  </a:cubicBezTo>
                  <a:cubicBezTo>
                    <a:pt x="198" y="329"/>
                    <a:pt x="198" y="329"/>
                    <a:pt x="198" y="329"/>
                  </a:cubicBezTo>
                  <a:cubicBezTo>
                    <a:pt x="198" y="330"/>
                    <a:pt x="198" y="330"/>
                    <a:pt x="197" y="330"/>
                  </a:cubicBezTo>
                  <a:cubicBezTo>
                    <a:pt x="197" y="330"/>
                    <a:pt x="197" y="330"/>
                    <a:pt x="197" y="330"/>
                  </a:cubicBezTo>
                  <a:cubicBezTo>
                    <a:pt x="197" y="330"/>
                    <a:pt x="196" y="329"/>
                    <a:pt x="196" y="329"/>
                  </a:cubicBezTo>
                  <a:cubicBezTo>
                    <a:pt x="196" y="329"/>
                    <a:pt x="196" y="329"/>
                    <a:pt x="195" y="329"/>
                  </a:cubicBezTo>
                  <a:cubicBezTo>
                    <a:pt x="195" y="328"/>
                    <a:pt x="195" y="328"/>
                    <a:pt x="194" y="328"/>
                  </a:cubicBezTo>
                  <a:cubicBezTo>
                    <a:pt x="194" y="328"/>
                    <a:pt x="194" y="328"/>
                    <a:pt x="194" y="328"/>
                  </a:cubicBezTo>
                  <a:cubicBezTo>
                    <a:pt x="193" y="328"/>
                    <a:pt x="193" y="328"/>
                    <a:pt x="192" y="328"/>
                  </a:cubicBezTo>
                  <a:cubicBezTo>
                    <a:pt x="192" y="328"/>
                    <a:pt x="192" y="328"/>
                    <a:pt x="192" y="328"/>
                  </a:cubicBezTo>
                  <a:cubicBezTo>
                    <a:pt x="192" y="328"/>
                    <a:pt x="192" y="328"/>
                    <a:pt x="192" y="328"/>
                  </a:cubicBezTo>
                  <a:cubicBezTo>
                    <a:pt x="191" y="328"/>
                    <a:pt x="191" y="328"/>
                    <a:pt x="191" y="328"/>
                  </a:cubicBezTo>
                  <a:cubicBezTo>
                    <a:pt x="190" y="329"/>
                    <a:pt x="190" y="329"/>
                    <a:pt x="189" y="329"/>
                  </a:cubicBezTo>
                  <a:cubicBezTo>
                    <a:pt x="189" y="329"/>
                    <a:pt x="189" y="329"/>
                    <a:pt x="189" y="329"/>
                  </a:cubicBezTo>
                  <a:cubicBezTo>
                    <a:pt x="189" y="329"/>
                    <a:pt x="188" y="329"/>
                    <a:pt x="188" y="329"/>
                  </a:cubicBezTo>
                  <a:cubicBezTo>
                    <a:pt x="188" y="329"/>
                    <a:pt x="187" y="329"/>
                    <a:pt x="187" y="329"/>
                  </a:cubicBezTo>
                  <a:cubicBezTo>
                    <a:pt x="187" y="329"/>
                    <a:pt x="187" y="329"/>
                    <a:pt x="188" y="329"/>
                  </a:cubicBezTo>
                  <a:cubicBezTo>
                    <a:pt x="188" y="329"/>
                    <a:pt x="188" y="328"/>
                    <a:pt x="189" y="328"/>
                  </a:cubicBezTo>
                  <a:cubicBezTo>
                    <a:pt x="189" y="328"/>
                    <a:pt x="189" y="328"/>
                    <a:pt x="189" y="328"/>
                  </a:cubicBezTo>
                  <a:cubicBezTo>
                    <a:pt x="189" y="328"/>
                    <a:pt x="189" y="328"/>
                    <a:pt x="189" y="328"/>
                  </a:cubicBezTo>
                  <a:cubicBezTo>
                    <a:pt x="189" y="328"/>
                    <a:pt x="190" y="328"/>
                    <a:pt x="190" y="328"/>
                  </a:cubicBezTo>
                  <a:cubicBezTo>
                    <a:pt x="191" y="328"/>
                    <a:pt x="191" y="327"/>
                    <a:pt x="191" y="327"/>
                  </a:cubicBezTo>
                  <a:cubicBezTo>
                    <a:pt x="191" y="327"/>
                    <a:pt x="192" y="327"/>
                    <a:pt x="192" y="327"/>
                  </a:cubicBezTo>
                  <a:cubicBezTo>
                    <a:pt x="192" y="327"/>
                    <a:pt x="192" y="327"/>
                    <a:pt x="193" y="326"/>
                  </a:cubicBezTo>
                  <a:cubicBezTo>
                    <a:pt x="193" y="326"/>
                    <a:pt x="193" y="326"/>
                    <a:pt x="193" y="326"/>
                  </a:cubicBezTo>
                  <a:cubicBezTo>
                    <a:pt x="193" y="326"/>
                    <a:pt x="193" y="325"/>
                    <a:pt x="193" y="325"/>
                  </a:cubicBezTo>
                  <a:cubicBezTo>
                    <a:pt x="192" y="325"/>
                    <a:pt x="192" y="325"/>
                    <a:pt x="192" y="325"/>
                  </a:cubicBezTo>
                  <a:cubicBezTo>
                    <a:pt x="191" y="325"/>
                    <a:pt x="191" y="325"/>
                    <a:pt x="191" y="325"/>
                  </a:cubicBezTo>
                  <a:cubicBezTo>
                    <a:pt x="191" y="325"/>
                    <a:pt x="191" y="325"/>
                    <a:pt x="191" y="325"/>
                  </a:cubicBezTo>
                  <a:cubicBezTo>
                    <a:pt x="191" y="324"/>
                    <a:pt x="191" y="324"/>
                    <a:pt x="192" y="324"/>
                  </a:cubicBezTo>
                  <a:cubicBezTo>
                    <a:pt x="192" y="324"/>
                    <a:pt x="192" y="324"/>
                    <a:pt x="192" y="324"/>
                  </a:cubicBezTo>
                  <a:cubicBezTo>
                    <a:pt x="192" y="324"/>
                    <a:pt x="192" y="324"/>
                    <a:pt x="192" y="323"/>
                  </a:cubicBezTo>
                  <a:cubicBezTo>
                    <a:pt x="192" y="323"/>
                    <a:pt x="192" y="323"/>
                    <a:pt x="192" y="323"/>
                  </a:cubicBezTo>
                  <a:cubicBezTo>
                    <a:pt x="192" y="323"/>
                    <a:pt x="192" y="322"/>
                    <a:pt x="192" y="322"/>
                  </a:cubicBezTo>
                  <a:cubicBezTo>
                    <a:pt x="192" y="322"/>
                    <a:pt x="192" y="322"/>
                    <a:pt x="191" y="322"/>
                  </a:cubicBezTo>
                  <a:cubicBezTo>
                    <a:pt x="191" y="322"/>
                    <a:pt x="190" y="322"/>
                    <a:pt x="190" y="322"/>
                  </a:cubicBezTo>
                  <a:cubicBezTo>
                    <a:pt x="190" y="322"/>
                    <a:pt x="190" y="322"/>
                    <a:pt x="190" y="322"/>
                  </a:cubicBezTo>
                  <a:cubicBezTo>
                    <a:pt x="190" y="322"/>
                    <a:pt x="190" y="322"/>
                    <a:pt x="190" y="322"/>
                  </a:cubicBezTo>
                  <a:cubicBezTo>
                    <a:pt x="190" y="322"/>
                    <a:pt x="190" y="321"/>
                    <a:pt x="190" y="321"/>
                  </a:cubicBezTo>
                  <a:cubicBezTo>
                    <a:pt x="190" y="321"/>
                    <a:pt x="190" y="321"/>
                    <a:pt x="190" y="321"/>
                  </a:cubicBezTo>
                  <a:cubicBezTo>
                    <a:pt x="190" y="321"/>
                    <a:pt x="191" y="321"/>
                    <a:pt x="191" y="321"/>
                  </a:cubicBezTo>
                  <a:cubicBezTo>
                    <a:pt x="191" y="321"/>
                    <a:pt x="191" y="321"/>
                    <a:pt x="192" y="321"/>
                  </a:cubicBezTo>
                  <a:cubicBezTo>
                    <a:pt x="192" y="321"/>
                    <a:pt x="192" y="320"/>
                    <a:pt x="193" y="320"/>
                  </a:cubicBezTo>
                  <a:cubicBezTo>
                    <a:pt x="193" y="320"/>
                    <a:pt x="193" y="320"/>
                    <a:pt x="194" y="320"/>
                  </a:cubicBezTo>
                  <a:cubicBezTo>
                    <a:pt x="194" y="320"/>
                    <a:pt x="194" y="320"/>
                    <a:pt x="194" y="320"/>
                  </a:cubicBezTo>
                  <a:cubicBezTo>
                    <a:pt x="195" y="320"/>
                    <a:pt x="195" y="320"/>
                    <a:pt x="196" y="320"/>
                  </a:cubicBezTo>
                  <a:cubicBezTo>
                    <a:pt x="196" y="320"/>
                    <a:pt x="196" y="320"/>
                    <a:pt x="196" y="321"/>
                  </a:cubicBezTo>
                  <a:cubicBezTo>
                    <a:pt x="197" y="321"/>
                    <a:pt x="197" y="321"/>
                    <a:pt x="196" y="321"/>
                  </a:cubicBezTo>
                  <a:cubicBezTo>
                    <a:pt x="196" y="322"/>
                    <a:pt x="196" y="322"/>
                    <a:pt x="196" y="322"/>
                  </a:cubicBezTo>
                  <a:cubicBezTo>
                    <a:pt x="195" y="322"/>
                    <a:pt x="195" y="322"/>
                    <a:pt x="195" y="322"/>
                  </a:cubicBezTo>
                  <a:cubicBezTo>
                    <a:pt x="194" y="322"/>
                    <a:pt x="194" y="323"/>
                    <a:pt x="193" y="323"/>
                  </a:cubicBezTo>
                  <a:cubicBezTo>
                    <a:pt x="193" y="323"/>
                    <a:pt x="193" y="323"/>
                    <a:pt x="193" y="323"/>
                  </a:cubicBezTo>
                  <a:cubicBezTo>
                    <a:pt x="193" y="324"/>
                    <a:pt x="193" y="324"/>
                    <a:pt x="193" y="324"/>
                  </a:cubicBezTo>
                  <a:cubicBezTo>
                    <a:pt x="193" y="324"/>
                    <a:pt x="194" y="324"/>
                    <a:pt x="194" y="324"/>
                  </a:cubicBezTo>
                  <a:cubicBezTo>
                    <a:pt x="194" y="324"/>
                    <a:pt x="194" y="324"/>
                    <a:pt x="194" y="324"/>
                  </a:cubicBezTo>
                  <a:cubicBezTo>
                    <a:pt x="195" y="324"/>
                    <a:pt x="195" y="323"/>
                    <a:pt x="195" y="323"/>
                  </a:cubicBezTo>
                  <a:cubicBezTo>
                    <a:pt x="196" y="323"/>
                    <a:pt x="196" y="323"/>
                    <a:pt x="196" y="323"/>
                  </a:cubicBezTo>
                  <a:cubicBezTo>
                    <a:pt x="197" y="323"/>
                    <a:pt x="197" y="322"/>
                    <a:pt x="197" y="322"/>
                  </a:cubicBezTo>
                  <a:cubicBezTo>
                    <a:pt x="197" y="322"/>
                    <a:pt x="198" y="321"/>
                    <a:pt x="197" y="320"/>
                  </a:cubicBezTo>
                  <a:cubicBezTo>
                    <a:pt x="197" y="320"/>
                    <a:pt x="197" y="320"/>
                    <a:pt x="197" y="319"/>
                  </a:cubicBezTo>
                  <a:cubicBezTo>
                    <a:pt x="197" y="319"/>
                    <a:pt x="196" y="319"/>
                    <a:pt x="196" y="319"/>
                  </a:cubicBezTo>
                  <a:cubicBezTo>
                    <a:pt x="195" y="319"/>
                    <a:pt x="195" y="319"/>
                    <a:pt x="195" y="318"/>
                  </a:cubicBezTo>
                  <a:cubicBezTo>
                    <a:pt x="195" y="318"/>
                    <a:pt x="195" y="318"/>
                    <a:pt x="194" y="318"/>
                  </a:cubicBezTo>
                  <a:cubicBezTo>
                    <a:pt x="194" y="318"/>
                    <a:pt x="194" y="318"/>
                    <a:pt x="194" y="318"/>
                  </a:cubicBezTo>
                  <a:cubicBezTo>
                    <a:pt x="194" y="318"/>
                    <a:pt x="193" y="318"/>
                    <a:pt x="193" y="318"/>
                  </a:cubicBezTo>
                  <a:cubicBezTo>
                    <a:pt x="193" y="318"/>
                    <a:pt x="193" y="318"/>
                    <a:pt x="193" y="319"/>
                  </a:cubicBezTo>
                  <a:cubicBezTo>
                    <a:pt x="192" y="319"/>
                    <a:pt x="192" y="319"/>
                    <a:pt x="192" y="319"/>
                  </a:cubicBezTo>
                  <a:cubicBezTo>
                    <a:pt x="191" y="319"/>
                    <a:pt x="191" y="319"/>
                    <a:pt x="191" y="318"/>
                  </a:cubicBezTo>
                  <a:cubicBezTo>
                    <a:pt x="191" y="318"/>
                    <a:pt x="191" y="318"/>
                    <a:pt x="191" y="318"/>
                  </a:cubicBezTo>
                  <a:cubicBezTo>
                    <a:pt x="192" y="318"/>
                    <a:pt x="192" y="318"/>
                    <a:pt x="192" y="318"/>
                  </a:cubicBezTo>
                  <a:cubicBezTo>
                    <a:pt x="192" y="318"/>
                    <a:pt x="192" y="318"/>
                    <a:pt x="192" y="317"/>
                  </a:cubicBezTo>
                  <a:cubicBezTo>
                    <a:pt x="192" y="317"/>
                    <a:pt x="193" y="317"/>
                    <a:pt x="193" y="317"/>
                  </a:cubicBezTo>
                  <a:cubicBezTo>
                    <a:pt x="193" y="317"/>
                    <a:pt x="193" y="317"/>
                    <a:pt x="193" y="316"/>
                  </a:cubicBezTo>
                  <a:cubicBezTo>
                    <a:pt x="193" y="316"/>
                    <a:pt x="193" y="316"/>
                    <a:pt x="193" y="316"/>
                  </a:cubicBezTo>
                  <a:cubicBezTo>
                    <a:pt x="193" y="316"/>
                    <a:pt x="193" y="316"/>
                    <a:pt x="193" y="315"/>
                  </a:cubicBezTo>
                  <a:cubicBezTo>
                    <a:pt x="193" y="315"/>
                    <a:pt x="193" y="315"/>
                    <a:pt x="193" y="315"/>
                  </a:cubicBezTo>
                  <a:cubicBezTo>
                    <a:pt x="193" y="315"/>
                    <a:pt x="193" y="315"/>
                    <a:pt x="193" y="315"/>
                  </a:cubicBezTo>
                  <a:cubicBezTo>
                    <a:pt x="193" y="315"/>
                    <a:pt x="193" y="315"/>
                    <a:pt x="193" y="315"/>
                  </a:cubicBezTo>
                  <a:cubicBezTo>
                    <a:pt x="193" y="314"/>
                    <a:pt x="193" y="314"/>
                    <a:pt x="193" y="314"/>
                  </a:cubicBezTo>
                  <a:cubicBezTo>
                    <a:pt x="193" y="314"/>
                    <a:pt x="193" y="314"/>
                    <a:pt x="193" y="314"/>
                  </a:cubicBezTo>
                  <a:cubicBezTo>
                    <a:pt x="193" y="314"/>
                    <a:pt x="192" y="314"/>
                    <a:pt x="192" y="314"/>
                  </a:cubicBezTo>
                  <a:cubicBezTo>
                    <a:pt x="192" y="314"/>
                    <a:pt x="192" y="314"/>
                    <a:pt x="192" y="314"/>
                  </a:cubicBezTo>
                  <a:cubicBezTo>
                    <a:pt x="191" y="314"/>
                    <a:pt x="190" y="314"/>
                    <a:pt x="190" y="315"/>
                  </a:cubicBezTo>
                  <a:cubicBezTo>
                    <a:pt x="190" y="315"/>
                    <a:pt x="190" y="315"/>
                    <a:pt x="190" y="315"/>
                  </a:cubicBezTo>
                  <a:cubicBezTo>
                    <a:pt x="190" y="315"/>
                    <a:pt x="189" y="314"/>
                    <a:pt x="189" y="314"/>
                  </a:cubicBezTo>
                  <a:cubicBezTo>
                    <a:pt x="189" y="314"/>
                    <a:pt x="189" y="314"/>
                    <a:pt x="189" y="314"/>
                  </a:cubicBezTo>
                  <a:cubicBezTo>
                    <a:pt x="188" y="314"/>
                    <a:pt x="188" y="314"/>
                    <a:pt x="187" y="314"/>
                  </a:cubicBezTo>
                  <a:cubicBezTo>
                    <a:pt x="187" y="314"/>
                    <a:pt x="187" y="314"/>
                    <a:pt x="187" y="314"/>
                  </a:cubicBezTo>
                  <a:cubicBezTo>
                    <a:pt x="186" y="314"/>
                    <a:pt x="186" y="315"/>
                    <a:pt x="186" y="315"/>
                  </a:cubicBezTo>
                  <a:cubicBezTo>
                    <a:pt x="186" y="316"/>
                    <a:pt x="187" y="316"/>
                    <a:pt x="187" y="316"/>
                  </a:cubicBezTo>
                  <a:cubicBezTo>
                    <a:pt x="187" y="316"/>
                    <a:pt x="188" y="317"/>
                    <a:pt x="188" y="317"/>
                  </a:cubicBezTo>
                  <a:cubicBezTo>
                    <a:pt x="188" y="317"/>
                    <a:pt x="188" y="318"/>
                    <a:pt x="189" y="318"/>
                  </a:cubicBezTo>
                  <a:cubicBezTo>
                    <a:pt x="189" y="318"/>
                    <a:pt x="189" y="318"/>
                    <a:pt x="190" y="318"/>
                  </a:cubicBezTo>
                  <a:cubicBezTo>
                    <a:pt x="190" y="318"/>
                    <a:pt x="190" y="318"/>
                    <a:pt x="190" y="318"/>
                  </a:cubicBezTo>
                  <a:cubicBezTo>
                    <a:pt x="190" y="319"/>
                    <a:pt x="190" y="319"/>
                    <a:pt x="190" y="319"/>
                  </a:cubicBezTo>
                  <a:cubicBezTo>
                    <a:pt x="190" y="319"/>
                    <a:pt x="190" y="319"/>
                    <a:pt x="189" y="319"/>
                  </a:cubicBezTo>
                  <a:cubicBezTo>
                    <a:pt x="189" y="319"/>
                    <a:pt x="189" y="320"/>
                    <a:pt x="188" y="320"/>
                  </a:cubicBezTo>
                  <a:cubicBezTo>
                    <a:pt x="188" y="320"/>
                    <a:pt x="188" y="320"/>
                    <a:pt x="188" y="320"/>
                  </a:cubicBezTo>
                  <a:cubicBezTo>
                    <a:pt x="187" y="320"/>
                    <a:pt x="187" y="320"/>
                    <a:pt x="187" y="320"/>
                  </a:cubicBezTo>
                  <a:cubicBezTo>
                    <a:pt x="187" y="320"/>
                    <a:pt x="186" y="320"/>
                    <a:pt x="186" y="320"/>
                  </a:cubicBezTo>
                  <a:cubicBezTo>
                    <a:pt x="186" y="321"/>
                    <a:pt x="185" y="321"/>
                    <a:pt x="185" y="321"/>
                  </a:cubicBezTo>
                  <a:cubicBezTo>
                    <a:pt x="185" y="321"/>
                    <a:pt x="185" y="321"/>
                    <a:pt x="184" y="321"/>
                  </a:cubicBezTo>
                  <a:cubicBezTo>
                    <a:pt x="184" y="321"/>
                    <a:pt x="183" y="321"/>
                    <a:pt x="183" y="322"/>
                  </a:cubicBezTo>
                  <a:cubicBezTo>
                    <a:pt x="182" y="322"/>
                    <a:pt x="182" y="322"/>
                    <a:pt x="182" y="322"/>
                  </a:cubicBezTo>
                  <a:cubicBezTo>
                    <a:pt x="183" y="322"/>
                    <a:pt x="183" y="323"/>
                    <a:pt x="183" y="323"/>
                  </a:cubicBezTo>
                  <a:cubicBezTo>
                    <a:pt x="183" y="323"/>
                    <a:pt x="184" y="323"/>
                    <a:pt x="184" y="323"/>
                  </a:cubicBezTo>
                  <a:cubicBezTo>
                    <a:pt x="184" y="323"/>
                    <a:pt x="185" y="323"/>
                    <a:pt x="185" y="323"/>
                  </a:cubicBezTo>
                  <a:cubicBezTo>
                    <a:pt x="185" y="323"/>
                    <a:pt x="185" y="323"/>
                    <a:pt x="185" y="324"/>
                  </a:cubicBezTo>
                  <a:cubicBezTo>
                    <a:pt x="185" y="324"/>
                    <a:pt x="185" y="324"/>
                    <a:pt x="185" y="324"/>
                  </a:cubicBezTo>
                  <a:cubicBezTo>
                    <a:pt x="185" y="325"/>
                    <a:pt x="185" y="325"/>
                    <a:pt x="185" y="325"/>
                  </a:cubicBezTo>
                  <a:cubicBezTo>
                    <a:pt x="185" y="326"/>
                    <a:pt x="185" y="326"/>
                    <a:pt x="185" y="326"/>
                  </a:cubicBezTo>
                  <a:cubicBezTo>
                    <a:pt x="185" y="327"/>
                    <a:pt x="184" y="327"/>
                    <a:pt x="184" y="328"/>
                  </a:cubicBezTo>
                  <a:cubicBezTo>
                    <a:pt x="184" y="328"/>
                    <a:pt x="184" y="328"/>
                    <a:pt x="184" y="328"/>
                  </a:cubicBezTo>
                  <a:cubicBezTo>
                    <a:pt x="184" y="329"/>
                    <a:pt x="184" y="329"/>
                    <a:pt x="184" y="329"/>
                  </a:cubicBezTo>
                  <a:cubicBezTo>
                    <a:pt x="184" y="330"/>
                    <a:pt x="184" y="330"/>
                    <a:pt x="184" y="331"/>
                  </a:cubicBezTo>
                  <a:cubicBezTo>
                    <a:pt x="184" y="331"/>
                    <a:pt x="183" y="332"/>
                    <a:pt x="183" y="332"/>
                  </a:cubicBezTo>
                  <a:cubicBezTo>
                    <a:pt x="183" y="332"/>
                    <a:pt x="183" y="332"/>
                    <a:pt x="183" y="332"/>
                  </a:cubicBezTo>
                  <a:cubicBezTo>
                    <a:pt x="183" y="333"/>
                    <a:pt x="182" y="334"/>
                    <a:pt x="182" y="335"/>
                  </a:cubicBezTo>
                  <a:cubicBezTo>
                    <a:pt x="182" y="335"/>
                    <a:pt x="182" y="335"/>
                    <a:pt x="182" y="335"/>
                  </a:cubicBezTo>
                  <a:cubicBezTo>
                    <a:pt x="182" y="335"/>
                    <a:pt x="182" y="335"/>
                    <a:pt x="182" y="335"/>
                  </a:cubicBezTo>
                  <a:cubicBezTo>
                    <a:pt x="181" y="336"/>
                    <a:pt x="181" y="336"/>
                    <a:pt x="181" y="336"/>
                  </a:cubicBezTo>
                  <a:cubicBezTo>
                    <a:pt x="182" y="336"/>
                    <a:pt x="182" y="337"/>
                    <a:pt x="182" y="337"/>
                  </a:cubicBezTo>
                  <a:cubicBezTo>
                    <a:pt x="182" y="337"/>
                    <a:pt x="182" y="337"/>
                    <a:pt x="183" y="337"/>
                  </a:cubicBezTo>
                  <a:cubicBezTo>
                    <a:pt x="183" y="337"/>
                    <a:pt x="183" y="336"/>
                    <a:pt x="184" y="336"/>
                  </a:cubicBezTo>
                  <a:cubicBezTo>
                    <a:pt x="184" y="336"/>
                    <a:pt x="184" y="335"/>
                    <a:pt x="184" y="335"/>
                  </a:cubicBezTo>
                  <a:cubicBezTo>
                    <a:pt x="184" y="334"/>
                    <a:pt x="184" y="334"/>
                    <a:pt x="184" y="333"/>
                  </a:cubicBezTo>
                  <a:cubicBezTo>
                    <a:pt x="185" y="333"/>
                    <a:pt x="185" y="333"/>
                    <a:pt x="185" y="332"/>
                  </a:cubicBezTo>
                  <a:cubicBezTo>
                    <a:pt x="185" y="332"/>
                    <a:pt x="185" y="332"/>
                    <a:pt x="185" y="332"/>
                  </a:cubicBezTo>
                  <a:cubicBezTo>
                    <a:pt x="186" y="333"/>
                    <a:pt x="186" y="333"/>
                    <a:pt x="186" y="333"/>
                  </a:cubicBezTo>
                  <a:cubicBezTo>
                    <a:pt x="186" y="334"/>
                    <a:pt x="186" y="334"/>
                    <a:pt x="186" y="334"/>
                  </a:cubicBezTo>
                  <a:cubicBezTo>
                    <a:pt x="186" y="335"/>
                    <a:pt x="186" y="335"/>
                    <a:pt x="186" y="336"/>
                  </a:cubicBezTo>
                  <a:cubicBezTo>
                    <a:pt x="186" y="336"/>
                    <a:pt x="186" y="336"/>
                    <a:pt x="186" y="336"/>
                  </a:cubicBezTo>
                  <a:cubicBezTo>
                    <a:pt x="185" y="336"/>
                    <a:pt x="186" y="337"/>
                    <a:pt x="186" y="337"/>
                  </a:cubicBezTo>
                  <a:cubicBezTo>
                    <a:pt x="186" y="337"/>
                    <a:pt x="186" y="337"/>
                    <a:pt x="186" y="337"/>
                  </a:cubicBezTo>
                  <a:cubicBezTo>
                    <a:pt x="186" y="337"/>
                    <a:pt x="187" y="337"/>
                    <a:pt x="187" y="337"/>
                  </a:cubicBezTo>
                  <a:cubicBezTo>
                    <a:pt x="187" y="336"/>
                    <a:pt x="187" y="336"/>
                    <a:pt x="188" y="336"/>
                  </a:cubicBezTo>
                  <a:cubicBezTo>
                    <a:pt x="188" y="336"/>
                    <a:pt x="188" y="336"/>
                    <a:pt x="188" y="336"/>
                  </a:cubicBezTo>
                  <a:cubicBezTo>
                    <a:pt x="189" y="336"/>
                    <a:pt x="189" y="336"/>
                    <a:pt x="190" y="336"/>
                  </a:cubicBezTo>
                  <a:cubicBezTo>
                    <a:pt x="190" y="336"/>
                    <a:pt x="190" y="336"/>
                    <a:pt x="190" y="337"/>
                  </a:cubicBezTo>
                  <a:cubicBezTo>
                    <a:pt x="190" y="337"/>
                    <a:pt x="190" y="337"/>
                    <a:pt x="190" y="337"/>
                  </a:cubicBezTo>
                  <a:cubicBezTo>
                    <a:pt x="190" y="337"/>
                    <a:pt x="190" y="337"/>
                    <a:pt x="190" y="337"/>
                  </a:cubicBezTo>
                  <a:cubicBezTo>
                    <a:pt x="190" y="337"/>
                    <a:pt x="190" y="337"/>
                    <a:pt x="191" y="337"/>
                  </a:cubicBezTo>
                  <a:cubicBezTo>
                    <a:pt x="191" y="337"/>
                    <a:pt x="191" y="337"/>
                    <a:pt x="191" y="337"/>
                  </a:cubicBezTo>
                  <a:cubicBezTo>
                    <a:pt x="191" y="337"/>
                    <a:pt x="191" y="337"/>
                    <a:pt x="191" y="337"/>
                  </a:cubicBezTo>
                  <a:cubicBezTo>
                    <a:pt x="191" y="337"/>
                    <a:pt x="192" y="336"/>
                    <a:pt x="191" y="336"/>
                  </a:cubicBezTo>
                  <a:cubicBezTo>
                    <a:pt x="191" y="336"/>
                    <a:pt x="192" y="335"/>
                    <a:pt x="192" y="335"/>
                  </a:cubicBezTo>
                  <a:cubicBezTo>
                    <a:pt x="192" y="335"/>
                    <a:pt x="193" y="335"/>
                    <a:pt x="193" y="335"/>
                  </a:cubicBezTo>
                  <a:cubicBezTo>
                    <a:pt x="194" y="335"/>
                    <a:pt x="194" y="335"/>
                    <a:pt x="194" y="336"/>
                  </a:cubicBezTo>
                  <a:cubicBezTo>
                    <a:pt x="194" y="336"/>
                    <a:pt x="194" y="336"/>
                    <a:pt x="194" y="336"/>
                  </a:cubicBezTo>
                  <a:cubicBezTo>
                    <a:pt x="194" y="336"/>
                    <a:pt x="194" y="336"/>
                    <a:pt x="194" y="336"/>
                  </a:cubicBezTo>
                  <a:cubicBezTo>
                    <a:pt x="194" y="337"/>
                    <a:pt x="194" y="337"/>
                    <a:pt x="194" y="337"/>
                  </a:cubicBezTo>
                  <a:cubicBezTo>
                    <a:pt x="194" y="338"/>
                    <a:pt x="194" y="338"/>
                    <a:pt x="195" y="338"/>
                  </a:cubicBezTo>
                  <a:cubicBezTo>
                    <a:pt x="195" y="337"/>
                    <a:pt x="195" y="337"/>
                    <a:pt x="195" y="337"/>
                  </a:cubicBezTo>
                  <a:cubicBezTo>
                    <a:pt x="195" y="337"/>
                    <a:pt x="195" y="337"/>
                    <a:pt x="195" y="336"/>
                  </a:cubicBezTo>
                  <a:cubicBezTo>
                    <a:pt x="195" y="336"/>
                    <a:pt x="195" y="335"/>
                    <a:pt x="195" y="335"/>
                  </a:cubicBezTo>
                  <a:cubicBezTo>
                    <a:pt x="195" y="335"/>
                    <a:pt x="195" y="335"/>
                    <a:pt x="195" y="335"/>
                  </a:cubicBezTo>
                  <a:cubicBezTo>
                    <a:pt x="195" y="334"/>
                    <a:pt x="196" y="334"/>
                    <a:pt x="196" y="334"/>
                  </a:cubicBezTo>
                  <a:cubicBezTo>
                    <a:pt x="196" y="334"/>
                    <a:pt x="196" y="334"/>
                    <a:pt x="197" y="334"/>
                  </a:cubicBezTo>
                  <a:cubicBezTo>
                    <a:pt x="197" y="334"/>
                    <a:pt x="197" y="334"/>
                    <a:pt x="197" y="334"/>
                  </a:cubicBezTo>
                  <a:cubicBezTo>
                    <a:pt x="198" y="334"/>
                    <a:pt x="198" y="334"/>
                    <a:pt x="199" y="333"/>
                  </a:cubicBezTo>
                  <a:cubicBezTo>
                    <a:pt x="199" y="333"/>
                    <a:pt x="199" y="334"/>
                    <a:pt x="199" y="334"/>
                  </a:cubicBezTo>
                  <a:cubicBezTo>
                    <a:pt x="200" y="334"/>
                    <a:pt x="200" y="334"/>
                    <a:pt x="201" y="334"/>
                  </a:cubicBezTo>
                  <a:cubicBezTo>
                    <a:pt x="201" y="335"/>
                    <a:pt x="201" y="335"/>
                    <a:pt x="201" y="335"/>
                  </a:cubicBezTo>
                  <a:cubicBezTo>
                    <a:pt x="201" y="335"/>
                    <a:pt x="201" y="335"/>
                    <a:pt x="202" y="335"/>
                  </a:cubicBezTo>
                  <a:cubicBezTo>
                    <a:pt x="202" y="335"/>
                    <a:pt x="202" y="336"/>
                    <a:pt x="202" y="336"/>
                  </a:cubicBezTo>
                  <a:cubicBezTo>
                    <a:pt x="203" y="336"/>
                    <a:pt x="203" y="337"/>
                    <a:pt x="203" y="337"/>
                  </a:cubicBezTo>
                  <a:cubicBezTo>
                    <a:pt x="203" y="337"/>
                    <a:pt x="203" y="337"/>
                    <a:pt x="203" y="337"/>
                  </a:cubicBezTo>
                  <a:cubicBezTo>
                    <a:pt x="203" y="337"/>
                    <a:pt x="204" y="338"/>
                    <a:pt x="204" y="338"/>
                  </a:cubicBezTo>
                  <a:cubicBezTo>
                    <a:pt x="204" y="338"/>
                    <a:pt x="204" y="338"/>
                    <a:pt x="204" y="338"/>
                  </a:cubicBezTo>
                  <a:cubicBezTo>
                    <a:pt x="205" y="338"/>
                    <a:pt x="205" y="337"/>
                    <a:pt x="205" y="337"/>
                  </a:cubicBezTo>
                  <a:cubicBezTo>
                    <a:pt x="205" y="337"/>
                    <a:pt x="205" y="336"/>
                    <a:pt x="205" y="335"/>
                  </a:cubicBezTo>
                  <a:close/>
                  <a:moveTo>
                    <a:pt x="235" y="321"/>
                  </a:moveTo>
                  <a:cubicBezTo>
                    <a:pt x="235" y="321"/>
                    <a:pt x="235" y="321"/>
                    <a:pt x="235" y="321"/>
                  </a:cubicBezTo>
                  <a:cubicBezTo>
                    <a:pt x="235" y="320"/>
                    <a:pt x="234" y="320"/>
                    <a:pt x="234" y="320"/>
                  </a:cubicBezTo>
                  <a:cubicBezTo>
                    <a:pt x="234" y="320"/>
                    <a:pt x="234" y="321"/>
                    <a:pt x="233" y="321"/>
                  </a:cubicBezTo>
                  <a:cubicBezTo>
                    <a:pt x="233" y="321"/>
                    <a:pt x="233" y="321"/>
                    <a:pt x="233" y="321"/>
                  </a:cubicBezTo>
                  <a:cubicBezTo>
                    <a:pt x="233" y="322"/>
                    <a:pt x="232" y="322"/>
                    <a:pt x="232" y="323"/>
                  </a:cubicBezTo>
                  <a:cubicBezTo>
                    <a:pt x="231" y="323"/>
                    <a:pt x="231" y="324"/>
                    <a:pt x="230" y="324"/>
                  </a:cubicBezTo>
                  <a:cubicBezTo>
                    <a:pt x="230" y="324"/>
                    <a:pt x="230" y="324"/>
                    <a:pt x="230" y="324"/>
                  </a:cubicBezTo>
                  <a:cubicBezTo>
                    <a:pt x="229" y="324"/>
                    <a:pt x="229" y="323"/>
                    <a:pt x="229" y="323"/>
                  </a:cubicBezTo>
                  <a:cubicBezTo>
                    <a:pt x="229" y="323"/>
                    <a:pt x="229" y="323"/>
                    <a:pt x="229" y="322"/>
                  </a:cubicBezTo>
                  <a:cubicBezTo>
                    <a:pt x="229" y="322"/>
                    <a:pt x="229" y="322"/>
                    <a:pt x="229" y="321"/>
                  </a:cubicBezTo>
                  <a:cubicBezTo>
                    <a:pt x="229" y="321"/>
                    <a:pt x="229" y="320"/>
                    <a:pt x="229" y="320"/>
                  </a:cubicBezTo>
                  <a:cubicBezTo>
                    <a:pt x="229" y="319"/>
                    <a:pt x="230" y="319"/>
                    <a:pt x="230" y="318"/>
                  </a:cubicBezTo>
                  <a:cubicBezTo>
                    <a:pt x="230" y="318"/>
                    <a:pt x="230" y="318"/>
                    <a:pt x="230" y="318"/>
                  </a:cubicBezTo>
                  <a:cubicBezTo>
                    <a:pt x="230" y="318"/>
                    <a:pt x="230" y="317"/>
                    <a:pt x="230" y="317"/>
                  </a:cubicBezTo>
                  <a:cubicBezTo>
                    <a:pt x="230" y="317"/>
                    <a:pt x="230" y="317"/>
                    <a:pt x="229" y="317"/>
                  </a:cubicBezTo>
                  <a:cubicBezTo>
                    <a:pt x="229" y="317"/>
                    <a:pt x="228" y="316"/>
                    <a:pt x="228" y="316"/>
                  </a:cubicBezTo>
                  <a:cubicBezTo>
                    <a:pt x="227" y="316"/>
                    <a:pt x="227" y="316"/>
                    <a:pt x="227" y="316"/>
                  </a:cubicBezTo>
                  <a:cubicBezTo>
                    <a:pt x="227" y="316"/>
                    <a:pt x="227" y="316"/>
                    <a:pt x="226" y="316"/>
                  </a:cubicBezTo>
                  <a:cubicBezTo>
                    <a:pt x="226" y="317"/>
                    <a:pt x="226" y="317"/>
                    <a:pt x="226" y="316"/>
                  </a:cubicBezTo>
                  <a:cubicBezTo>
                    <a:pt x="225" y="316"/>
                    <a:pt x="225" y="316"/>
                    <a:pt x="224" y="316"/>
                  </a:cubicBezTo>
                  <a:cubicBezTo>
                    <a:pt x="223" y="317"/>
                    <a:pt x="223" y="317"/>
                    <a:pt x="222" y="317"/>
                  </a:cubicBezTo>
                  <a:cubicBezTo>
                    <a:pt x="222" y="317"/>
                    <a:pt x="222" y="317"/>
                    <a:pt x="222" y="317"/>
                  </a:cubicBezTo>
                  <a:cubicBezTo>
                    <a:pt x="222" y="316"/>
                    <a:pt x="222" y="317"/>
                    <a:pt x="221" y="317"/>
                  </a:cubicBezTo>
                  <a:cubicBezTo>
                    <a:pt x="221" y="317"/>
                    <a:pt x="221" y="317"/>
                    <a:pt x="220" y="318"/>
                  </a:cubicBezTo>
                  <a:cubicBezTo>
                    <a:pt x="220" y="318"/>
                    <a:pt x="220" y="318"/>
                    <a:pt x="220" y="318"/>
                  </a:cubicBezTo>
                  <a:cubicBezTo>
                    <a:pt x="220" y="318"/>
                    <a:pt x="220" y="318"/>
                    <a:pt x="219" y="318"/>
                  </a:cubicBezTo>
                  <a:cubicBezTo>
                    <a:pt x="219" y="318"/>
                    <a:pt x="219" y="319"/>
                    <a:pt x="219" y="319"/>
                  </a:cubicBezTo>
                  <a:cubicBezTo>
                    <a:pt x="219" y="319"/>
                    <a:pt x="219" y="319"/>
                    <a:pt x="219" y="320"/>
                  </a:cubicBezTo>
                  <a:cubicBezTo>
                    <a:pt x="219" y="320"/>
                    <a:pt x="218" y="320"/>
                    <a:pt x="218" y="320"/>
                  </a:cubicBezTo>
                  <a:cubicBezTo>
                    <a:pt x="218" y="320"/>
                    <a:pt x="218" y="321"/>
                    <a:pt x="219" y="321"/>
                  </a:cubicBezTo>
                  <a:cubicBezTo>
                    <a:pt x="219" y="321"/>
                    <a:pt x="219" y="321"/>
                    <a:pt x="219" y="321"/>
                  </a:cubicBezTo>
                  <a:cubicBezTo>
                    <a:pt x="219" y="321"/>
                    <a:pt x="219" y="321"/>
                    <a:pt x="219" y="322"/>
                  </a:cubicBezTo>
                  <a:cubicBezTo>
                    <a:pt x="219" y="322"/>
                    <a:pt x="219" y="322"/>
                    <a:pt x="219" y="322"/>
                  </a:cubicBezTo>
                  <a:cubicBezTo>
                    <a:pt x="219" y="323"/>
                    <a:pt x="219" y="324"/>
                    <a:pt x="219" y="325"/>
                  </a:cubicBezTo>
                  <a:cubicBezTo>
                    <a:pt x="219" y="325"/>
                    <a:pt x="219" y="325"/>
                    <a:pt x="219" y="325"/>
                  </a:cubicBezTo>
                  <a:cubicBezTo>
                    <a:pt x="219" y="326"/>
                    <a:pt x="219" y="326"/>
                    <a:pt x="219" y="327"/>
                  </a:cubicBezTo>
                  <a:cubicBezTo>
                    <a:pt x="219" y="327"/>
                    <a:pt x="218" y="327"/>
                    <a:pt x="218" y="327"/>
                  </a:cubicBezTo>
                  <a:cubicBezTo>
                    <a:pt x="218" y="327"/>
                    <a:pt x="218" y="328"/>
                    <a:pt x="218" y="328"/>
                  </a:cubicBezTo>
                  <a:cubicBezTo>
                    <a:pt x="218" y="328"/>
                    <a:pt x="218" y="329"/>
                    <a:pt x="218" y="329"/>
                  </a:cubicBezTo>
                  <a:cubicBezTo>
                    <a:pt x="218" y="329"/>
                    <a:pt x="218" y="330"/>
                    <a:pt x="219" y="330"/>
                  </a:cubicBezTo>
                  <a:cubicBezTo>
                    <a:pt x="219" y="330"/>
                    <a:pt x="219" y="330"/>
                    <a:pt x="219" y="330"/>
                  </a:cubicBezTo>
                  <a:cubicBezTo>
                    <a:pt x="219" y="330"/>
                    <a:pt x="220" y="329"/>
                    <a:pt x="220" y="329"/>
                  </a:cubicBezTo>
                  <a:cubicBezTo>
                    <a:pt x="220" y="329"/>
                    <a:pt x="221" y="329"/>
                    <a:pt x="221" y="329"/>
                  </a:cubicBezTo>
                  <a:cubicBezTo>
                    <a:pt x="222" y="329"/>
                    <a:pt x="222" y="328"/>
                    <a:pt x="223" y="328"/>
                  </a:cubicBezTo>
                  <a:cubicBezTo>
                    <a:pt x="223" y="328"/>
                    <a:pt x="223" y="328"/>
                    <a:pt x="223" y="328"/>
                  </a:cubicBezTo>
                  <a:cubicBezTo>
                    <a:pt x="223" y="328"/>
                    <a:pt x="224" y="328"/>
                    <a:pt x="224" y="328"/>
                  </a:cubicBezTo>
                  <a:cubicBezTo>
                    <a:pt x="224" y="328"/>
                    <a:pt x="224" y="328"/>
                    <a:pt x="225" y="328"/>
                  </a:cubicBezTo>
                  <a:cubicBezTo>
                    <a:pt x="225" y="328"/>
                    <a:pt x="225" y="328"/>
                    <a:pt x="225" y="329"/>
                  </a:cubicBezTo>
                  <a:cubicBezTo>
                    <a:pt x="225" y="329"/>
                    <a:pt x="224" y="329"/>
                    <a:pt x="224" y="330"/>
                  </a:cubicBezTo>
                  <a:cubicBezTo>
                    <a:pt x="224" y="330"/>
                    <a:pt x="223" y="330"/>
                    <a:pt x="223" y="330"/>
                  </a:cubicBezTo>
                  <a:cubicBezTo>
                    <a:pt x="223" y="331"/>
                    <a:pt x="222" y="331"/>
                    <a:pt x="222" y="331"/>
                  </a:cubicBezTo>
                  <a:cubicBezTo>
                    <a:pt x="222" y="331"/>
                    <a:pt x="222" y="331"/>
                    <a:pt x="222" y="331"/>
                  </a:cubicBezTo>
                  <a:cubicBezTo>
                    <a:pt x="222" y="331"/>
                    <a:pt x="221" y="332"/>
                    <a:pt x="221" y="332"/>
                  </a:cubicBezTo>
                  <a:cubicBezTo>
                    <a:pt x="221" y="332"/>
                    <a:pt x="221" y="332"/>
                    <a:pt x="221" y="332"/>
                  </a:cubicBezTo>
                  <a:cubicBezTo>
                    <a:pt x="220" y="333"/>
                    <a:pt x="220" y="333"/>
                    <a:pt x="220" y="333"/>
                  </a:cubicBezTo>
                  <a:cubicBezTo>
                    <a:pt x="220" y="333"/>
                    <a:pt x="219" y="333"/>
                    <a:pt x="219" y="334"/>
                  </a:cubicBezTo>
                  <a:cubicBezTo>
                    <a:pt x="218" y="334"/>
                    <a:pt x="218" y="335"/>
                    <a:pt x="218" y="335"/>
                  </a:cubicBezTo>
                  <a:cubicBezTo>
                    <a:pt x="217" y="335"/>
                    <a:pt x="217" y="335"/>
                    <a:pt x="217" y="335"/>
                  </a:cubicBezTo>
                  <a:cubicBezTo>
                    <a:pt x="217" y="335"/>
                    <a:pt x="216" y="336"/>
                    <a:pt x="216" y="336"/>
                  </a:cubicBezTo>
                  <a:cubicBezTo>
                    <a:pt x="215" y="336"/>
                    <a:pt x="215" y="337"/>
                    <a:pt x="215" y="337"/>
                  </a:cubicBezTo>
                  <a:cubicBezTo>
                    <a:pt x="215" y="337"/>
                    <a:pt x="215" y="338"/>
                    <a:pt x="215" y="338"/>
                  </a:cubicBezTo>
                  <a:cubicBezTo>
                    <a:pt x="216" y="338"/>
                    <a:pt x="216" y="338"/>
                    <a:pt x="216" y="338"/>
                  </a:cubicBezTo>
                  <a:cubicBezTo>
                    <a:pt x="217" y="338"/>
                    <a:pt x="217" y="338"/>
                    <a:pt x="218" y="338"/>
                  </a:cubicBezTo>
                  <a:cubicBezTo>
                    <a:pt x="218" y="338"/>
                    <a:pt x="218" y="338"/>
                    <a:pt x="218" y="337"/>
                  </a:cubicBezTo>
                  <a:cubicBezTo>
                    <a:pt x="218" y="337"/>
                    <a:pt x="218" y="337"/>
                    <a:pt x="219" y="337"/>
                  </a:cubicBezTo>
                  <a:cubicBezTo>
                    <a:pt x="219" y="337"/>
                    <a:pt x="219" y="337"/>
                    <a:pt x="219" y="336"/>
                  </a:cubicBezTo>
                  <a:cubicBezTo>
                    <a:pt x="220" y="336"/>
                    <a:pt x="220" y="336"/>
                    <a:pt x="220" y="336"/>
                  </a:cubicBezTo>
                  <a:cubicBezTo>
                    <a:pt x="220" y="336"/>
                    <a:pt x="220" y="336"/>
                    <a:pt x="220" y="335"/>
                  </a:cubicBezTo>
                  <a:cubicBezTo>
                    <a:pt x="221" y="335"/>
                    <a:pt x="222" y="335"/>
                    <a:pt x="222" y="334"/>
                  </a:cubicBezTo>
                  <a:cubicBezTo>
                    <a:pt x="223" y="334"/>
                    <a:pt x="223" y="333"/>
                    <a:pt x="224" y="333"/>
                  </a:cubicBezTo>
                  <a:cubicBezTo>
                    <a:pt x="224" y="333"/>
                    <a:pt x="224" y="333"/>
                    <a:pt x="224" y="333"/>
                  </a:cubicBezTo>
                  <a:cubicBezTo>
                    <a:pt x="225" y="332"/>
                    <a:pt x="225" y="332"/>
                    <a:pt x="225" y="332"/>
                  </a:cubicBezTo>
                  <a:cubicBezTo>
                    <a:pt x="225" y="332"/>
                    <a:pt x="225" y="332"/>
                    <a:pt x="225" y="332"/>
                  </a:cubicBezTo>
                  <a:cubicBezTo>
                    <a:pt x="225" y="332"/>
                    <a:pt x="225" y="332"/>
                    <a:pt x="225" y="332"/>
                  </a:cubicBezTo>
                  <a:cubicBezTo>
                    <a:pt x="226" y="332"/>
                    <a:pt x="226" y="332"/>
                    <a:pt x="226" y="331"/>
                  </a:cubicBezTo>
                  <a:cubicBezTo>
                    <a:pt x="226" y="331"/>
                    <a:pt x="226" y="332"/>
                    <a:pt x="227" y="332"/>
                  </a:cubicBezTo>
                  <a:cubicBezTo>
                    <a:pt x="227" y="332"/>
                    <a:pt x="227" y="332"/>
                    <a:pt x="227" y="332"/>
                  </a:cubicBezTo>
                  <a:cubicBezTo>
                    <a:pt x="227" y="333"/>
                    <a:pt x="227" y="333"/>
                    <a:pt x="227" y="333"/>
                  </a:cubicBezTo>
                  <a:cubicBezTo>
                    <a:pt x="227" y="333"/>
                    <a:pt x="227" y="334"/>
                    <a:pt x="227" y="335"/>
                  </a:cubicBezTo>
                  <a:cubicBezTo>
                    <a:pt x="227" y="335"/>
                    <a:pt x="227" y="335"/>
                    <a:pt x="227" y="335"/>
                  </a:cubicBezTo>
                  <a:cubicBezTo>
                    <a:pt x="227" y="336"/>
                    <a:pt x="227" y="336"/>
                    <a:pt x="227" y="336"/>
                  </a:cubicBezTo>
                  <a:cubicBezTo>
                    <a:pt x="227" y="337"/>
                    <a:pt x="227" y="337"/>
                    <a:pt x="227" y="337"/>
                  </a:cubicBezTo>
                  <a:cubicBezTo>
                    <a:pt x="227" y="337"/>
                    <a:pt x="227" y="338"/>
                    <a:pt x="227" y="338"/>
                  </a:cubicBezTo>
                  <a:cubicBezTo>
                    <a:pt x="227" y="338"/>
                    <a:pt x="226" y="338"/>
                    <a:pt x="226" y="338"/>
                  </a:cubicBezTo>
                  <a:cubicBezTo>
                    <a:pt x="226" y="338"/>
                    <a:pt x="226" y="338"/>
                    <a:pt x="226" y="338"/>
                  </a:cubicBezTo>
                  <a:cubicBezTo>
                    <a:pt x="225" y="338"/>
                    <a:pt x="225" y="338"/>
                    <a:pt x="225" y="337"/>
                  </a:cubicBezTo>
                  <a:cubicBezTo>
                    <a:pt x="225" y="337"/>
                    <a:pt x="224" y="337"/>
                    <a:pt x="224" y="337"/>
                  </a:cubicBezTo>
                  <a:cubicBezTo>
                    <a:pt x="224" y="336"/>
                    <a:pt x="224" y="336"/>
                    <a:pt x="224" y="337"/>
                  </a:cubicBezTo>
                  <a:cubicBezTo>
                    <a:pt x="223" y="337"/>
                    <a:pt x="223" y="337"/>
                    <a:pt x="223" y="338"/>
                  </a:cubicBezTo>
                  <a:cubicBezTo>
                    <a:pt x="223" y="338"/>
                    <a:pt x="223" y="338"/>
                    <a:pt x="224" y="338"/>
                  </a:cubicBezTo>
                  <a:cubicBezTo>
                    <a:pt x="224" y="338"/>
                    <a:pt x="224" y="338"/>
                    <a:pt x="224" y="338"/>
                  </a:cubicBezTo>
                  <a:cubicBezTo>
                    <a:pt x="224" y="339"/>
                    <a:pt x="224" y="339"/>
                    <a:pt x="224" y="339"/>
                  </a:cubicBezTo>
                  <a:cubicBezTo>
                    <a:pt x="225" y="339"/>
                    <a:pt x="225" y="340"/>
                    <a:pt x="226" y="340"/>
                  </a:cubicBezTo>
                  <a:cubicBezTo>
                    <a:pt x="226" y="340"/>
                    <a:pt x="226" y="340"/>
                    <a:pt x="226" y="340"/>
                  </a:cubicBezTo>
                  <a:cubicBezTo>
                    <a:pt x="226" y="341"/>
                    <a:pt x="226" y="341"/>
                    <a:pt x="227" y="341"/>
                  </a:cubicBezTo>
                  <a:cubicBezTo>
                    <a:pt x="227" y="341"/>
                    <a:pt x="227" y="341"/>
                    <a:pt x="227" y="341"/>
                  </a:cubicBezTo>
                  <a:cubicBezTo>
                    <a:pt x="227" y="341"/>
                    <a:pt x="228" y="341"/>
                    <a:pt x="228" y="340"/>
                  </a:cubicBezTo>
                  <a:cubicBezTo>
                    <a:pt x="228" y="340"/>
                    <a:pt x="228" y="340"/>
                    <a:pt x="228" y="340"/>
                  </a:cubicBezTo>
                  <a:cubicBezTo>
                    <a:pt x="228" y="339"/>
                    <a:pt x="228" y="339"/>
                    <a:pt x="228" y="338"/>
                  </a:cubicBezTo>
                  <a:cubicBezTo>
                    <a:pt x="228" y="338"/>
                    <a:pt x="228" y="337"/>
                    <a:pt x="228" y="337"/>
                  </a:cubicBezTo>
                  <a:cubicBezTo>
                    <a:pt x="229" y="337"/>
                    <a:pt x="229" y="336"/>
                    <a:pt x="229" y="336"/>
                  </a:cubicBezTo>
                  <a:cubicBezTo>
                    <a:pt x="229" y="336"/>
                    <a:pt x="229" y="336"/>
                    <a:pt x="229" y="335"/>
                  </a:cubicBezTo>
                  <a:cubicBezTo>
                    <a:pt x="229" y="335"/>
                    <a:pt x="229" y="334"/>
                    <a:pt x="229" y="333"/>
                  </a:cubicBezTo>
                  <a:cubicBezTo>
                    <a:pt x="229" y="333"/>
                    <a:pt x="229" y="333"/>
                    <a:pt x="229" y="333"/>
                  </a:cubicBezTo>
                  <a:cubicBezTo>
                    <a:pt x="229" y="332"/>
                    <a:pt x="229" y="332"/>
                    <a:pt x="229" y="332"/>
                  </a:cubicBezTo>
                  <a:cubicBezTo>
                    <a:pt x="229" y="332"/>
                    <a:pt x="229" y="332"/>
                    <a:pt x="229" y="331"/>
                  </a:cubicBezTo>
                  <a:cubicBezTo>
                    <a:pt x="229" y="331"/>
                    <a:pt x="229" y="330"/>
                    <a:pt x="229" y="329"/>
                  </a:cubicBezTo>
                  <a:cubicBezTo>
                    <a:pt x="229" y="329"/>
                    <a:pt x="229" y="329"/>
                    <a:pt x="229" y="329"/>
                  </a:cubicBezTo>
                  <a:cubicBezTo>
                    <a:pt x="229" y="328"/>
                    <a:pt x="229" y="328"/>
                    <a:pt x="229" y="328"/>
                  </a:cubicBezTo>
                  <a:cubicBezTo>
                    <a:pt x="230" y="327"/>
                    <a:pt x="230" y="327"/>
                    <a:pt x="231" y="326"/>
                  </a:cubicBezTo>
                  <a:cubicBezTo>
                    <a:pt x="231" y="326"/>
                    <a:pt x="231" y="326"/>
                    <a:pt x="231" y="326"/>
                  </a:cubicBezTo>
                  <a:cubicBezTo>
                    <a:pt x="232" y="325"/>
                    <a:pt x="233" y="324"/>
                    <a:pt x="234" y="323"/>
                  </a:cubicBezTo>
                  <a:cubicBezTo>
                    <a:pt x="234" y="323"/>
                    <a:pt x="234" y="323"/>
                    <a:pt x="234" y="323"/>
                  </a:cubicBezTo>
                  <a:cubicBezTo>
                    <a:pt x="234" y="323"/>
                    <a:pt x="234" y="322"/>
                    <a:pt x="234" y="322"/>
                  </a:cubicBezTo>
                  <a:cubicBezTo>
                    <a:pt x="235" y="322"/>
                    <a:pt x="235" y="322"/>
                    <a:pt x="235" y="322"/>
                  </a:cubicBezTo>
                  <a:cubicBezTo>
                    <a:pt x="235" y="322"/>
                    <a:pt x="235" y="321"/>
                    <a:pt x="235" y="321"/>
                  </a:cubicBezTo>
                  <a:close/>
                  <a:moveTo>
                    <a:pt x="278" y="332"/>
                  </a:moveTo>
                  <a:cubicBezTo>
                    <a:pt x="278" y="332"/>
                    <a:pt x="278" y="332"/>
                    <a:pt x="278" y="332"/>
                  </a:cubicBezTo>
                  <a:cubicBezTo>
                    <a:pt x="278" y="332"/>
                    <a:pt x="278" y="332"/>
                    <a:pt x="278" y="331"/>
                  </a:cubicBezTo>
                  <a:cubicBezTo>
                    <a:pt x="277" y="331"/>
                    <a:pt x="277" y="331"/>
                    <a:pt x="277" y="331"/>
                  </a:cubicBezTo>
                  <a:cubicBezTo>
                    <a:pt x="277" y="331"/>
                    <a:pt x="277" y="331"/>
                    <a:pt x="276" y="331"/>
                  </a:cubicBezTo>
                  <a:cubicBezTo>
                    <a:pt x="276" y="331"/>
                    <a:pt x="275" y="331"/>
                    <a:pt x="275" y="330"/>
                  </a:cubicBezTo>
                  <a:cubicBezTo>
                    <a:pt x="274" y="330"/>
                    <a:pt x="274" y="329"/>
                    <a:pt x="273" y="329"/>
                  </a:cubicBezTo>
                  <a:cubicBezTo>
                    <a:pt x="272" y="330"/>
                    <a:pt x="272" y="329"/>
                    <a:pt x="272" y="329"/>
                  </a:cubicBezTo>
                  <a:cubicBezTo>
                    <a:pt x="272" y="328"/>
                    <a:pt x="271" y="328"/>
                    <a:pt x="271" y="328"/>
                  </a:cubicBezTo>
                  <a:cubicBezTo>
                    <a:pt x="271" y="328"/>
                    <a:pt x="271" y="328"/>
                    <a:pt x="271" y="328"/>
                  </a:cubicBezTo>
                  <a:cubicBezTo>
                    <a:pt x="270" y="328"/>
                    <a:pt x="270" y="327"/>
                    <a:pt x="270" y="327"/>
                  </a:cubicBezTo>
                  <a:cubicBezTo>
                    <a:pt x="270" y="326"/>
                    <a:pt x="270" y="325"/>
                    <a:pt x="270" y="325"/>
                  </a:cubicBezTo>
                  <a:cubicBezTo>
                    <a:pt x="270" y="325"/>
                    <a:pt x="270" y="325"/>
                    <a:pt x="270" y="325"/>
                  </a:cubicBezTo>
                  <a:cubicBezTo>
                    <a:pt x="270" y="324"/>
                    <a:pt x="270" y="324"/>
                    <a:pt x="270" y="324"/>
                  </a:cubicBezTo>
                  <a:cubicBezTo>
                    <a:pt x="270" y="323"/>
                    <a:pt x="270" y="323"/>
                    <a:pt x="270" y="323"/>
                  </a:cubicBezTo>
                  <a:cubicBezTo>
                    <a:pt x="270" y="323"/>
                    <a:pt x="270" y="322"/>
                    <a:pt x="270" y="322"/>
                  </a:cubicBezTo>
                  <a:cubicBezTo>
                    <a:pt x="270" y="322"/>
                    <a:pt x="270" y="322"/>
                    <a:pt x="271" y="321"/>
                  </a:cubicBezTo>
                  <a:cubicBezTo>
                    <a:pt x="271" y="321"/>
                    <a:pt x="271" y="321"/>
                    <a:pt x="271" y="321"/>
                  </a:cubicBezTo>
                  <a:cubicBezTo>
                    <a:pt x="272" y="321"/>
                    <a:pt x="272" y="320"/>
                    <a:pt x="273" y="320"/>
                  </a:cubicBezTo>
                  <a:cubicBezTo>
                    <a:pt x="273" y="320"/>
                    <a:pt x="273" y="319"/>
                    <a:pt x="274" y="319"/>
                  </a:cubicBezTo>
                  <a:cubicBezTo>
                    <a:pt x="274" y="319"/>
                    <a:pt x="274" y="319"/>
                    <a:pt x="274" y="318"/>
                  </a:cubicBezTo>
                  <a:cubicBezTo>
                    <a:pt x="274" y="318"/>
                    <a:pt x="275" y="318"/>
                    <a:pt x="275" y="317"/>
                  </a:cubicBezTo>
                  <a:cubicBezTo>
                    <a:pt x="274" y="317"/>
                    <a:pt x="274" y="316"/>
                    <a:pt x="274" y="316"/>
                  </a:cubicBezTo>
                  <a:cubicBezTo>
                    <a:pt x="274" y="316"/>
                    <a:pt x="274" y="316"/>
                    <a:pt x="273" y="316"/>
                  </a:cubicBezTo>
                  <a:cubicBezTo>
                    <a:pt x="273" y="316"/>
                    <a:pt x="273" y="316"/>
                    <a:pt x="273" y="316"/>
                  </a:cubicBezTo>
                  <a:cubicBezTo>
                    <a:pt x="272" y="316"/>
                    <a:pt x="272" y="316"/>
                    <a:pt x="272" y="316"/>
                  </a:cubicBezTo>
                  <a:cubicBezTo>
                    <a:pt x="272" y="316"/>
                    <a:pt x="271" y="316"/>
                    <a:pt x="271" y="316"/>
                  </a:cubicBezTo>
                  <a:cubicBezTo>
                    <a:pt x="271" y="317"/>
                    <a:pt x="270" y="317"/>
                    <a:pt x="270" y="317"/>
                  </a:cubicBezTo>
                  <a:cubicBezTo>
                    <a:pt x="270" y="317"/>
                    <a:pt x="270" y="316"/>
                    <a:pt x="270" y="316"/>
                  </a:cubicBezTo>
                  <a:cubicBezTo>
                    <a:pt x="270" y="316"/>
                    <a:pt x="270" y="316"/>
                    <a:pt x="270" y="316"/>
                  </a:cubicBezTo>
                  <a:cubicBezTo>
                    <a:pt x="270" y="316"/>
                    <a:pt x="270" y="315"/>
                    <a:pt x="269" y="315"/>
                  </a:cubicBezTo>
                  <a:cubicBezTo>
                    <a:pt x="269" y="315"/>
                    <a:pt x="269" y="315"/>
                    <a:pt x="269" y="315"/>
                  </a:cubicBezTo>
                  <a:cubicBezTo>
                    <a:pt x="269" y="315"/>
                    <a:pt x="269" y="315"/>
                    <a:pt x="269" y="314"/>
                  </a:cubicBezTo>
                  <a:cubicBezTo>
                    <a:pt x="269" y="314"/>
                    <a:pt x="269" y="314"/>
                    <a:pt x="269" y="313"/>
                  </a:cubicBezTo>
                  <a:cubicBezTo>
                    <a:pt x="268" y="313"/>
                    <a:pt x="268" y="313"/>
                    <a:pt x="268" y="312"/>
                  </a:cubicBezTo>
                  <a:cubicBezTo>
                    <a:pt x="268" y="312"/>
                    <a:pt x="267" y="312"/>
                    <a:pt x="267" y="312"/>
                  </a:cubicBezTo>
                  <a:cubicBezTo>
                    <a:pt x="267" y="311"/>
                    <a:pt x="267" y="311"/>
                    <a:pt x="267" y="311"/>
                  </a:cubicBezTo>
                  <a:cubicBezTo>
                    <a:pt x="266" y="311"/>
                    <a:pt x="266" y="311"/>
                    <a:pt x="266" y="311"/>
                  </a:cubicBezTo>
                  <a:cubicBezTo>
                    <a:pt x="265" y="311"/>
                    <a:pt x="265" y="312"/>
                    <a:pt x="265" y="312"/>
                  </a:cubicBezTo>
                  <a:cubicBezTo>
                    <a:pt x="265" y="312"/>
                    <a:pt x="265" y="312"/>
                    <a:pt x="265" y="312"/>
                  </a:cubicBezTo>
                  <a:cubicBezTo>
                    <a:pt x="266" y="312"/>
                    <a:pt x="266" y="313"/>
                    <a:pt x="266" y="313"/>
                  </a:cubicBezTo>
                  <a:cubicBezTo>
                    <a:pt x="266" y="313"/>
                    <a:pt x="266" y="313"/>
                    <a:pt x="266" y="314"/>
                  </a:cubicBezTo>
                  <a:cubicBezTo>
                    <a:pt x="266" y="314"/>
                    <a:pt x="266" y="314"/>
                    <a:pt x="266" y="315"/>
                  </a:cubicBezTo>
                  <a:cubicBezTo>
                    <a:pt x="267" y="315"/>
                    <a:pt x="267" y="316"/>
                    <a:pt x="266" y="317"/>
                  </a:cubicBezTo>
                  <a:cubicBezTo>
                    <a:pt x="266" y="317"/>
                    <a:pt x="266" y="317"/>
                    <a:pt x="266" y="317"/>
                  </a:cubicBezTo>
                  <a:cubicBezTo>
                    <a:pt x="266" y="317"/>
                    <a:pt x="266" y="318"/>
                    <a:pt x="266" y="318"/>
                  </a:cubicBezTo>
                  <a:cubicBezTo>
                    <a:pt x="266" y="318"/>
                    <a:pt x="266" y="317"/>
                    <a:pt x="266" y="317"/>
                  </a:cubicBezTo>
                  <a:cubicBezTo>
                    <a:pt x="266" y="317"/>
                    <a:pt x="265" y="317"/>
                    <a:pt x="265" y="317"/>
                  </a:cubicBezTo>
                  <a:cubicBezTo>
                    <a:pt x="265" y="317"/>
                    <a:pt x="265" y="317"/>
                    <a:pt x="264" y="317"/>
                  </a:cubicBezTo>
                  <a:cubicBezTo>
                    <a:pt x="264" y="317"/>
                    <a:pt x="264" y="317"/>
                    <a:pt x="263" y="317"/>
                  </a:cubicBezTo>
                  <a:cubicBezTo>
                    <a:pt x="263" y="317"/>
                    <a:pt x="262" y="317"/>
                    <a:pt x="262" y="317"/>
                  </a:cubicBezTo>
                  <a:cubicBezTo>
                    <a:pt x="261" y="317"/>
                    <a:pt x="261" y="317"/>
                    <a:pt x="261" y="317"/>
                  </a:cubicBezTo>
                  <a:cubicBezTo>
                    <a:pt x="260" y="317"/>
                    <a:pt x="260" y="317"/>
                    <a:pt x="260" y="318"/>
                  </a:cubicBezTo>
                  <a:cubicBezTo>
                    <a:pt x="260" y="318"/>
                    <a:pt x="260" y="318"/>
                    <a:pt x="259" y="318"/>
                  </a:cubicBezTo>
                  <a:cubicBezTo>
                    <a:pt x="259" y="319"/>
                    <a:pt x="259" y="319"/>
                    <a:pt x="259" y="319"/>
                  </a:cubicBezTo>
                  <a:cubicBezTo>
                    <a:pt x="259" y="319"/>
                    <a:pt x="259" y="319"/>
                    <a:pt x="259" y="319"/>
                  </a:cubicBezTo>
                  <a:cubicBezTo>
                    <a:pt x="259" y="319"/>
                    <a:pt x="260" y="320"/>
                    <a:pt x="260" y="319"/>
                  </a:cubicBezTo>
                  <a:cubicBezTo>
                    <a:pt x="260" y="319"/>
                    <a:pt x="261" y="320"/>
                    <a:pt x="261" y="320"/>
                  </a:cubicBezTo>
                  <a:cubicBezTo>
                    <a:pt x="262" y="320"/>
                    <a:pt x="262" y="321"/>
                    <a:pt x="263" y="321"/>
                  </a:cubicBezTo>
                  <a:cubicBezTo>
                    <a:pt x="263" y="321"/>
                    <a:pt x="263" y="321"/>
                    <a:pt x="263" y="321"/>
                  </a:cubicBezTo>
                  <a:cubicBezTo>
                    <a:pt x="263" y="321"/>
                    <a:pt x="263" y="321"/>
                    <a:pt x="263" y="321"/>
                  </a:cubicBezTo>
                  <a:cubicBezTo>
                    <a:pt x="264" y="321"/>
                    <a:pt x="264" y="321"/>
                    <a:pt x="265" y="321"/>
                  </a:cubicBezTo>
                  <a:cubicBezTo>
                    <a:pt x="265" y="322"/>
                    <a:pt x="265" y="322"/>
                    <a:pt x="266" y="322"/>
                  </a:cubicBezTo>
                  <a:cubicBezTo>
                    <a:pt x="266" y="322"/>
                    <a:pt x="266" y="322"/>
                    <a:pt x="266" y="322"/>
                  </a:cubicBezTo>
                  <a:cubicBezTo>
                    <a:pt x="266" y="322"/>
                    <a:pt x="266" y="322"/>
                    <a:pt x="266" y="322"/>
                  </a:cubicBezTo>
                  <a:cubicBezTo>
                    <a:pt x="266" y="323"/>
                    <a:pt x="266" y="323"/>
                    <a:pt x="266" y="324"/>
                  </a:cubicBezTo>
                  <a:cubicBezTo>
                    <a:pt x="266" y="324"/>
                    <a:pt x="266" y="325"/>
                    <a:pt x="267" y="325"/>
                  </a:cubicBezTo>
                  <a:cubicBezTo>
                    <a:pt x="267" y="325"/>
                    <a:pt x="267" y="325"/>
                    <a:pt x="267" y="325"/>
                  </a:cubicBezTo>
                  <a:cubicBezTo>
                    <a:pt x="267" y="325"/>
                    <a:pt x="266" y="326"/>
                    <a:pt x="266" y="326"/>
                  </a:cubicBezTo>
                  <a:cubicBezTo>
                    <a:pt x="266" y="326"/>
                    <a:pt x="266" y="326"/>
                    <a:pt x="266" y="326"/>
                  </a:cubicBezTo>
                  <a:cubicBezTo>
                    <a:pt x="266" y="326"/>
                    <a:pt x="266" y="327"/>
                    <a:pt x="266" y="327"/>
                  </a:cubicBezTo>
                  <a:cubicBezTo>
                    <a:pt x="266" y="327"/>
                    <a:pt x="266" y="327"/>
                    <a:pt x="265" y="327"/>
                  </a:cubicBezTo>
                  <a:cubicBezTo>
                    <a:pt x="265" y="328"/>
                    <a:pt x="264" y="329"/>
                    <a:pt x="264" y="330"/>
                  </a:cubicBezTo>
                  <a:cubicBezTo>
                    <a:pt x="264" y="330"/>
                    <a:pt x="264" y="330"/>
                    <a:pt x="264" y="330"/>
                  </a:cubicBezTo>
                  <a:cubicBezTo>
                    <a:pt x="263" y="330"/>
                    <a:pt x="263" y="331"/>
                    <a:pt x="263" y="331"/>
                  </a:cubicBezTo>
                  <a:cubicBezTo>
                    <a:pt x="263" y="331"/>
                    <a:pt x="262" y="331"/>
                    <a:pt x="262" y="331"/>
                  </a:cubicBezTo>
                  <a:cubicBezTo>
                    <a:pt x="262" y="331"/>
                    <a:pt x="262" y="331"/>
                    <a:pt x="262" y="331"/>
                  </a:cubicBezTo>
                  <a:cubicBezTo>
                    <a:pt x="262" y="331"/>
                    <a:pt x="262" y="331"/>
                    <a:pt x="262" y="331"/>
                  </a:cubicBezTo>
                  <a:cubicBezTo>
                    <a:pt x="262" y="330"/>
                    <a:pt x="263" y="329"/>
                    <a:pt x="263" y="329"/>
                  </a:cubicBezTo>
                  <a:cubicBezTo>
                    <a:pt x="263" y="328"/>
                    <a:pt x="263" y="328"/>
                    <a:pt x="263" y="328"/>
                  </a:cubicBezTo>
                  <a:cubicBezTo>
                    <a:pt x="263" y="328"/>
                    <a:pt x="263" y="327"/>
                    <a:pt x="263" y="327"/>
                  </a:cubicBezTo>
                  <a:cubicBezTo>
                    <a:pt x="263" y="327"/>
                    <a:pt x="263" y="327"/>
                    <a:pt x="264" y="327"/>
                  </a:cubicBezTo>
                  <a:cubicBezTo>
                    <a:pt x="264" y="327"/>
                    <a:pt x="264" y="326"/>
                    <a:pt x="264" y="326"/>
                  </a:cubicBezTo>
                  <a:cubicBezTo>
                    <a:pt x="264" y="326"/>
                    <a:pt x="264" y="325"/>
                    <a:pt x="263" y="325"/>
                  </a:cubicBezTo>
                  <a:cubicBezTo>
                    <a:pt x="263" y="325"/>
                    <a:pt x="263" y="325"/>
                    <a:pt x="263" y="325"/>
                  </a:cubicBezTo>
                  <a:cubicBezTo>
                    <a:pt x="263" y="325"/>
                    <a:pt x="262" y="325"/>
                    <a:pt x="262" y="325"/>
                  </a:cubicBezTo>
                  <a:cubicBezTo>
                    <a:pt x="262" y="325"/>
                    <a:pt x="262" y="324"/>
                    <a:pt x="261" y="324"/>
                  </a:cubicBezTo>
                  <a:cubicBezTo>
                    <a:pt x="261" y="324"/>
                    <a:pt x="261" y="324"/>
                    <a:pt x="261" y="324"/>
                  </a:cubicBezTo>
                  <a:cubicBezTo>
                    <a:pt x="261" y="324"/>
                    <a:pt x="261" y="324"/>
                    <a:pt x="260" y="324"/>
                  </a:cubicBezTo>
                  <a:cubicBezTo>
                    <a:pt x="260" y="324"/>
                    <a:pt x="260" y="324"/>
                    <a:pt x="260" y="323"/>
                  </a:cubicBezTo>
                  <a:cubicBezTo>
                    <a:pt x="260" y="323"/>
                    <a:pt x="260" y="323"/>
                    <a:pt x="260" y="323"/>
                  </a:cubicBezTo>
                  <a:cubicBezTo>
                    <a:pt x="260" y="323"/>
                    <a:pt x="260" y="323"/>
                    <a:pt x="260" y="323"/>
                  </a:cubicBezTo>
                  <a:cubicBezTo>
                    <a:pt x="260" y="323"/>
                    <a:pt x="260" y="323"/>
                    <a:pt x="259" y="323"/>
                  </a:cubicBezTo>
                  <a:cubicBezTo>
                    <a:pt x="259" y="323"/>
                    <a:pt x="259" y="324"/>
                    <a:pt x="259" y="324"/>
                  </a:cubicBezTo>
                  <a:cubicBezTo>
                    <a:pt x="259" y="324"/>
                    <a:pt x="259" y="324"/>
                    <a:pt x="259" y="324"/>
                  </a:cubicBezTo>
                  <a:cubicBezTo>
                    <a:pt x="260" y="325"/>
                    <a:pt x="260" y="325"/>
                    <a:pt x="260" y="325"/>
                  </a:cubicBezTo>
                  <a:cubicBezTo>
                    <a:pt x="261" y="326"/>
                    <a:pt x="261" y="326"/>
                    <a:pt x="261" y="326"/>
                  </a:cubicBezTo>
                  <a:cubicBezTo>
                    <a:pt x="261" y="326"/>
                    <a:pt x="261" y="326"/>
                    <a:pt x="261" y="326"/>
                  </a:cubicBezTo>
                  <a:cubicBezTo>
                    <a:pt x="262" y="326"/>
                    <a:pt x="262" y="326"/>
                    <a:pt x="262" y="327"/>
                  </a:cubicBezTo>
                  <a:cubicBezTo>
                    <a:pt x="262" y="327"/>
                    <a:pt x="262" y="327"/>
                    <a:pt x="262" y="327"/>
                  </a:cubicBezTo>
                  <a:cubicBezTo>
                    <a:pt x="262" y="327"/>
                    <a:pt x="262" y="328"/>
                    <a:pt x="262" y="328"/>
                  </a:cubicBezTo>
                  <a:cubicBezTo>
                    <a:pt x="262" y="328"/>
                    <a:pt x="262" y="329"/>
                    <a:pt x="262" y="330"/>
                  </a:cubicBezTo>
                  <a:cubicBezTo>
                    <a:pt x="261" y="330"/>
                    <a:pt x="261" y="331"/>
                    <a:pt x="261" y="331"/>
                  </a:cubicBezTo>
                  <a:cubicBezTo>
                    <a:pt x="261" y="331"/>
                    <a:pt x="260" y="331"/>
                    <a:pt x="260" y="331"/>
                  </a:cubicBezTo>
                  <a:cubicBezTo>
                    <a:pt x="260" y="332"/>
                    <a:pt x="260" y="332"/>
                    <a:pt x="260" y="332"/>
                  </a:cubicBezTo>
                  <a:cubicBezTo>
                    <a:pt x="260" y="332"/>
                    <a:pt x="260" y="333"/>
                    <a:pt x="260" y="333"/>
                  </a:cubicBezTo>
                  <a:cubicBezTo>
                    <a:pt x="260" y="333"/>
                    <a:pt x="260" y="334"/>
                    <a:pt x="260" y="334"/>
                  </a:cubicBezTo>
                  <a:cubicBezTo>
                    <a:pt x="260" y="334"/>
                    <a:pt x="260" y="334"/>
                    <a:pt x="261" y="334"/>
                  </a:cubicBezTo>
                  <a:cubicBezTo>
                    <a:pt x="261" y="335"/>
                    <a:pt x="261" y="335"/>
                    <a:pt x="261" y="335"/>
                  </a:cubicBezTo>
                  <a:cubicBezTo>
                    <a:pt x="261" y="335"/>
                    <a:pt x="261" y="335"/>
                    <a:pt x="261" y="335"/>
                  </a:cubicBezTo>
                  <a:cubicBezTo>
                    <a:pt x="262" y="335"/>
                    <a:pt x="262" y="335"/>
                    <a:pt x="262" y="335"/>
                  </a:cubicBezTo>
                  <a:cubicBezTo>
                    <a:pt x="262" y="335"/>
                    <a:pt x="263" y="335"/>
                    <a:pt x="263" y="334"/>
                  </a:cubicBezTo>
                  <a:cubicBezTo>
                    <a:pt x="263" y="334"/>
                    <a:pt x="264" y="333"/>
                    <a:pt x="264" y="333"/>
                  </a:cubicBezTo>
                  <a:cubicBezTo>
                    <a:pt x="265" y="332"/>
                    <a:pt x="265" y="332"/>
                    <a:pt x="265" y="331"/>
                  </a:cubicBezTo>
                  <a:cubicBezTo>
                    <a:pt x="266" y="331"/>
                    <a:pt x="266" y="331"/>
                    <a:pt x="267" y="331"/>
                  </a:cubicBezTo>
                  <a:cubicBezTo>
                    <a:pt x="267" y="331"/>
                    <a:pt x="267" y="331"/>
                    <a:pt x="267" y="331"/>
                  </a:cubicBezTo>
                  <a:cubicBezTo>
                    <a:pt x="267" y="331"/>
                    <a:pt x="267" y="332"/>
                    <a:pt x="267" y="332"/>
                  </a:cubicBezTo>
                  <a:cubicBezTo>
                    <a:pt x="267" y="332"/>
                    <a:pt x="267" y="332"/>
                    <a:pt x="267" y="332"/>
                  </a:cubicBezTo>
                  <a:cubicBezTo>
                    <a:pt x="267" y="332"/>
                    <a:pt x="267" y="333"/>
                    <a:pt x="267" y="333"/>
                  </a:cubicBezTo>
                  <a:cubicBezTo>
                    <a:pt x="267" y="333"/>
                    <a:pt x="267" y="334"/>
                    <a:pt x="267" y="334"/>
                  </a:cubicBezTo>
                  <a:cubicBezTo>
                    <a:pt x="267" y="335"/>
                    <a:pt x="267" y="335"/>
                    <a:pt x="267" y="336"/>
                  </a:cubicBezTo>
                  <a:cubicBezTo>
                    <a:pt x="267" y="336"/>
                    <a:pt x="267" y="336"/>
                    <a:pt x="267" y="336"/>
                  </a:cubicBezTo>
                  <a:cubicBezTo>
                    <a:pt x="266" y="336"/>
                    <a:pt x="266" y="337"/>
                    <a:pt x="266" y="337"/>
                  </a:cubicBezTo>
                  <a:cubicBezTo>
                    <a:pt x="266" y="337"/>
                    <a:pt x="266" y="337"/>
                    <a:pt x="266" y="337"/>
                  </a:cubicBezTo>
                  <a:cubicBezTo>
                    <a:pt x="267" y="337"/>
                    <a:pt x="267" y="337"/>
                    <a:pt x="266" y="338"/>
                  </a:cubicBezTo>
                  <a:cubicBezTo>
                    <a:pt x="266" y="338"/>
                    <a:pt x="266" y="338"/>
                    <a:pt x="266" y="338"/>
                  </a:cubicBezTo>
                  <a:cubicBezTo>
                    <a:pt x="267" y="338"/>
                    <a:pt x="267" y="338"/>
                    <a:pt x="267" y="338"/>
                  </a:cubicBezTo>
                  <a:cubicBezTo>
                    <a:pt x="267" y="339"/>
                    <a:pt x="267" y="339"/>
                    <a:pt x="268" y="339"/>
                  </a:cubicBezTo>
                  <a:cubicBezTo>
                    <a:pt x="268" y="339"/>
                    <a:pt x="269" y="339"/>
                    <a:pt x="269" y="338"/>
                  </a:cubicBezTo>
                  <a:cubicBezTo>
                    <a:pt x="269" y="338"/>
                    <a:pt x="269" y="338"/>
                    <a:pt x="270" y="338"/>
                  </a:cubicBezTo>
                  <a:cubicBezTo>
                    <a:pt x="270" y="337"/>
                    <a:pt x="270" y="337"/>
                    <a:pt x="270" y="337"/>
                  </a:cubicBezTo>
                  <a:cubicBezTo>
                    <a:pt x="270" y="336"/>
                    <a:pt x="270" y="336"/>
                    <a:pt x="270" y="335"/>
                  </a:cubicBezTo>
                  <a:cubicBezTo>
                    <a:pt x="270" y="335"/>
                    <a:pt x="270" y="335"/>
                    <a:pt x="270" y="335"/>
                  </a:cubicBezTo>
                  <a:cubicBezTo>
                    <a:pt x="270" y="335"/>
                    <a:pt x="270" y="334"/>
                    <a:pt x="270" y="334"/>
                  </a:cubicBezTo>
                  <a:cubicBezTo>
                    <a:pt x="270" y="334"/>
                    <a:pt x="270" y="333"/>
                    <a:pt x="270" y="333"/>
                  </a:cubicBezTo>
                  <a:cubicBezTo>
                    <a:pt x="270" y="333"/>
                    <a:pt x="270" y="332"/>
                    <a:pt x="270" y="332"/>
                  </a:cubicBezTo>
                  <a:cubicBezTo>
                    <a:pt x="270" y="332"/>
                    <a:pt x="270" y="332"/>
                    <a:pt x="270" y="332"/>
                  </a:cubicBezTo>
                  <a:cubicBezTo>
                    <a:pt x="271" y="332"/>
                    <a:pt x="271" y="332"/>
                    <a:pt x="271" y="332"/>
                  </a:cubicBezTo>
                  <a:cubicBezTo>
                    <a:pt x="272" y="332"/>
                    <a:pt x="273" y="333"/>
                    <a:pt x="273" y="333"/>
                  </a:cubicBezTo>
                  <a:cubicBezTo>
                    <a:pt x="274" y="333"/>
                    <a:pt x="274" y="333"/>
                    <a:pt x="274" y="333"/>
                  </a:cubicBezTo>
                  <a:cubicBezTo>
                    <a:pt x="274" y="333"/>
                    <a:pt x="275" y="333"/>
                    <a:pt x="275" y="333"/>
                  </a:cubicBezTo>
                  <a:cubicBezTo>
                    <a:pt x="275" y="334"/>
                    <a:pt x="276" y="334"/>
                    <a:pt x="276" y="334"/>
                  </a:cubicBezTo>
                  <a:cubicBezTo>
                    <a:pt x="277" y="334"/>
                    <a:pt x="277" y="334"/>
                    <a:pt x="277" y="334"/>
                  </a:cubicBezTo>
                  <a:cubicBezTo>
                    <a:pt x="277" y="334"/>
                    <a:pt x="278" y="334"/>
                    <a:pt x="278" y="334"/>
                  </a:cubicBezTo>
                  <a:cubicBezTo>
                    <a:pt x="278" y="333"/>
                    <a:pt x="278" y="333"/>
                    <a:pt x="278" y="333"/>
                  </a:cubicBezTo>
                  <a:cubicBezTo>
                    <a:pt x="278" y="333"/>
                    <a:pt x="278" y="333"/>
                    <a:pt x="278" y="333"/>
                  </a:cubicBezTo>
                  <a:cubicBezTo>
                    <a:pt x="278" y="332"/>
                    <a:pt x="278" y="332"/>
                    <a:pt x="278" y="332"/>
                  </a:cubicBezTo>
                  <a:close/>
                  <a:moveTo>
                    <a:pt x="313" y="335"/>
                  </a:moveTo>
                  <a:cubicBezTo>
                    <a:pt x="313" y="334"/>
                    <a:pt x="312" y="334"/>
                    <a:pt x="312" y="334"/>
                  </a:cubicBezTo>
                  <a:cubicBezTo>
                    <a:pt x="311" y="334"/>
                    <a:pt x="311" y="334"/>
                    <a:pt x="311" y="334"/>
                  </a:cubicBezTo>
                  <a:cubicBezTo>
                    <a:pt x="311" y="334"/>
                    <a:pt x="310" y="334"/>
                    <a:pt x="310" y="334"/>
                  </a:cubicBezTo>
                  <a:cubicBezTo>
                    <a:pt x="309" y="334"/>
                    <a:pt x="309" y="334"/>
                    <a:pt x="308" y="334"/>
                  </a:cubicBezTo>
                  <a:cubicBezTo>
                    <a:pt x="308" y="334"/>
                    <a:pt x="308" y="334"/>
                    <a:pt x="307" y="333"/>
                  </a:cubicBezTo>
                  <a:cubicBezTo>
                    <a:pt x="307" y="333"/>
                    <a:pt x="307" y="333"/>
                    <a:pt x="306" y="333"/>
                  </a:cubicBezTo>
                  <a:cubicBezTo>
                    <a:pt x="305" y="332"/>
                    <a:pt x="305" y="332"/>
                    <a:pt x="304" y="332"/>
                  </a:cubicBezTo>
                  <a:cubicBezTo>
                    <a:pt x="304" y="332"/>
                    <a:pt x="304" y="332"/>
                    <a:pt x="304" y="331"/>
                  </a:cubicBezTo>
                  <a:cubicBezTo>
                    <a:pt x="304" y="331"/>
                    <a:pt x="303" y="331"/>
                    <a:pt x="303" y="331"/>
                  </a:cubicBezTo>
                  <a:cubicBezTo>
                    <a:pt x="303" y="330"/>
                    <a:pt x="303" y="330"/>
                    <a:pt x="303" y="329"/>
                  </a:cubicBezTo>
                  <a:cubicBezTo>
                    <a:pt x="303" y="329"/>
                    <a:pt x="303" y="328"/>
                    <a:pt x="304" y="328"/>
                  </a:cubicBezTo>
                  <a:cubicBezTo>
                    <a:pt x="304" y="327"/>
                    <a:pt x="304" y="327"/>
                    <a:pt x="304" y="327"/>
                  </a:cubicBezTo>
                  <a:cubicBezTo>
                    <a:pt x="304" y="327"/>
                    <a:pt x="304" y="326"/>
                    <a:pt x="304" y="326"/>
                  </a:cubicBezTo>
                  <a:cubicBezTo>
                    <a:pt x="305" y="326"/>
                    <a:pt x="305" y="326"/>
                    <a:pt x="305" y="326"/>
                  </a:cubicBezTo>
                  <a:cubicBezTo>
                    <a:pt x="305" y="326"/>
                    <a:pt x="306" y="325"/>
                    <a:pt x="306" y="325"/>
                  </a:cubicBezTo>
                  <a:cubicBezTo>
                    <a:pt x="306" y="325"/>
                    <a:pt x="306" y="324"/>
                    <a:pt x="306" y="324"/>
                  </a:cubicBezTo>
                  <a:cubicBezTo>
                    <a:pt x="307" y="324"/>
                    <a:pt x="307" y="324"/>
                    <a:pt x="307" y="324"/>
                  </a:cubicBezTo>
                  <a:cubicBezTo>
                    <a:pt x="307" y="323"/>
                    <a:pt x="307" y="323"/>
                    <a:pt x="307" y="323"/>
                  </a:cubicBezTo>
                  <a:cubicBezTo>
                    <a:pt x="306" y="323"/>
                    <a:pt x="306" y="323"/>
                    <a:pt x="306" y="322"/>
                  </a:cubicBezTo>
                  <a:cubicBezTo>
                    <a:pt x="305" y="322"/>
                    <a:pt x="305" y="322"/>
                    <a:pt x="304" y="322"/>
                  </a:cubicBezTo>
                  <a:cubicBezTo>
                    <a:pt x="304" y="323"/>
                    <a:pt x="303" y="323"/>
                    <a:pt x="303" y="323"/>
                  </a:cubicBezTo>
                  <a:cubicBezTo>
                    <a:pt x="302" y="323"/>
                    <a:pt x="302" y="323"/>
                    <a:pt x="301" y="323"/>
                  </a:cubicBezTo>
                  <a:cubicBezTo>
                    <a:pt x="301" y="323"/>
                    <a:pt x="301" y="323"/>
                    <a:pt x="301" y="323"/>
                  </a:cubicBezTo>
                  <a:cubicBezTo>
                    <a:pt x="301" y="324"/>
                    <a:pt x="300" y="324"/>
                    <a:pt x="300" y="324"/>
                  </a:cubicBezTo>
                  <a:cubicBezTo>
                    <a:pt x="300" y="324"/>
                    <a:pt x="300" y="324"/>
                    <a:pt x="299" y="324"/>
                  </a:cubicBezTo>
                  <a:cubicBezTo>
                    <a:pt x="299" y="324"/>
                    <a:pt x="298" y="324"/>
                    <a:pt x="298" y="324"/>
                  </a:cubicBezTo>
                  <a:cubicBezTo>
                    <a:pt x="298" y="324"/>
                    <a:pt x="297" y="324"/>
                    <a:pt x="297" y="324"/>
                  </a:cubicBezTo>
                  <a:cubicBezTo>
                    <a:pt x="297" y="324"/>
                    <a:pt x="297" y="324"/>
                    <a:pt x="297" y="324"/>
                  </a:cubicBezTo>
                  <a:cubicBezTo>
                    <a:pt x="296" y="324"/>
                    <a:pt x="296" y="324"/>
                    <a:pt x="296" y="324"/>
                  </a:cubicBezTo>
                  <a:cubicBezTo>
                    <a:pt x="295" y="324"/>
                    <a:pt x="295" y="324"/>
                    <a:pt x="294" y="324"/>
                  </a:cubicBezTo>
                  <a:cubicBezTo>
                    <a:pt x="294" y="324"/>
                    <a:pt x="294" y="324"/>
                    <a:pt x="294" y="324"/>
                  </a:cubicBezTo>
                  <a:cubicBezTo>
                    <a:pt x="294" y="324"/>
                    <a:pt x="294" y="325"/>
                    <a:pt x="294" y="325"/>
                  </a:cubicBezTo>
                  <a:cubicBezTo>
                    <a:pt x="293" y="325"/>
                    <a:pt x="293" y="325"/>
                    <a:pt x="293" y="325"/>
                  </a:cubicBezTo>
                  <a:cubicBezTo>
                    <a:pt x="292" y="325"/>
                    <a:pt x="292" y="325"/>
                    <a:pt x="292" y="325"/>
                  </a:cubicBezTo>
                  <a:cubicBezTo>
                    <a:pt x="291" y="326"/>
                    <a:pt x="291" y="326"/>
                    <a:pt x="290" y="326"/>
                  </a:cubicBezTo>
                  <a:cubicBezTo>
                    <a:pt x="290" y="326"/>
                    <a:pt x="290" y="326"/>
                    <a:pt x="290" y="327"/>
                  </a:cubicBezTo>
                  <a:cubicBezTo>
                    <a:pt x="290" y="327"/>
                    <a:pt x="290" y="327"/>
                    <a:pt x="290" y="328"/>
                  </a:cubicBezTo>
                  <a:cubicBezTo>
                    <a:pt x="290" y="328"/>
                    <a:pt x="290" y="328"/>
                    <a:pt x="290" y="328"/>
                  </a:cubicBezTo>
                  <a:cubicBezTo>
                    <a:pt x="290" y="328"/>
                    <a:pt x="290" y="328"/>
                    <a:pt x="290" y="328"/>
                  </a:cubicBezTo>
                  <a:cubicBezTo>
                    <a:pt x="290" y="329"/>
                    <a:pt x="290" y="329"/>
                    <a:pt x="290" y="329"/>
                  </a:cubicBezTo>
                  <a:cubicBezTo>
                    <a:pt x="291" y="329"/>
                    <a:pt x="291" y="329"/>
                    <a:pt x="291" y="329"/>
                  </a:cubicBezTo>
                  <a:cubicBezTo>
                    <a:pt x="292" y="329"/>
                    <a:pt x="292" y="329"/>
                    <a:pt x="292" y="329"/>
                  </a:cubicBezTo>
                  <a:cubicBezTo>
                    <a:pt x="292" y="329"/>
                    <a:pt x="292" y="329"/>
                    <a:pt x="292" y="329"/>
                  </a:cubicBezTo>
                  <a:cubicBezTo>
                    <a:pt x="292" y="328"/>
                    <a:pt x="292" y="328"/>
                    <a:pt x="293" y="328"/>
                  </a:cubicBezTo>
                  <a:cubicBezTo>
                    <a:pt x="293" y="328"/>
                    <a:pt x="293" y="327"/>
                    <a:pt x="294" y="327"/>
                  </a:cubicBezTo>
                  <a:cubicBezTo>
                    <a:pt x="294" y="327"/>
                    <a:pt x="294" y="327"/>
                    <a:pt x="294" y="327"/>
                  </a:cubicBezTo>
                  <a:cubicBezTo>
                    <a:pt x="295" y="327"/>
                    <a:pt x="295" y="328"/>
                    <a:pt x="295" y="328"/>
                  </a:cubicBezTo>
                  <a:cubicBezTo>
                    <a:pt x="295" y="328"/>
                    <a:pt x="295" y="328"/>
                    <a:pt x="295" y="328"/>
                  </a:cubicBezTo>
                  <a:cubicBezTo>
                    <a:pt x="295" y="328"/>
                    <a:pt x="295" y="329"/>
                    <a:pt x="295" y="329"/>
                  </a:cubicBezTo>
                  <a:cubicBezTo>
                    <a:pt x="294" y="329"/>
                    <a:pt x="294" y="329"/>
                    <a:pt x="294" y="329"/>
                  </a:cubicBezTo>
                  <a:cubicBezTo>
                    <a:pt x="294" y="329"/>
                    <a:pt x="293" y="329"/>
                    <a:pt x="293" y="329"/>
                  </a:cubicBezTo>
                  <a:cubicBezTo>
                    <a:pt x="293" y="329"/>
                    <a:pt x="293" y="329"/>
                    <a:pt x="292" y="330"/>
                  </a:cubicBezTo>
                  <a:cubicBezTo>
                    <a:pt x="292" y="330"/>
                    <a:pt x="292" y="330"/>
                    <a:pt x="292" y="330"/>
                  </a:cubicBezTo>
                  <a:cubicBezTo>
                    <a:pt x="293" y="330"/>
                    <a:pt x="293" y="330"/>
                    <a:pt x="293" y="331"/>
                  </a:cubicBezTo>
                  <a:cubicBezTo>
                    <a:pt x="293" y="331"/>
                    <a:pt x="293" y="331"/>
                    <a:pt x="293" y="331"/>
                  </a:cubicBezTo>
                  <a:cubicBezTo>
                    <a:pt x="293" y="331"/>
                    <a:pt x="293" y="331"/>
                    <a:pt x="293" y="331"/>
                  </a:cubicBezTo>
                  <a:cubicBezTo>
                    <a:pt x="293" y="331"/>
                    <a:pt x="293" y="331"/>
                    <a:pt x="293" y="331"/>
                  </a:cubicBezTo>
                  <a:cubicBezTo>
                    <a:pt x="293" y="332"/>
                    <a:pt x="293" y="332"/>
                    <a:pt x="293" y="332"/>
                  </a:cubicBezTo>
                  <a:cubicBezTo>
                    <a:pt x="293" y="333"/>
                    <a:pt x="293" y="333"/>
                    <a:pt x="293" y="333"/>
                  </a:cubicBezTo>
                  <a:cubicBezTo>
                    <a:pt x="293" y="333"/>
                    <a:pt x="293" y="333"/>
                    <a:pt x="293" y="333"/>
                  </a:cubicBezTo>
                  <a:cubicBezTo>
                    <a:pt x="293" y="333"/>
                    <a:pt x="292" y="334"/>
                    <a:pt x="292" y="334"/>
                  </a:cubicBezTo>
                  <a:cubicBezTo>
                    <a:pt x="292" y="334"/>
                    <a:pt x="291" y="334"/>
                    <a:pt x="291" y="334"/>
                  </a:cubicBezTo>
                  <a:cubicBezTo>
                    <a:pt x="291" y="334"/>
                    <a:pt x="291" y="334"/>
                    <a:pt x="291" y="334"/>
                  </a:cubicBezTo>
                  <a:cubicBezTo>
                    <a:pt x="291" y="334"/>
                    <a:pt x="290" y="335"/>
                    <a:pt x="290" y="335"/>
                  </a:cubicBezTo>
                  <a:cubicBezTo>
                    <a:pt x="290" y="335"/>
                    <a:pt x="290" y="335"/>
                    <a:pt x="290" y="336"/>
                  </a:cubicBezTo>
                  <a:cubicBezTo>
                    <a:pt x="290" y="336"/>
                    <a:pt x="290" y="336"/>
                    <a:pt x="291" y="336"/>
                  </a:cubicBezTo>
                  <a:cubicBezTo>
                    <a:pt x="291" y="336"/>
                    <a:pt x="291" y="336"/>
                    <a:pt x="291" y="336"/>
                  </a:cubicBezTo>
                  <a:cubicBezTo>
                    <a:pt x="292" y="336"/>
                    <a:pt x="292" y="336"/>
                    <a:pt x="293" y="336"/>
                  </a:cubicBezTo>
                  <a:cubicBezTo>
                    <a:pt x="293" y="336"/>
                    <a:pt x="293" y="336"/>
                    <a:pt x="293" y="336"/>
                  </a:cubicBezTo>
                  <a:cubicBezTo>
                    <a:pt x="293" y="336"/>
                    <a:pt x="293" y="336"/>
                    <a:pt x="294" y="336"/>
                  </a:cubicBezTo>
                  <a:cubicBezTo>
                    <a:pt x="294" y="335"/>
                    <a:pt x="295" y="335"/>
                    <a:pt x="295" y="334"/>
                  </a:cubicBezTo>
                  <a:cubicBezTo>
                    <a:pt x="296" y="334"/>
                    <a:pt x="296" y="333"/>
                    <a:pt x="296" y="333"/>
                  </a:cubicBezTo>
                  <a:cubicBezTo>
                    <a:pt x="297" y="332"/>
                    <a:pt x="297" y="332"/>
                    <a:pt x="297" y="332"/>
                  </a:cubicBezTo>
                  <a:cubicBezTo>
                    <a:pt x="298" y="332"/>
                    <a:pt x="298" y="333"/>
                    <a:pt x="299" y="333"/>
                  </a:cubicBezTo>
                  <a:cubicBezTo>
                    <a:pt x="299" y="333"/>
                    <a:pt x="299" y="333"/>
                    <a:pt x="299" y="333"/>
                  </a:cubicBezTo>
                  <a:cubicBezTo>
                    <a:pt x="299" y="333"/>
                    <a:pt x="300" y="333"/>
                    <a:pt x="300" y="333"/>
                  </a:cubicBezTo>
                  <a:cubicBezTo>
                    <a:pt x="300" y="333"/>
                    <a:pt x="300" y="333"/>
                    <a:pt x="300" y="334"/>
                  </a:cubicBezTo>
                  <a:cubicBezTo>
                    <a:pt x="301" y="334"/>
                    <a:pt x="301" y="334"/>
                    <a:pt x="301" y="334"/>
                  </a:cubicBezTo>
                  <a:cubicBezTo>
                    <a:pt x="301" y="334"/>
                    <a:pt x="302" y="334"/>
                    <a:pt x="302" y="334"/>
                  </a:cubicBezTo>
                  <a:cubicBezTo>
                    <a:pt x="302" y="334"/>
                    <a:pt x="302" y="334"/>
                    <a:pt x="303" y="334"/>
                  </a:cubicBezTo>
                  <a:cubicBezTo>
                    <a:pt x="303" y="334"/>
                    <a:pt x="303" y="335"/>
                    <a:pt x="304" y="335"/>
                  </a:cubicBezTo>
                  <a:cubicBezTo>
                    <a:pt x="304" y="335"/>
                    <a:pt x="305" y="335"/>
                    <a:pt x="305" y="335"/>
                  </a:cubicBezTo>
                  <a:cubicBezTo>
                    <a:pt x="305" y="335"/>
                    <a:pt x="306" y="335"/>
                    <a:pt x="306" y="336"/>
                  </a:cubicBezTo>
                  <a:cubicBezTo>
                    <a:pt x="306" y="336"/>
                    <a:pt x="306" y="336"/>
                    <a:pt x="307" y="336"/>
                  </a:cubicBezTo>
                  <a:cubicBezTo>
                    <a:pt x="307" y="336"/>
                    <a:pt x="307" y="336"/>
                    <a:pt x="308" y="336"/>
                  </a:cubicBezTo>
                  <a:cubicBezTo>
                    <a:pt x="308" y="336"/>
                    <a:pt x="308" y="336"/>
                    <a:pt x="308" y="336"/>
                  </a:cubicBezTo>
                  <a:cubicBezTo>
                    <a:pt x="309" y="336"/>
                    <a:pt x="309" y="336"/>
                    <a:pt x="309" y="336"/>
                  </a:cubicBezTo>
                  <a:cubicBezTo>
                    <a:pt x="310" y="336"/>
                    <a:pt x="311" y="336"/>
                    <a:pt x="311" y="336"/>
                  </a:cubicBezTo>
                  <a:cubicBezTo>
                    <a:pt x="311" y="336"/>
                    <a:pt x="311" y="336"/>
                    <a:pt x="311" y="336"/>
                  </a:cubicBezTo>
                  <a:cubicBezTo>
                    <a:pt x="312" y="336"/>
                    <a:pt x="312" y="336"/>
                    <a:pt x="312" y="336"/>
                  </a:cubicBezTo>
                  <a:cubicBezTo>
                    <a:pt x="313" y="335"/>
                    <a:pt x="313" y="335"/>
                    <a:pt x="313" y="335"/>
                  </a:cubicBezTo>
                  <a:cubicBezTo>
                    <a:pt x="313" y="335"/>
                    <a:pt x="313" y="335"/>
                    <a:pt x="313" y="335"/>
                  </a:cubicBezTo>
                  <a:close/>
                  <a:moveTo>
                    <a:pt x="354" y="327"/>
                  </a:moveTo>
                  <a:cubicBezTo>
                    <a:pt x="354" y="327"/>
                    <a:pt x="354" y="327"/>
                    <a:pt x="354" y="327"/>
                  </a:cubicBezTo>
                  <a:cubicBezTo>
                    <a:pt x="354" y="326"/>
                    <a:pt x="353" y="326"/>
                    <a:pt x="354" y="326"/>
                  </a:cubicBezTo>
                  <a:cubicBezTo>
                    <a:pt x="354" y="326"/>
                    <a:pt x="354" y="325"/>
                    <a:pt x="354" y="325"/>
                  </a:cubicBezTo>
                  <a:cubicBezTo>
                    <a:pt x="354" y="325"/>
                    <a:pt x="354" y="325"/>
                    <a:pt x="354" y="325"/>
                  </a:cubicBezTo>
                  <a:cubicBezTo>
                    <a:pt x="354" y="325"/>
                    <a:pt x="353" y="325"/>
                    <a:pt x="353" y="325"/>
                  </a:cubicBezTo>
                  <a:cubicBezTo>
                    <a:pt x="353" y="325"/>
                    <a:pt x="353" y="325"/>
                    <a:pt x="353" y="325"/>
                  </a:cubicBezTo>
                  <a:cubicBezTo>
                    <a:pt x="353" y="325"/>
                    <a:pt x="353" y="325"/>
                    <a:pt x="353" y="325"/>
                  </a:cubicBezTo>
                  <a:cubicBezTo>
                    <a:pt x="352" y="326"/>
                    <a:pt x="352" y="326"/>
                    <a:pt x="352" y="326"/>
                  </a:cubicBezTo>
                  <a:cubicBezTo>
                    <a:pt x="352" y="326"/>
                    <a:pt x="351" y="326"/>
                    <a:pt x="351" y="326"/>
                  </a:cubicBezTo>
                  <a:cubicBezTo>
                    <a:pt x="351" y="326"/>
                    <a:pt x="350" y="326"/>
                    <a:pt x="350" y="325"/>
                  </a:cubicBezTo>
                  <a:cubicBezTo>
                    <a:pt x="350" y="325"/>
                    <a:pt x="350" y="325"/>
                    <a:pt x="350" y="325"/>
                  </a:cubicBezTo>
                  <a:cubicBezTo>
                    <a:pt x="351" y="325"/>
                    <a:pt x="351" y="325"/>
                    <a:pt x="351" y="325"/>
                  </a:cubicBezTo>
                  <a:cubicBezTo>
                    <a:pt x="351" y="325"/>
                    <a:pt x="351" y="325"/>
                    <a:pt x="351" y="325"/>
                  </a:cubicBezTo>
                  <a:cubicBezTo>
                    <a:pt x="351" y="325"/>
                    <a:pt x="352" y="324"/>
                    <a:pt x="352" y="324"/>
                  </a:cubicBezTo>
                  <a:cubicBezTo>
                    <a:pt x="352" y="324"/>
                    <a:pt x="353" y="323"/>
                    <a:pt x="353" y="323"/>
                  </a:cubicBezTo>
                  <a:cubicBezTo>
                    <a:pt x="353" y="323"/>
                    <a:pt x="353" y="322"/>
                    <a:pt x="353" y="322"/>
                  </a:cubicBezTo>
                  <a:cubicBezTo>
                    <a:pt x="353" y="322"/>
                    <a:pt x="353" y="322"/>
                    <a:pt x="353" y="322"/>
                  </a:cubicBezTo>
                  <a:cubicBezTo>
                    <a:pt x="353" y="322"/>
                    <a:pt x="353" y="322"/>
                    <a:pt x="352" y="321"/>
                  </a:cubicBezTo>
                  <a:cubicBezTo>
                    <a:pt x="352" y="321"/>
                    <a:pt x="352" y="320"/>
                    <a:pt x="352" y="320"/>
                  </a:cubicBezTo>
                  <a:cubicBezTo>
                    <a:pt x="352" y="320"/>
                    <a:pt x="351" y="320"/>
                    <a:pt x="351" y="320"/>
                  </a:cubicBezTo>
                  <a:cubicBezTo>
                    <a:pt x="351" y="320"/>
                    <a:pt x="350" y="320"/>
                    <a:pt x="350" y="320"/>
                  </a:cubicBezTo>
                  <a:cubicBezTo>
                    <a:pt x="350" y="320"/>
                    <a:pt x="350" y="320"/>
                    <a:pt x="350" y="320"/>
                  </a:cubicBezTo>
                  <a:cubicBezTo>
                    <a:pt x="349" y="320"/>
                    <a:pt x="349" y="320"/>
                    <a:pt x="349" y="320"/>
                  </a:cubicBezTo>
                  <a:cubicBezTo>
                    <a:pt x="349" y="320"/>
                    <a:pt x="349" y="320"/>
                    <a:pt x="349" y="320"/>
                  </a:cubicBezTo>
                  <a:cubicBezTo>
                    <a:pt x="349" y="320"/>
                    <a:pt x="349" y="319"/>
                    <a:pt x="349" y="319"/>
                  </a:cubicBezTo>
                  <a:cubicBezTo>
                    <a:pt x="349" y="319"/>
                    <a:pt x="349" y="319"/>
                    <a:pt x="349" y="319"/>
                  </a:cubicBezTo>
                  <a:cubicBezTo>
                    <a:pt x="349" y="319"/>
                    <a:pt x="349" y="318"/>
                    <a:pt x="348" y="318"/>
                  </a:cubicBezTo>
                  <a:cubicBezTo>
                    <a:pt x="348" y="318"/>
                    <a:pt x="348" y="318"/>
                    <a:pt x="347" y="318"/>
                  </a:cubicBezTo>
                  <a:cubicBezTo>
                    <a:pt x="347" y="318"/>
                    <a:pt x="347" y="317"/>
                    <a:pt x="346" y="317"/>
                  </a:cubicBezTo>
                  <a:cubicBezTo>
                    <a:pt x="346" y="317"/>
                    <a:pt x="347" y="317"/>
                    <a:pt x="347" y="317"/>
                  </a:cubicBezTo>
                  <a:cubicBezTo>
                    <a:pt x="347" y="316"/>
                    <a:pt x="348" y="316"/>
                    <a:pt x="348" y="316"/>
                  </a:cubicBezTo>
                  <a:cubicBezTo>
                    <a:pt x="348" y="315"/>
                    <a:pt x="348" y="315"/>
                    <a:pt x="348" y="315"/>
                  </a:cubicBezTo>
                  <a:cubicBezTo>
                    <a:pt x="348" y="314"/>
                    <a:pt x="348" y="314"/>
                    <a:pt x="348" y="314"/>
                  </a:cubicBezTo>
                  <a:cubicBezTo>
                    <a:pt x="348" y="314"/>
                    <a:pt x="348" y="314"/>
                    <a:pt x="348" y="313"/>
                  </a:cubicBezTo>
                  <a:cubicBezTo>
                    <a:pt x="348" y="313"/>
                    <a:pt x="348" y="313"/>
                    <a:pt x="348" y="313"/>
                  </a:cubicBezTo>
                  <a:cubicBezTo>
                    <a:pt x="348" y="313"/>
                    <a:pt x="347" y="313"/>
                    <a:pt x="347" y="313"/>
                  </a:cubicBezTo>
                  <a:cubicBezTo>
                    <a:pt x="347" y="313"/>
                    <a:pt x="346" y="312"/>
                    <a:pt x="346" y="312"/>
                  </a:cubicBezTo>
                  <a:cubicBezTo>
                    <a:pt x="346" y="312"/>
                    <a:pt x="346" y="312"/>
                    <a:pt x="346" y="312"/>
                  </a:cubicBezTo>
                  <a:cubicBezTo>
                    <a:pt x="346" y="313"/>
                    <a:pt x="345" y="313"/>
                    <a:pt x="345" y="313"/>
                  </a:cubicBezTo>
                  <a:cubicBezTo>
                    <a:pt x="345" y="313"/>
                    <a:pt x="345" y="313"/>
                    <a:pt x="345" y="314"/>
                  </a:cubicBezTo>
                  <a:cubicBezTo>
                    <a:pt x="345" y="314"/>
                    <a:pt x="345" y="314"/>
                    <a:pt x="345" y="314"/>
                  </a:cubicBezTo>
                  <a:cubicBezTo>
                    <a:pt x="345" y="314"/>
                    <a:pt x="344" y="314"/>
                    <a:pt x="344" y="315"/>
                  </a:cubicBezTo>
                  <a:cubicBezTo>
                    <a:pt x="344" y="315"/>
                    <a:pt x="344" y="315"/>
                    <a:pt x="344" y="316"/>
                  </a:cubicBezTo>
                  <a:cubicBezTo>
                    <a:pt x="344" y="316"/>
                    <a:pt x="344" y="316"/>
                    <a:pt x="344" y="316"/>
                  </a:cubicBezTo>
                  <a:cubicBezTo>
                    <a:pt x="343" y="317"/>
                    <a:pt x="343" y="317"/>
                    <a:pt x="343" y="318"/>
                  </a:cubicBezTo>
                  <a:cubicBezTo>
                    <a:pt x="342" y="318"/>
                    <a:pt x="342" y="318"/>
                    <a:pt x="342" y="318"/>
                  </a:cubicBezTo>
                  <a:cubicBezTo>
                    <a:pt x="342" y="318"/>
                    <a:pt x="342" y="318"/>
                    <a:pt x="342" y="318"/>
                  </a:cubicBezTo>
                  <a:cubicBezTo>
                    <a:pt x="342" y="319"/>
                    <a:pt x="341" y="319"/>
                    <a:pt x="341" y="319"/>
                  </a:cubicBezTo>
                  <a:cubicBezTo>
                    <a:pt x="341" y="319"/>
                    <a:pt x="341" y="319"/>
                    <a:pt x="341" y="320"/>
                  </a:cubicBezTo>
                  <a:cubicBezTo>
                    <a:pt x="341" y="320"/>
                    <a:pt x="341" y="320"/>
                    <a:pt x="342" y="320"/>
                  </a:cubicBezTo>
                  <a:cubicBezTo>
                    <a:pt x="342" y="321"/>
                    <a:pt x="342" y="321"/>
                    <a:pt x="342" y="321"/>
                  </a:cubicBezTo>
                  <a:cubicBezTo>
                    <a:pt x="343" y="321"/>
                    <a:pt x="343" y="321"/>
                    <a:pt x="343" y="321"/>
                  </a:cubicBezTo>
                  <a:cubicBezTo>
                    <a:pt x="344" y="321"/>
                    <a:pt x="344" y="321"/>
                    <a:pt x="344" y="321"/>
                  </a:cubicBezTo>
                  <a:cubicBezTo>
                    <a:pt x="344" y="320"/>
                    <a:pt x="344" y="320"/>
                    <a:pt x="345" y="320"/>
                  </a:cubicBezTo>
                  <a:cubicBezTo>
                    <a:pt x="345" y="320"/>
                    <a:pt x="345" y="319"/>
                    <a:pt x="345" y="319"/>
                  </a:cubicBezTo>
                  <a:cubicBezTo>
                    <a:pt x="345" y="319"/>
                    <a:pt x="345" y="319"/>
                    <a:pt x="346" y="319"/>
                  </a:cubicBezTo>
                  <a:cubicBezTo>
                    <a:pt x="346" y="319"/>
                    <a:pt x="347" y="319"/>
                    <a:pt x="347" y="320"/>
                  </a:cubicBezTo>
                  <a:cubicBezTo>
                    <a:pt x="347" y="320"/>
                    <a:pt x="347" y="320"/>
                    <a:pt x="347" y="320"/>
                  </a:cubicBezTo>
                  <a:cubicBezTo>
                    <a:pt x="348" y="320"/>
                    <a:pt x="348" y="320"/>
                    <a:pt x="348" y="320"/>
                  </a:cubicBezTo>
                  <a:cubicBezTo>
                    <a:pt x="348" y="320"/>
                    <a:pt x="348" y="320"/>
                    <a:pt x="348" y="320"/>
                  </a:cubicBezTo>
                  <a:cubicBezTo>
                    <a:pt x="348" y="320"/>
                    <a:pt x="348" y="321"/>
                    <a:pt x="348" y="321"/>
                  </a:cubicBezTo>
                  <a:cubicBezTo>
                    <a:pt x="347" y="321"/>
                    <a:pt x="347" y="321"/>
                    <a:pt x="346" y="321"/>
                  </a:cubicBezTo>
                  <a:cubicBezTo>
                    <a:pt x="346" y="321"/>
                    <a:pt x="345" y="321"/>
                    <a:pt x="345" y="321"/>
                  </a:cubicBezTo>
                  <a:cubicBezTo>
                    <a:pt x="344" y="321"/>
                    <a:pt x="344" y="321"/>
                    <a:pt x="344" y="322"/>
                  </a:cubicBezTo>
                  <a:cubicBezTo>
                    <a:pt x="343" y="322"/>
                    <a:pt x="343" y="322"/>
                    <a:pt x="343" y="322"/>
                  </a:cubicBezTo>
                  <a:cubicBezTo>
                    <a:pt x="342" y="323"/>
                    <a:pt x="342" y="323"/>
                    <a:pt x="342" y="323"/>
                  </a:cubicBezTo>
                  <a:cubicBezTo>
                    <a:pt x="342" y="323"/>
                    <a:pt x="341" y="323"/>
                    <a:pt x="341" y="323"/>
                  </a:cubicBezTo>
                  <a:cubicBezTo>
                    <a:pt x="341" y="323"/>
                    <a:pt x="341" y="323"/>
                    <a:pt x="341" y="323"/>
                  </a:cubicBezTo>
                  <a:cubicBezTo>
                    <a:pt x="341" y="324"/>
                    <a:pt x="341" y="324"/>
                    <a:pt x="341" y="325"/>
                  </a:cubicBezTo>
                  <a:cubicBezTo>
                    <a:pt x="341" y="325"/>
                    <a:pt x="341" y="325"/>
                    <a:pt x="342" y="325"/>
                  </a:cubicBezTo>
                  <a:cubicBezTo>
                    <a:pt x="342" y="325"/>
                    <a:pt x="342" y="325"/>
                    <a:pt x="342" y="325"/>
                  </a:cubicBezTo>
                  <a:cubicBezTo>
                    <a:pt x="342" y="325"/>
                    <a:pt x="342" y="325"/>
                    <a:pt x="342" y="325"/>
                  </a:cubicBezTo>
                  <a:cubicBezTo>
                    <a:pt x="343" y="325"/>
                    <a:pt x="343" y="325"/>
                    <a:pt x="343" y="325"/>
                  </a:cubicBezTo>
                  <a:cubicBezTo>
                    <a:pt x="343" y="326"/>
                    <a:pt x="343" y="326"/>
                    <a:pt x="343" y="326"/>
                  </a:cubicBezTo>
                  <a:cubicBezTo>
                    <a:pt x="342" y="326"/>
                    <a:pt x="342" y="326"/>
                    <a:pt x="342" y="326"/>
                  </a:cubicBezTo>
                  <a:cubicBezTo>
                    <a:pt x="342" y="326"/>
                    <a:pt x="341" y="326"/>
                    <a:pt x="341" y="326"/>
                  </a:cubicBezTo>
                  <a:cubicBezTo>
                    <a:pt x="341" y="326"/>
                    <a:pt x="341" y="326"/>
                    <a:pt x="341" y="327"/>
                  </a:cubicBezTo>
                  <a:cubicBezTo>
                    <a:pt x="341" y="327"/>
                    <a:pt x="341" y="327"/>
                    <a:pt x="341" y="327"/>
                  </a:cubicBezTo>
                  <a:cubicBezTo>
                    <a:pt x="341" y="328"/>
                    <a:pt x="341" y="328"/>
                    <a:pt x="342" y="328"/>
                  </a:cubicBezTo>
                  <a:cubicBezTo>
                    <a:pt x="342" y="328"/>
                    <a:pt x="342" y="328"/>
                    <a:pt x="342" y="328"/>
                  </a:cubicBezTo>
                  <a:cubicBezTo>
                    <a:pt x="343" y="328"/>
                    <a:pt x="343" y="328"/>
                    <a:pt x="343" y="328"/>
                  </a:cubicBezTo>
                  <a:cubicBezTo>
                    <a:pt x="343" y="329"/>
                    <a:pt x="343" y="329"/>
                    <a:pt x="342" y="329"/>
                  </a:cubicBezTo>
                  <a:cubicBezTo>
                    <a:pt x="342" y="329"/>
                    <a:pt x="342" y="329"/>
                    <a:pt x="341" y="329"/>
                  </a:cubicBezTo>
                  <a:cubicBezTo>
                    <a:pt x="341" y="330"/>
                    <a:pt x="340" y="330"/>
                    <a:pt x="340" y="330"/>
                  </a:cubicBezTo>
                  <a:cubicBezTo>
                    <a:pt x="339" y="330"/>
                    <a:pt x="339" y="330"/>
                    <a:pt x="339" y="330"/>
                  </a:cubicBezTo>
                  <a:cubicBezTo>
                    <a:pt x="339" y="330"/>
                    <a:pt x="339" y="331"/>
                    <a:pt x="339" y="331"/>
                  </a:cubicBezTo>
                  <a:cubicBezTo>
                    <a:pt x="339" y="331"/>
                    <a:pt x="339" y="332"/>
                    <a:pt x="340" y="332"/>
                  </a:cubicBezTo>
                  <a:cubicBezTo>
                    <a:pt x="340" y="332"/>
                    <a:pt x="340" y="332"/>
                    <a:pt x="341" y="332"/>
                  </a:cubicBezTo>
                  <a:cubicBezTo>
                    <a:pt x="341" y="332"/>
                    <a:pt x="341" y="332"/>
                    <a:pt x="341" y="332"/>
                  </a:cubicBezTo>
                  <a:cubicBezTo>
                    <a:pt x="341" y="332"/>
                    <a:pt x="341" y="333"/>
                    <a:pt x="341" y="333"/>
                  </a:cubicBezTo>
                  <a:cubicBezTo>
                    <a:pt x="341" y="333"/>
                    <a:pt x="340" y="333"/>
                    <a:pt x="340" y="333"/>
                  </a:cubicBezTo>
                  <a:cubicBezTo>
                    <a:pt x="340" y="334"/>
                    <a:pt x="340" y="334"/>
                    <a:pt x="339" y="335"/>
                  </a:cubicBezTo>
                  <a:cubicBezTo>
                    <a:pt x="339" y="335"/>
                    <a:pt x="339" y="335"/>
                    <a:pt x="339" y="335"/>
                  </a:cubicBezTo>
                  <a:cubicBezTo>
                    <a:pt x="339" y="335"/>
                    <a:pt x="338" y="335"/>
                    <a:pt x="338" y="335"/>
                  </a:cubicBezTo>
                  <a:cubicBezTo>
                    <a:pt x="338" y="335"/>
                    <a:pt x="338" y="335"/>
                    <a:pt x="338" y="335"/>
                  </a:cubicBezTo>
                  <a:cubicBezTo>
                    <a:pt x="337" y="336"/>
                    <a:pt x="337" y="336"/>
                    <a:pt x="337" y="336"/>
                  </a:cubicBezTo>
                  <a:cubicBezTo>
                    <a:pt x="336" y="336"/>
                    <a:pt x="336" y="336"/>
                    <a:pt x="336" y="336"/>
                  </a:cubicBezTo>
                  <a:cubicBezTo>
                    <a:pt x="336" y="336"/>
                    <a:pt x="336" y="336"/>
                    <a:pt x="336" y="336"/>
                  </a:cubicBezTo>
                  <a:cubicBezTo>
                    <a:pt x="336" y="337"/>
                    <a:pt x="337" y="337"/>
                    <a:pt x="337" y="337"/>
                  </a:cubicBezTo>
                  <a:cubicBezTo>
                    <a:pt x="337" y="337"/>
                    <a:pt x="337" y="337"/>
                    <a:pt x="338" y="337"/>
                  </a:cubicBezTo>
                  <a:cubicBezTo>
                    <a:pt x="338" y="337"/>
                    <a:pt x="338" y="337"/>
                    <a:pt x="338" y="337"/>
                  </a:cubicBezTo>
                  <a:cubicBezTo>
                    <a:pt x="339" y="337"/>
                    <a:pt x="339" y="337"/>
                    <a:pt x="340" y="336"/>
                  </a:cubicBezTo>
                  <a:cubicBezTo>
                    <a:pt x="340" y="336"/>
                    <a:pt x="340" y="336"/>
                    <a:pt x="340" y="336"/>
                  </a:cubicBezTo>
                  <a:cubicBezTo>
                    <a:pt x="341" y="336"/>
                    <a:pt x="341" y="336"/>
                    <a:pt x="341" y="335"/>
                  </a:cubicBezTo>
                  <a:cubicBezTo>
                    <a:pt x="341" y="335"/>
                    <a:pt x="341" y="335"/>
                    <a:pt x="342" y="335"/>
                  </a:cubicBezTo>
                  <a:cubicBezTo>
                    <a:pt x="342" y="335"/>
                    <a:pt x="342" y="335"/>
                    <a:pt x="342" y="335"/>
                  </a:cubicBezTo>
                  <a:cubicBezTo>
                    <a:pt x="343" y="334"/>
                    <a:pt x="343" y="335"/>
                    <a:pt x="343" y="335"/>
                  </a:cubicBezTo>
                  <a:cubicBezTo>
                    <a:pt x="343" y="335"/>
                    <a:pt x="343" y="335"/>
                    <a:pt x="343" y="335"/>
                  </a:cubicBezTo>
                  <a:cubicBezTo>
                    <a:pt x="343" y="336"/>
                    <a:pt x="343" y="336"/>
                    <a:pt x="343" y="336"/>
                  </a:cubicBezTo>
                  <a:cubicBezTo>
                    <a:pt x="343" y="336"/>
                    <a:pt x="343" y="336"/>
                    <a:pt x="343" y="336"/>
                  </a:cubicBezTo>
                  <a:cubicBezTo>
                    <a:pt x="344" y="336"/>
                    <a:pt x="344" y="336"/>
                    <a:pt x="344" y="336"/>
                  </a:cubicBezTo>
                  <a:cubicBezTo>
                    <a:pt x="344" y="336"/>
                    <a:pt x="344" y="336"/>
                    <a:pt x="345" y="336"/>
                  </a:cubicBezTo>
                  <a:cubicBezTo>
                    <a:pt x="345" y="336"/>
                    <a:pt x="345" y="336"/>
                    <a:pt x="346" y="336"/>
                  </a:cubicBezTo>
                  <a:cubicBezTo>
                    <a:pt x="346" y="336"/>
                    <a:pt x="347" y="336"/>
                    <a:pt x="347" y="336"/>
                  </a:cubicBezTo>
                  <a:cubicBezTo>
                    <a:pt x="347" y="336"/>
                    <a:pt x="347" y="336"/>
                    <a:pt x="348" y="336"/>
                  </a:cubicBezTo>
                  <a:cubicBezTo>
                    <a:pt x="348" y="336"/>
                    <a:pt x="348" y="336"/>
                    <a:pt x="348" y="336"/>
                  </a:cubicBezTo>
                  <a:cubicBezTo>
                    <a:pt x="349" y="336"/>
                    <a:pt x="349" y="336"/>
                    <a:pt x="350" y="336"/>
                  </a:cubicBezTo>
                  <a:cubicBezTo>
                    <a:pt x="350" y="336"/>
                    <a:pt x="351" y="335"/>
                    <a:pt x="351" y="335"/>
                  </a:cubicBezTo>
                  <a:cubicBezTo>
                    <a:pt x="351" y="334"/>
                    <a:pt x="351" y="334"/>
                    <a:pt x="351" y="334"/>
                  </a:cubicBezTo>
                  <a:cubicBezTo>
                    <a:pt x="351" y="334"/>
                    <a:pt x="351" y="334"/>
                    <a:pt x="351" y="333"/>
                  </a:cubicBezTo>
                  <a:cubicBezTo>
                    <a:pt x="351" y="333"/>
                    <a:pt x="351" y="333"/>
                    <a:pt x="351" y="333"/>
                  </a:cubicBezTo>
                  <a:cubicBezTo>
                    <a:pt x="351" y="333"/>
                    <a:pt x="351" y="332"/>
                    <a:pt x="351" y="332"/>
                  </a:cubicBezTo>
                  <a:cubicBezTo>
                    <a:pt x="351" y="332"/>
                    <a:pt x="351" y="332"/>
                    <a:pt x="352" y="331"/>
                  </a:cubicBezTo>
                  <a:cubicBezTo>
                    <a:pt x="352" y="331"/>
                    <a:pt x="352" y="331"/>
                    <a:pt x="352" y="331"/>
                  </a:cubicBezTo>
                  <a:cubicBezTo>
                    <a:pt x="352" y="331"/>
                    <a:pt x="351" y="330"/>
                    <a:pt x="351" y="330"/>
                  </a:cubicBezTo>
                  <a:cubicBezTo>
                    <a:pt x="351" y="330"/>
                    <a:pt x="351" y="330"/>
                    <a:pt x="350" y="330"/>
                  </a:cubicBezTo>
                  <a:cubicBezTo>
                    <a:pt x="350" y="330"/>
                    <a:pt x="350" y="330"/>
                    <a:pt x="349" y="330"/>
                  </a:cubicBezTo>
                  <a:cubicBezTo>
                    <a:pt x="349" y="330"/>
                    <a:pt x="348" y="331"/>
                    <a:pt x="347" y="331"/>
                  </a:cubicBezTo>
                  <a:cubicBezTo>
                    <a:pt x="347" y="331"/>
                    <a:pt x="346" y="331"/>
                    <a:pt x="346" y="331"/>
                  </a:cubicBezTo>
                  <a:cubicBezTo>
                    <a:pt x="345" y="331"/>
                    <a:pt x="345" y="331"/>
                    <a:pt x="344" y="331"/>
                  </a:cubicBezTo>
                  <a:cubicBezTo>
                    <a:pt x="344" y="332"/>
                    <a:pt x="344" y="332"/>
                    <a:pt x="344" y="331"/>
                  </a:cubicBezTo>
                  <a:cubicBezTo>
                    <a:pt x="344" y="331"/>
                    <a:pt x="344" y="331"/>
                    <a:pt x="344" y="331"/>
                  </a:cubicBezTo>
                  <a:cubicBezTo>
                    <a:pt x="344" y="331"/>
                    <a:pt x="344" y="331"/>
                    <a:pt x="344" y="331"/>
                  </a:cubicBezTo>
                  <a:cubicBezTo>
                    <a:pt x="344" y="330"/>
                    <a:pt x="344" y="330"/>
                    <a:pt x="344" y="330"/>
                  </a:cubicBezTo>
                  <a:cubicBezTo>
                    <a:pt x="345" y="330"/>
                    <a:pt x="345" y="330"/>
                    <a:pt x="345" y="330"/>
                  </a:cubicBezTo>
                  <a:cubicBezTo>
                    <a:pt x="346" y="330"/>
                    <a:pt x="346" y="330"/>
                    <a:pt x="347" y="330"/>
                  </a:cubicBezTo>
                  <a:cubicBezTo>
                    <a:pt x="347" y="330"/>
                    <a:pt x="348" y="330"/>
                    <a:pt x="348" y="330"/>
                  </a:cubicBezTo>
                  <a:cubicBezTo>
                    <a:pt x="348" y="329"/>
                    <a:pt x="349" y="329"/>
                    <a:pt x="349" y="329"/>
                  </a:cubicBezTo>
                  <a:cubicBezTo>
                    <a:pt x="349" y="329"/>
                    <a:pt x="349" y="329"/>
                    <a:pt x="349" y="328"/>
                  </a:cubicBezTo>
                  <a:cubicBezTo>
                    <a:pt x="350" y="328"/>
                    <a:pt x="350" y="328"/>
                    <a:pt x="350" y="328"/>
                  </a:cubicBezTo>
                  <a:cubicBezTo>
                    <a:pt x="350" y="328"/>
                    <a:pt x="350" y="328"/>
                    <a:pt x="350" y="328"/>
                  </a:cubicBezTo>
                  <a:cubicBezTo>
                    <a:pt x="350" y="327"/>
                    <a:pt x="350" y="327"/>
                    <a:pt x="351" y="327"/>
                  </a:cubicBezTo>
                  <a:cubicBezTo>
                    <a:pt x="351" y="327"/>
                    <a:pt x="351" y="327"/>
                    <a:pt x="351" y="327"/>
                  </a:cubicBezTo>
                  <a:cubicBezTo>
                    <a:pt x="351" y="328"/>
                    <a:pt x="352" y="328"/>
                    <a:pt x="352" y="328"/>
                  </a:cubicBezTo>
                  <a:cubicBezTo>
                    <a:pt x="352" y="328"/>
                    <a:pt x="352" y="328"/>
                    <a:pt x="353" y="328"/>
                  </a:cubicBezTo>
                  <a:cubicBezTo>
                    <a:pt x="353" y="328"/>
                    <a:pt x="353" y="328"/>
                    <a:pt x="353" y="328"/>
                  </a:cubicBezTo>
                  <a:cubicBezTo>
                    <a:pt x="353" y="328"/>
                    <a:pt x="354" y="327"/>
                    <a:pt x="354" y="327"/>
                  </a:cubicBezTo>
                  <a:cubicBezTo>
                    <a:pt x="354" y="327"/>
                    <a:pt x="354" y="327"/>
                    <a:pt x="354" y="327"/>
                  </a:cubicBezTo>
                  <a:close/>
                  <a:moveTo>
                    <a:pt x="357" y="318"/>
                  </a:moveTo>
                  <a:cubicBezTo>
                    <a:pt x="357" y="317"/>
                    <a:pt x="357" y="315"/>
                    <a:pt x="356" y="314"/>
                  </a:cubicBezTo>
                  <a:cubicBezTo>
                    <a:pt x="356" y="314"/>
                    <a:pt x="356" y="313"/>
                    <a:pt x="356" y="313"/>
                  </a:cubicBezTo>
                  <a:cubicBezTo>
                    <a:pt x="356" y="313"/>
                    <a:pt x="356" y="313"/>
                    <a:pt x="355" y="313"/>
                  </a:cubicBezTo>
                  <a:cubicBezTo>
                    <a:pt x="355" y="313"/>
                    <a:pt x="355" y="313"/>
                    <a:pt x="355" y="313"/>
                  </a:cubicBezTo>
                  <a:cubicBezTo>
                    <a:pt x="355" y="313"/>
                    <a:pt x="355" y="314"/>
                    <a:pt x="355" y="314"/>
                  </a:cubicBezTo>
                  <a:cubicBezTo>
                    <a:pt x="355" y="314"/>
                    <a:pt x="355" y="315"/>
                    <a:pt x="355" y="316"/>
                  </a:cubicBezTo>
                  <a:cubicBezTo>
                    <a:pt x="355" y="316"/>
                    <a:pt x="355" y="316"/>
                    <a:pt x="355" y="316"/>
                  </a:cubicBezTo>
                  <a:cubicBezTo>
                    <a:pt x="355" y="317"/>
                    <a:pt x="355" y="317"/>
                    <a:pt x="355" y="318"/>
                  </a:cubicBezTo>
                  <a:cubicBezTo>
                    <a:pt x="355" y="318"/>
                    <a:pt x="355" y="319"/>
                    <a:pt x="355" y="320"/>
                  </a:cubicBezTo>
                  <a:cubicBezTo>
                    <a:pt x="355" y="320"/>
                    <a:pt x="355" y="320"/>
                    <a:pt x="355" y="320"/>
                  </a:cubicBezTo>
                  <a:cubicBezTo>
                    <a:pt x="355" y="321"/>
                    <a:pt x="354" y="321"/>
                    <a:pt x="355" y="322"/>
                  </a:cubicBezTo>
                  <a:cubicBezTo>
                    <a:pt x="355" y="322"/>
                    <a:pt x="355" y="323"/>
                    <a:pt x="355" y="323"/>
                  </a:cubicBezTo>
                  <a:cubicBezTo>
                    <a:pt x="355" y="324"/>
                    <a:pt x="355" y="325"/>
                    <a:pt x="355" y="325"/>
                  </a:cubicBezTo>
                  <a:cubicBezTo>
                    <a:pt x="355" y="325"/>
                    <a:pt x="355" y="326"/>
                    <a:pt x="355" y="326"/>
                  </a:cubicBezTo>
                  <a:cubicBezTo>
                    <a:pt x="355" y="327"/>
                    <a:pt x="355" y="328"/>
                    <a:pt x="355" y="328"/>
                  </a:cubicBezTo>
                  <a:cubicBezTo>
                    <a:pt x="355" y="329"/>
                    <a:pt x="355" y="329"/>
                    <a:pt x="355" y="329"/>
                  </a:cubicBezTo>
                  <a:cubicBezTo>
                    <a:pt x="355" y="329"/>
                    <a:pt x="355" y="329"/>
                    <a:pt x="355" y="330"/>
                  </a:cubicBezTo>
                  <a:cubicBezTo>
                    <a:pt x="355" y="330"/>
                    <a:pt x="355" y="330"/>
                    <a:pt x="355" y="331"/>
                  </a:cubicBezTo>
                  <a:cubicBezTo>
                    <a:pt x="355" y="331"/>
                    <a:pt x="355" y="332"/>
                    <a:pt x="355" y="332"/>
                  </a:cubicBezTo>
                  <a:cubicBezTo>
                    <a:pt x="355" y="332"/>
                    <a:pt x="355" y="332"/>
                    <a:pt x="355" y="332"/>
                  </a:cubicBezTo>
                  <a:cubicBezTo>
                    <a:pt x="355" y="333"/>
                    <a:pt x="355" y="333"/>
                    <a:pt x="355" y="333"/>
                  </a:cubicBezTo>
                  <a:cubicBezTo>
                    <a:pt x="355" y="334"/>
                    <a:pt x="355" y="334"/>
                    <a:pt x="355" y="335"/>
                  </a:cubicBezTo>
                  <a:cubicBezTo>
                    <a:pt x="355" y="335"/>
                    <a:pt x="355" y="335"/>
                    <a:pt x="355" y="335"/>
                  </a:cubicBezTo>
                  <a:cubicBezTo>
                    <a:pt x="355" y="335"/>
                    <a:pt x="356" y="335"/>
                    <a:pt x="356" y="335"/>
                  </a:cubicBezTo>
                  <a:cubicBezTo>
                    <a:pt x="356" y="334"/>
                    <a:pt x="356" y="334"/>
                    <a:pt x="356" y="334"/>
                  </a:cubicBezTo>
                  <a:cubicBezTo>
                    <a:pt x="356" y="333"/>
                    <a:pt x="356" y="332"/>
                    <a:pt x="356" y="332"/>
                  </a:cubicBezTo>
                  <a:cubicBezTo>
                    <a:pt x="356" y="332"/>
                    <a:pt x="356" y="332"/>
                    <a:pt x="356" y="332"/>
                  </a:cubicBezTo>
                  <a:cubicBezTo>
                    <a:pt x="356" y="331"/>
                    <a:pt x="356" y="330"/>
                    <a:pt x="356" y="330"/>
                  </a:cubicBezTo>
                  <a:cubicBezTo>
                    <a:pt x="356" y="330"/>
                    <a:pt x="356" y="329"/>
                    <a:pt x="356" y="329"/>
                  </a:cubicBezTo>
                  <a:cubicBezTo>
                    <a:pt x="356" y="329"/>
                    <a:pt x="356" y="329"/>
                    <a:pt x="356" y="328"/>
                  </a:cubicBezTo>
                  <a:cubicBezTo>
                    <a:pt x="356" y="328"/>
                    <a:pt x="356" y="328"/>
                    <a:pt x="356" y="327"/>
                  </a:cubicBezTo>
                  <a:cubicBezTo>
                    <a:pt x="356" y="327"/>
                    <a:pt x="356" y="326"/>
                    <a:pt x="356" y="326"/>
                  </a:cubicBezTo>
                  <a:cubicBezTo>
                    <a:pt x="356" y="326"/>
                    <a:pt x="356" y="326"/>
                    <a:pt x="356" y="326"/>
                  </a:cubicBezTo>
                  <a:cubicBezTo>
                    <a:pt x="356" y="325"/>
                    <a:pt x="356" y="325"/>
                    <a:pt x="356" y="325"/>
                  </a:cubicBezTo>
                  <a:cubicBezTo>
                    <a:pt x="356" y="324"/>
                    <a:pt x="356" y="324"/>
                    <a:pt x="357" y="324"/>
                  </a:cubicBezTo>
                  <a:cubicBezTo>
                    <a:pt x="357" y="323"/>
                    <a:pt x="357" y="323"/>
                    <a:pt x="356" y="323"/>
                  </a:cubicBezTo>
                  <a:cubicBezTo>
                    <a:pt x="356" y="322"/>
                    <a:pt x="356" y="322"/>
                    <a:pt x="356" y="321"/>
                  </a:cubicBezTo>
                  <a:cubicBezTo>
                    <a:pt x="356" y="321"/>
                    <a:pt x="356" y="320"/>
                    <a:pt x="357" y="320"/>
                  </a:cubicBezTo>
                  <a:cubicBezTo>
                    <a:pt x="357" y="320"/>
                    <a:pt x="357" y="320"/>
                    <a:pt x="357" y="320"/>
                  </a:cubicBezTo>
                  <a:cubicBezTo>
                    <a:pt x="357" y="319"/>
                    <a:pt x="357" y="319"/>
                    <a:pt x="357" y="319"/>
                  </a:cubicBezTo>
                  <a:cubicBezTo>
                    <a:pt x="357" y="319"/>
                    <a:pt x="357" y="318"/>
                    <a:pt x="357" y="318"/>
                  </a:cubicBezTo>
                  <a:close/>
                  <a:moveTo>
                    <a:pt x="380" y="332"/>
                  </a:moveTo>
                  <a:cubicBezTo>
                    <a:pt x="380" y="332"/>
                    <a:pt x="380" y="332"/>
                    <a:pt x="380" y="332"/>
                  </a:cubicBezTo>
                  <a:cubicBezTo>
                    <a:pt x="379" y="332"/>
                    <a:pt x="379" y="331"/>
                    <a:pt x="379" y="331"/>
                  </a:cubicBezTo>
                  <a:cubicBezTo>
                    <a:pt x="379" y="330"/>
                    <a:pt x="378" y="330"/>
                    <a:pt x="378" y="330"/>
                  </a:cubicBezTo>
                  <a:cubicBezTo>
                    <a:pt x="378" y="330"/>
                    <a:pt x="377" y="331"/>
                    <a:pt x="378" y="331"/>
                  </a:cubicBezTo>
                  <a:cubicBezTo>
                    <a:pt x="378" y="331"/>
                    <a:pt x="378" y="332"/>
                    <a:pt x="378" y="332"/>
                  </a:cubicBezTo>
                  <a:cubicBezTo>
                    <a:pt x="378" y="333"/>
                    <a:pt x="379" y="333"/>
                    <a:pt x="379" y="333"/>
                  </a:cubicBezTo>
                  <a:cubicBezTo>
                    <a:pt x="379" y="333"/>
                    <a:pt x="379" y="333"/>
                    <a:pt x="379" y="333"/>
                  </a:cubicBezTo>
                  <a:cubicBezTo>
                    <a:pt x="379" y="333"/>
                    <a:pt x="379" y="333"/>
                    <a:pt x="380" y="333"/>
                  </a:cubicBezTo>
                  <a:cubicBezTo>
                    <a:pt x="380" y="333"/>
                    <a:pt x="380" y="333"/>
                    <a:pt x="380" y="332"/>
                  </a:cubicBezTo>
                  <a:close/>
                  <a:moveTo>
                    <a:pt x="388" y="321"/>
                  </a:moveTo>
                  <a:cubicBezTo>
                    <a:pt x="388" y="321"/>
                    <a:pt x="388" y="321"/>
                    <a:pt x="387" y="321"/>
                  </a:cubicBezTo>
                  <a:cubicBezTo>
                    <a:pt x="387" y="321"/>
                    <a:pt x="387" y="321"/>
                    <a:pt x="386" y="321"/>
                  </a:cubicBezTo>
                  <a:cubicBezTo>
                    <a:pt x="386" y="321"/>
                    <a:pt x="386" y="321"/>
                    <a:pt x="386" y="321"/>
                  </a:cubicBezTo>
                  <a:cubicBezTo>
                    <a:pt x="386" y="320"/>
                    <a:pt x="386" y="320"/>
                    <a:pt x="386" y="320"/>
                  </a:cubicBezTo>
                  <a:cubicBezTo>
                    <a:pt x="385" y="320"/>
                    <a:pt x="385" y="320"/>
                    <a:pt x="385" y="320"/>
                  </a:cubicBezTo>
                  <a:cubicBezTo>
                    <a:pt x="385" y="320"/>
                    <a:pt x="385" y="320"/>
                    <a:pt x="385" y="320"/>
                  </a:cubicBezTo>
                  <a:cubicBezTo>
                    <a:pt x="384" y="320"/>
                    <a:pt x="384" y="320"/>
                    <a:pt x="384" y="321"/>
                  </a:cubicBezTo>
                  <a:cubicBezTo>
                    <a:pt x="384" y="321"/>
                    <a:pt x="383" y="322"/>
                    <a:pt x="383" y="322"/>
                  </a:cubicBezTo>
                  <a:cubicBezTo>
                    <a:pt x="383" y="322"/>
                    <a:pt x="383" y="322"/>
                    <a:pt x="383" y="322"/>
                  </a:cubicBezTo>
                  <a:cubicBezTo>
                    <a:pt x="382" y="322"/>
                    <a:pt x="382" y="322"/>
                    <a:pt x="382" y="321"/>
                  </a:cubicBezTo>
                  <a:cubicBezTo>
                    <a:pt x="382" y="321"/>
                    <a:pt x="382" y="321"/>
                    <a:pt x="382" y="321"/>
                  </a:cubicBezTo>
                  <a:cubicBezTo>
                    <a:pt x="381" y="321"/>
                    <a:pt x="381" y="321"/>
                    <a:pt x="381" y="322"/>
                  </a:cubicBezTo>
                  <a:cubicBezTo>
                    <a:pt x="381" y="322"/>
                    <a:pt x="381" y="323"/>
                    <a:pt x="381" y="323"/>
                  </a:cubicBezTo>
                  <a:cubicBezTo>
                    <a:pt x="381" y="324"/>
                    <a:pt x="381" y="324"/>
                    <a:pt x="381" y="324"/>
                  </a:cubicBezTo>
                  <a:cubicBezTo>
                    <a:pt x="381" y="324"/>
                    <a:pt x="381" y="324"/>
                    <a:pt x="381" y="324"/>
                  </a:cubicBezTo>
                  <a:cubicBezTo>
                    <a:pt x="380" y="325"/>
                    <a:pt x="380" y="325"/>
                    <a:pt x="380" y="325"/>
                  </a:cubicBezTo>
                  <a:cubicBezTo>
                    <a:pt x="380" y="325"/>
                    <a:pt x="380" y="324"/>
                    <a:pt x="380" y="324"/>
                  </a:cubicBezTo>
                  <a:cubicBezTo>
                    <a:pt x="380" y="324"/>
                    <a:pt x="379" y="324"/>
                    <a:pt x="379" y="323"/>
                  </a:cubicBezTo>
                  <a:cubicBezTo>
                    <a:pt x="379" y="323"/>
                    <a:pt x="379" y="323"/>
                    <a:pt x="379" y="323"/>
                  </a:cubicBezTo>
                  <a:cubicBezTo>
                    <a:pt x="379" y="323"/>
                    <a:pt x="379" y="323"/>
                    <a:pt x="379" y="323"/>
                  </a:cubicBezTo>
                  <a:cubicBezTo>
                    <a:pt x="379" y="323"/>
                    <a:pt x="380" y="322"/>
                    <a:pt x="380" y="322"/>
                  </a:cubicBezTo>
                  <a:cubicBezTo>
                    <a:pt x="380" y="321"/>
                    <a:pt x="380" y="321"/>
                    <a:pt x="380" y="320"/>
                  </a:cubicBezTo>
                  <a:cubicBezTo>
                    <a:pt x="380" y="320"/>
                    <a:pt x="380" y="320"/>
                    <a:pt x="379" y="320"/>
                  </a:cubicBezTo>
                  <a:cubicBezTo>
                    <a:pt x="379" y="319"/>
                    <a:pt x="379" y="319"/>
                    <a:pt x="379" y="319"/>
                  </a:cubicBezTo>
                  <a:cubicBezTo>
                    <a:pt x="379" y="319"/>
                    <a:pt x="378" y="319"/>
                    <a:pt x="378" y="319"/>
                  </a:cubicBezTo>
                  <a:cubicBezTo>
                    <a:pt x="378" y="320"/>
                    <a:pt x="378" y="319"/>
                    <a:pt x="377" y="319"/>
                  </a:cubicBezTo>
                  <a:cubicBezTo>
                    <a:pt x="377" y="319"/>
                    <a:pt x="377" y="319"/>
                    <a:pt x="377" y="319"/>
                  </a:cubicBezTo>
                  <a:cubicBezTo>
                    <a:pt x="378" y="319"/>
                    <a:pt x="378" y="319"/>
                    <a:pt x="378" y="319"/>
                  </a:cubicBezTo>
                  <a:cubicBezTo>
                    <a:pt x="379" y="319"/>
                    <a:pt x="379" y="318"/>
                    <a:pt x="379" y="318"/>
                  </a:cubicBezTo>
                  <a:cubicBezTo>
                    <a:pt x="379" y="318"/>
                    <a:pt x="380" y="318"/>
                    <a:pt x="380" y="318"/>
                  </a:cubicBezTo>
                  <a:cubicBezTo>
                    <a:pt x="380" y="318"/>
                    <a:pt x="380" y="318"/>
                    <a:pt x="381" y="318"/>
                  </a:cubicBezTo>
                  <a:cubicBezTo>
                    <a:pt x="381" y="317"/>
                    <a:pt x="381" y="317"/>
                    <a:pt x="381" y="316"/>
                  </a:cubicBezTo>
                  <a:cubicBezTo>
                    <a:pt x="381" y="316"/>
                    <a:pt x="381" y="315"/>
                    <a:pt x="380" y="315"/>
                  </a:cubicBezTo>
                  <a:cubicBezTo>
                    <a:pt x="380" y="315"/>
                    <a:pt x="380" y="315"/>
                    <a:pt x="380" y="315"/>
                  </a:cubicBezTo>
                  <a:cubicBezTo>
                    <a:pt x="380" y="315"/>
                    <a:pt x="379" y="315"/>
                    <a:pt x="380" y="315"/>
                  </a:cubicBezTo>
                  <a:cubicBezTo>
                    <a:pt x="380" y="315"/>
                    <a:pt x="380" y="315"/>
                    <a:pt x="380" y="315"/>
                  </a:cubicBezTo>
                  <a:cubicBezTo>
                    <a:pt x="380" y="315"/>
                    <a:pt x="380" y="315"/>
                    <a:pt x="380" y="315"/>
                  </a:cubicBezTo>
                  <a:cubicBezTo>
                    <a:pt x="380" y="315"/>
                    <a:pt x="380" y="316"/>
                    <a:pt x="379" y="316"/>
                  </a:cubicBezTo>
                  <a:cubicBezTo>
                    <a:pt x="379" y="316"/>
                    <a:pt x="379" y="316"/>
                    <a:pt x="378" y="316"/>
                  </a:cubicBezTo>
                  <a:cubicBezTo>
                    <a:pt x="377" y="317"/>
                    <a:pt x="377" y="317"/>
                    <a:pt x="376" y="317"/>
                  </a:cubicBezTo>
                  <a:cubicBezTo>
                    <a:pt x="376" y="317"/>
                    <a:pt x="375" y="317"/>
                    <a:pt x="375" y="318"/>
                  </a:cubicBezTo>
                  <a:cubicBezTo>
                    <a:pt x="375" y="318"/>
                    <a:pt x="375" y="318"/>
                    <a:pt x="375" y="318"/>
                  </a:cubicBezTo>
                  <a:cubicBezTo>
                    <a:pt x="375" y="318"/>
                    <a:pt x="374" y="318"/>
                    <a:pt x="374" y="318"/>
                  </a:cubicBezTo>
                  <a:cubicBezTo>
                    <a:pt x="374" y="318"/>
                    <a:pt x="374" y="318"/>
                    <a:pt x="374" y="318"/>
                  </a:cubicBezTo>
                  <a:cubicBezTo>
                    <a:pt x="374" y="318"/>
                    <a:pt x="373" y="318"/>
                    <a:pt x="373" y="318"/>
                  </a:cubicBezTo>
                  <a:cubicBezTo>
                    <a:pt x="373" y="318"/>
                    <a:pt x="373" y="318"/>
                    <a:pt x="373" y="318"/>
                  </a:cubicBezTo>
                  <a:cubicBezTo>
                    <a:pt x="373" y="318"/>
                    <a:pt x="372" y="318"/>
                    <a:pt x="372" y="317"/>
                  </a:cubicBezTo>
                  <a:cubicBezTo>
                    <a:pt x="371" y="317"/>
                    <a:pt x="371" y="317"/>
                    <a:pt x="370" y="317"/>
                  </a:cubicBezTo>
                  <a:cubicBezTo>
                    <a:pt x="370" y="317"/>
                    <a:pt x="370" y="317"/>
                    <a:pt x="370" y="317"/>
                  </a:cubicBezTo>
                  <a:cubicBezTo>
                    <a:pt x="370" y="317"/>
                    <a:pt x="370" y="317"/>
                    <a:pt x="370" y="317"/>
                  </a:cubicBezTo>
                  <a:cubicBezTo>
                    <a:pt x="370" y="318"/>
                    <a:pt x="370" y="318"/>
                    <a:pt x="370" y="318"/>
                  </a:cubicBezTo>
                  <a:cubicBezTo>
                    <a:pt x="370" y="318"/>
                    <a:pt x="370" y="318"/>
                    <a:pt x="370" y="318"/>
                  </a:cubicBezTo>
                  <a:cubicBezTo>
                    <a:pt x="370" y="319"/>
                    <a:pt x="370" y="319"/>
                    <a:pt x="371" y="319"/>
                  </a:cubicBezTo>
                  <a:cubicBezTo>
                    <a:pt x="371" y="319"/>
                    <a:pt x="371" y="319"/>
                    <a:pt x="371" y="319"/>
                  </a:cubicBezTo>
                  <a:cubicBezTo>
                    <a:pt x="371" y="320"/>
                    <a:pt x="371" y="320"/>
                    <a:pt x="372" y="320"/>
                  </a:cubicBezTo>
                  <a:cubicBezTo>
                    <a:pt x="372" y="320"/>
                    <a:pt x="372" y="320"/>
                    <a:pt x="373" y="320"/>
                  </a:cubicBezTo>
                  <a:cubicBezTo>
                    <a:pt x="373" y="320"/>
                    <a:pt x="373" y="321"/>
                    <a:pt x="373" y="321"/>
                  </a:cubicBezTo>
                  <a:cubicBezTo>
                    <a:pt x="373" y="321"/>
                    <a:pt x="373" y="321"/>
                    <a:pt x="373" y="321"/>
                  </a:cubicBezTo>
                  <a:cubicBezTo>
                    <a:pt x="372" y="322"/>
                    <a:pt x="372" y="322"/>
                    <a:pt x="372" y="322"/>
                  </a:cubicBezTo>
                  <a:cubicBezTo>
                    <a:pt x="372" y="322"/>
                    <a:pt x="372" y="323"/>
                    <a:pt x="372" y="323"/>
                  </a:cubicBezTo>
                  <a:cubicBezTo>
                    <a:pt x="372" y="323"/>
                    <a:pt x="372" y="323"/>
                    <a:pt x="372" y="323"/>
                  </a:cubicBezTo>
                  <a:cubicBezTo>
                    <a:pt x="372" y="323"/>
                    <a:pt x="372" y="323"/>
                    <a:pt x="372" y="323"/>
                  </a:cubicBezTo>
                  <a:cubicBezTo>
                    <a:pt x="372" y="323"/>
                    <a:pt x="372" y="323"/>
                    <a:pt x="372" y="323"/>
                  </a:cubicBezTo>
                  <a:cubicBezTo>
                    <a:pt x="373" y="324"/>
                    <a:pt x="373" y="324"/>
                    <a:pt x="373" y="323"/>
                  </a:cubicBezTo>
                  <a:cubicBezTo>
                    <a:pt x="374" y="323"/>
                    <a:pt x="374" y="323"/>
                    <a:pt x="374" y="323"/>
                  </a:cubicBezTo>
                  <a:cubicBezTo>
                    <a:pt x="374" y="323"/>
                    <a:pt x="375" y="323"/>
                    <a:pt x="375" y="324"/>
                  </a:cubicBezTo>
                  <a:cubicBezTo>
                    <a:pt x="375" y="324"/>
                    <a:pt x="375" y="324"/>
                    <a:pt x="375" y="324"/>
                  </a:cubicBezTo>
                  <a:cubicBezTo>
                    <a:pt x="375" y="324"/>
                    <a:pt x="375" y="324"/>
                    <a:pt x="375" y="324"/>
                  </a:cubicBezTo>
                  <a:cubicBezTo>
                    <a:pt x="375" y="324"/>
                    <a:pt x="374" y="324"/>
                    <a:pt x="374" y="325"/>
                  </a:cubicBezTo>
                  <a:cubicBezTo>
                    <a:pt x="374" y="325"/>
                    <a:pt x="374" y="325"/>
                    <a:pt x="374" y="325"/>
                  </a:cubicBezTo>
                  <a:cubicBezTo>
                    <a:pt x="374" y="325"/>
                    <a:pt x="373" y="326"/>
                    <a:pt x="373" y="326"/>
                  </a:cubicBezTo>
                  <a:cubicBezTo>
                    <a:pt x="372" y="326"/>
                    <a:pt x="372" y="326"/>
                    <a:pt x="372" y="326"/>
                  </a:cubicBezTo>
                  <a:cubicBezTo>
                    <a:pt x="371" y="327"/>
                    <a:pt x="370" y="327"/>
                    <a:pt x="370" y="327"/>
                  </a:cubicBezTo>
                  <a:cubicBezTo>
                    <a:pt x="369" y="327"/>
                    <a:pt x="368" y="327"/>
                    <a:pt x="368" y="327"/>
                  </a:cubicBezTo>
                  <a:cubicBezTo>
                    <a:pt x="368" y="327"/>
                    <a:pt x="368" y="327"/>
                    <a:pt x="368" y="327"/>
                  </a:cubicBezTo>
                  <a:cubicBezTo>
                    <a:pt x="368" y="327"/>
                    <a:pt x="368" y="328"/>
                    <a:pt x="368" y="328"/>
                  </a:cubicBezTo>
                  <a:cubicBezTo>
                    <a:pt x="368" y="328"/>
                    <a:pt x="368" y="328"/>
                    <a:pt x="368" y="328"/>
                  </a:cubicBezTo>
                  <a:cubicBezTo>
                    <a:pt x="368" y="328"/>
                    <a:pt x="369" y="328"/>
                    <a:pt x="369" y="328"/>
                  </a:cubicBezTo>
                  <a:cubicBezTo>
                    <a:pt x="369" y="328"/>
                    <a:pt x="370" y="328"/>
                    <a:pt x="370" y="328"/>
                  </a:cubicBezTo>
                  <a:cubicBezTo>
                    <a:pt x="370" y="328"/>
                    <a:pt x="371" y="328"/>
                    <a:pt x="371" y="328"/>
                  </a:cubicBezTo>
                  <a:cubicBezTo>
                    <a:pt x="372" y="328"/>
                    <a:pt x="372" y="328"/>
                    <a:pt x="373" y="328"/>
                  </a:cubicBezTo>
                  <a:cubicBezTo>
                    <a:pt x="373" y="328"/>
                    <a:pt x="373" y="328"/>
                    <a:pt x="374" y="328"/>
                  </a:cubicBezTo>
                  <a:cubicBezTo>
                    <a:pt x="374" y="328"/>
                    <a:pt x="374" y="328"/>
                    <a:pt x="374" y="329"/>
                  </a:cubicBezTo>
                  <a:cubicBezTo>
                    <a:pt x="374" y="329"/>
                    <a:pt x="373" y="329"/>
                    <a:pt x="373" y="329"/>
                  </a:cubicBezTo>
                  <a:cubicBezTo>
                    <a:pt x="372" y="330"/>
                    <a:pt x="371" y="330"/>
                    <a:pt x="370" y="331"/>
                  </a:cubicBezTo>
                  <a:cubicBezTo>
                    <a:pt x="369" y="331"/>
                    <a:pt x="368" y="331"/>
                    <a:pt x="367" y="331"/>
                  </a:cubicBezTo>
                  <a:cubicBezTo>
                    <a:pt x="367" y="331"/>
                    <a:pt x="367" y="331"/>
                    <a:pt x="367" y="332"/>
                  </a:cubicBezTo>
                  <a:cubicBezTo>
                    <a:pt x="367" y="332"/>
                    <a:pt x="367" y="332"/>
                    <a:pt x="367" y="332"/>
                  </a:cubicBezTo>
                  <a:cubicBezTo>
                    <a:pt x="367" y="333"/>
                    <a:pt x="367" y="333"/>
                    <a:pt x="368" y="333"/>
                  </a:cubicBezTo>
                  <a:cubicBezTo>
                    <a:pt x="368" y="333"/>
                    <a:pt x="368" y="333"/>
                    <a:pt x="368" y="333"/>
                  </a:cubicBezTo>
                  <a:cubicBezTo>
                    <a:pt x="369" y="333"/>
                    <a:pt x="369" y="333"/>
                    <a:pt x="369" y="332"/>
                  </a:cubicBezTo>
                  <a:cubicBezTo>
                    <a:pt x="370" y="332"/>
                    <a:pt x="370" y="332"/>
                    <a:pt x="370" y="332"/>
                  </a:cubicBezTo>
                  <a:cubicBezTo>
                    <a:pt x="371" y="332"/>
                    <a:pt x="371" y="333"/>
                    <a:pt x="371" y="333"/>
                  </a:cubicBezTo>
                  <a:cubicBezTo>
                    <a:pt x="371" y="333"/>
                    <a:pt x="371" y="333"/>
                    <a:pt x="371" y="333"/>
                  </a:cubicBezTo>
                  <a:cubicBezTo>
                    <a:pt x="371" y="334"/>
                    <a:pt x="371" y="334"/>
                    <a:pt x="371" y="334"/>
                  </a:cubicBezTo>
                  <a:cubicBezTo>
                    <a:pt x="371" y="335"/>
                    <a:pt x="371" y="335"/>
                    <a:pt x="371" y="335"/>
                  </a:cubicBezTo>
                  <a:cubicBezTo>
                    <a:pt x="371" y="335"/>
                    <a:pt x="372" y="335"/>
                    <a:pt x="372" y="334"/>
                  </a:cubicBezTo>
                  <a:cubicBezTo>
                    <a:pt x="372" y="334"/>
                    <a:pt x="372" y="334"/>
                    <a:pt x="372" y="334"/>
                  </a:cubicBezTo>
                  <a:cubicBezTo>
                    <a:pt x="372" y="334"/>
                    <a:pt x="372" y="334"/>
                    <a:pt x="372" y="333"/>
                  </a:cubicBezTo>
                  <a:cubicBezTo>
                    <a:pt x="372" y="333"/>
                    <a:pt x="372" y="333"/>
                    <a:pt x="372" y="333"/>
                  </a:cubicBezTo>
                  <a:cubicBezTo>
                    <a:pt x="372" y="333"/>
                    <a:pt x="372" y="332"/>
                    <a:pt x="372" y="332"/>
                  </a:cubicBezTo>
                  <a:cubicBezTo>
                    <a:pt x="372" y="332"/>
                    <a:pt x="372" y="332"/>
                    <a:pt x="372" y="332"/>
                  </a:cubicBezTo>
                  <a:cubicBezTo>
                    <a:pt x="373" y="331"/>
                    <a:pt x="373" y="331"/>
                    <a:pt x="374" y="331"/>
                  </a:cubicBezTo>
                  <a:cubicBezTo>
                    <a:pt x="374" y="331"/>
                    <a:pt x="374" y="332"/>
                    <a:pt x="374" y="332"/>
                  </a:cubicBezTo>
                  <a:cubicBezTo>
                    <a:pt x="374" y="332"/>
                    <a:pt x="374" y="332"/>
                    <a:pt x="374" y="332"/>
                  </a:cubicBezTo>
                  <a:cubicBezTo>
                    <a:pt x="374" y="333"/>
                    <a:pt x="374" y="333"/>
                    <a:pt x="374" y="333"/>
                  </a:cubicBezTo>
                  <a:cubicBezTo>
                    <a:pt x="374" y="334"/>
                    <a:pt x="374" y="334"/>
                    <a:pt x="374" y="334"/>
                  </a:cubicBezTo>
                  <a:cubicBezTo>
                    <a:pt x="373" y="334"/>
                    <a:pt x="373" y="335"/>
                    <a:pt x="374" y="335"/>
                  </a:cubicBezTo>
                  <a:cubicBezTo>
                    <a:pt x="374" y="335"/>
                    <a:pt x="374" y="335"/>
                    <a:pt x="374" y="336"/>
                  </a:cubicBezTo>
                  <a:cubicBezTo>
                    <a:pt x="374" y="336"/>
                    <a:pt x="374" y="336"/>
                    <a:pt x="374" y="336"/>
                  </a:cubicBezTo>
                  <a:cubicBezTo>
                    <a:pt x="375" y="336"/>
                    <a:pt x="375" y="335"/>
                    <a:pt x="375" y="335"/>
                  </a:cubicBezTo>
                  <a:cubicBezTo>
                    <a:pt x="375" y="335"/>
                    <a:pt x="375" y="334"/>
                    <a:pt x="376" y="334"/>
                  </a:cubicBezTo>
                  <a:cubicBezTo>
                    <a:pt x="376" y="333"/>
                    <a:pt x="376" y="333"/>
                    <a:pt x="376" y="332"/>
                  </a:cubicBezTo>
                  <a:cubicBezTo>
                    <a:pt x="376" y="332"/>
                    <a:pt x="376" y="332"/>
                    <a:pt x="376" y="332"/>
                  </a:cubicBezTo>
                  <a:cubicBezTo>
                    <a:pt x="376" y="332"/>
                    <a:pt x="376" y="331"/>
                    <a:pt x="376" y="331"/>
                  </a:cubicBezTo>
                  <a:cubicBezTo>
                    <a:pt x="376" y="331"/>
                    <a:pt x="376" y="330"/>
                    <a:pt x="376" y="330"/>
                  </a:cubicBezTo>
                  <a:cubicBezTo>
                    <a:pt x="377" y="330"/>
                    <a:pt x="377" y="330"/>
                    <a:pt x="377" y="330"/>
                  </a:cubicBezTo>
                  <a:cubicBezTo>
                    <a:pt x="377" y="330"/>
                    <a:pt x="377" y="330"/>
                    <a:pt x="378" y="329"/>
                  </a:cubicBezTo>
                  <a:cubicBezTo>
                    <a:pt x="378" y="329"/>
                    <a:pt x="379" y="329"/>
                    <a:pt x="379" y="329"/>
                  </a:cubicBezTo>
                  <a:cubicBezTo>
                    <a:pt x="380" y="329"/>
                    <a:pt x="380" y="329"/>
                    <a:pt x="380" y="329"/>
                  </a:cubicBezTo>
                  <a:cubicBezTo>
                    <a:pt x="380" y="328"/>
                    <a:pt x="380" y="328"/>
                    <a:pt x="380" y="328"/>
                  </a:cubicBezTo>
                  <a:cubicBezTo>
                    <a:pt x="380" y="328"/>
                    <a:pt x="379" y="328"/>
                    <a:pt x="379" y="327"/>
                  </a:cubicBezTo>
                  <a:cubicBezTo>
                    <a:pt x="379" y="327"/>
                    <a:pt x="379" y="327"/>
                    <a:pt x="378" y="327"/>
                  </a:cubicBezTo>
                  <a:cubicBezTo>
                    <a:pt x="378" y="327"/>
                    <a:pt x="378" y="327"/>
                    <a:pt x="377" y="327"/>
                  </a:cubicBezTo>
                  <a:cubicBezTo>
                    <a:pt x="377" y="328"/>
                    <a:pt x="377" y="328"/>
                    <a:pt x="377" y="328"/>
                  </a:cubicBezTo>
                  <a:cubicBezTo>
                    <a:pt x="377" y="328"/>
                    <a:pt x="377" y="328"/>
                    <a:pt x="377" y="328"/>
                  </a:cubicBezTo>
                  <a:cubicBezTo>
                    <a:pt x="376" y="327"/>
                    <a:pt x="376" y="327"/>
                    <a:pt x="376" y="326"/>
                  </a:cubicBezTo>
                  <a:cubicBezTo>
                    <a:pt x="376" y="326"/>
                    <a:pt x="376" y="326"/>
                    <a:pt x="376" y="326"/>
                  </a:cubicBezTo>
                  <a:cubicBezTo>
                    <a:pt x="376" y="326"/>
                    <a:pt x="377" y="326"/>
                    <a:pt x="377" y="326"/>
                  </a:cubicBezTo>
                  <a:cubicBezTo>
                    <a:pt x="377" y="326"/>
                    <a:pt x="377" y="326"/>
                    <a:pt x="377" y="326"/>
                  </a:cubicBezTo>
                  <a:cubicBezTo>
                    <a:pt x="378" y="326"/>
                    <a:pt x="378" y="326"/>
                    <a:pt x="379" y="326"/>
                  </a:cubicBezTo>
                  <a:cubicBezTo>
                    <a:pt x="379" y="325"/>
                    <a:pt x="379" y="325"/>
                    <a:pt x="380" y="325"/>
                  </a:cubicBezTo>
                  <a:cubicBezTo>
                    <a:pt x="380" y="325"/>
                    <a:pt x="380" y="325"/>
                    <a:pt x="380" y="326"/>
                  </a:cubicBezTo>
                  <a:cubicBezTo>
                    <a:pt x="380" y="326"/>
                    <a:pt x="380" y="326"/>
                    <a:pt x="380" y="327"/>
                  </a:cubicBezTo>
                  <a:cubicBezTo>
                    <a:pt x="380" y="327"/>
                    <a:pt x="381" y="328"/>
                    <a:pt x="380" y="328"/>
                  </a:cubicBezTo>
                  <a:cubicBezTo>
                    <a:pt x="380" y="329"/>
                    <a:pt x="380" y="329"/>
                    <a:pt x="380" y="330"/>
                  </a:cubicBezTo>
                  <a:cubicBezTo>
                    <a:pt x="380" y="330"/>
                    <a:pt x="380" y="330"/>
                    <a:pt x="381" y="330"/>
                  </a:cubicBezTo>
                  <a:cubicBezTo>
                    <a:pt x="381" y="330"/>
                    <a:pt x="381" y="330"/>
                    <a:pt x="381" y="330"/>
                  </a:cubicBezTo>
                  <a:cubicBezTo>
                    <a:pt x="382" y="330"/>
                    <a:pt x="382" y="330"/>
                    <a:pt x="382" y="330"/>
                  </a:cubicBezTo>
                  <a:cubicBezTo>
                    <a:pt x="382" y="329"/>
                    <a:pt x="382" y="329"/>
                    <a:pt x="382" y="328"/>
                  </a:cubicBezTo>
                  <a:cubicBezTo>
                    <a:pt x="382" y="328"/>
                    <a:pt x="382" y="327"/>
                    <a:pt x="382" y="327"/>
                  </a:cubicBezTo>
                  <a:cubicBezTo>
                    <a:pt x="382" y="326"/>
                    <a:pt x="383" y="326"/>
                    <a:pt x="383" y="325"/>
                  </a:cubicBezTo>
                  <a:cubicBezTo>
                    <a:pt x="383" y="325"/>
                    <a:pt x="383" y="325"/>
                    <a:pt x="384" y="325"/>
                  </a:cubicBezTo>
                  <a:cubicBezTo>
                    <a:pt x="384" y="325"/>
                    <a:pt x="384" y="325"/>
                    <a:pt x="384" y="325"/>
                  </a:cubicBezTo>
                  <a:cubicBezTo>
                    <a:pt x="384" y="325"/>
                    <a:pt x="384" y="325"/>
                    <a:pt x="384" y="326"/>
                  </a:cubicBezTo>
                  <a:cubicBezTo>
                    <a:pt x="384" y="326"/>
                    <a:pt x="384" y="326"/>
                    <a:pt x="384" y="326"/>
                  </a:cubicBezTo>
                  <a:cubicBezTo>
                    <a:pt x="384" y="327"/>
                    <a:pt x="384" y="327"/>
                    <a:pt x="384" y="327"/>
                  </a:cubicBezTo>
                  <a:cubicBezTo>
                    <a:pt x="384" y="328"/>
                    <a:pt x="384" y="328"/>
                    <a:pt x="384" y="328"/>
                  </a:cubicBezTo>
                  <a:cubicBezTo>
                    <a:pt x="384" y="329"/>
                    <a:pt x="384" y="329"/>
                    <a:pt x="384" y="330"/>
                  </a:cubicBezTo>
                  <a:cubicBezTo>
                    <a:pt x="384" y="330"/>
                    <a:pt x="384" y="330"/>
                    <a:pt x="384" y="330"/>
                  </a:cubicBezTo>
                  <a:cubicBezTo>
                    <a:pt x="385" y="330"/>
                    <a:pt x="385" y="331"/>
                    <a:pt x="385" y="331"/>
                  </a:cubicBezTo>
                  <a:cubicBezTo>
                    <a:pt x="384" y="332"/>
                    <a:pt x="384" y="332"/>
                    <a:pt x="384" y="333"/>
                  </a:cubicBezTo>
                  <a:cubicBezTo>
                    <a:pt x="385" y="333"/>
                    <a:pt x="385" y="333"/>
                    <a:pt x="384" y="333"/>
                  </a:cubicBezTo>
                  <a:cubicBezTo>
                    <a:pt x="384" y="334"/>
                    <a:pt x="384" y="335"/>
                    <a:pt x="384" y="335"/>
                  </a:cubicBezTo>
                  <a:cubicBezTo>
                    <a:pt x="384" y="335"/>
                    <a:pt x="384" y="335"/>
                    <a:pt x="384" y="335"/>
                  </a:cubicBezTo>
                  <a:cubicBezTo>
                    <a:pt x="384" y="336"/>
                    <a:pt x="384" y="336"/>
                    <a:pt x="384" y="336"/>
                  </a:cubicBezTo>
                  <a:cubicBezTo>
                    <a:pt x="384" y="337"/>
                    <a:pt x="384" y="337"/>
                    <a:pt x="384" y="338"/>
                  </a:cubicBezTo>
                  <a:cubicBezTo>
                    <a:pt x="384" y="338"/>
                    <a:pt x="384" y="339"/>
                    <a:pt x="384" y="339"/>
                  </a:cubicBezTo>
                  <a:cubicBezTo>
                    <a:pt x="384" y="339"/>
                    <a:pt x="384" y="340"/>
                    <a:pt x="385" y="340"/>
                  </a:cubicBezTo>
                  <a:cubicBezTo>
                    <a:pt x="385" y="340"/>
                    <a:pt x="385" y="339"/>
                    <a:pt x="385" y="339"/>
                  </a:cubicBezTo>
                  <a:cubicBezTo>
                    <a:pt x="385" y="339"/>
                    <a:pt x="385" y="339"/>
                    <a:pt x="385" y="339"/>
                  </a:cubicBezTo>
                  <a:cubicBezTo>
                    <a:pt x="385" y="339"/>
                    <a:pt x="386" y="338"/>
                    <a:pt x="386" y="338"/>
                  </a:cubicBezTo>
                  <a:cubicBezTo>
                    <a:pt x="386" y="338"/>
                    <a:pt x="386" y="338"/>
                    <a:pt x="386" y="338"/>
                  </a:cubicBezTo>
                  <a:cubicBezTo>
                    <a:pt x="386" y="337"/>
                    <a:pt x="386" y="337"/>
                    <a:pt x="386" y="337"/>
                  </a:cubicBezTo>
                  <a:cubicBezTo>
                    <a:pt x="386" y="336"/>
                    <a:pt x="386" y="336"/>
                    <a:pt x="386" y="336"/>
                  </a:cubicBezTo>
                  <a:cubicBezTo>
                    <a:pt x="386" y="335"/>
                    <a:pt x="386" y="335"/>
                    <a:pt x="386" y="335"/>
                  </a:cubicBezTo>
                  <a:cubicBezTo>
                    <a:pt x="386" y="335"/>
                    <a:pt x="386" y="335"/>
                    <a:pt x="386" y="335"/>
                  </a:cubicBezTo>
                  <a:cubicBezTo>
                    <a:pt x="386" y="334"/>
                    <a:pt x="386" y="334"/>
                    <a:pt x="386" y="334"/>
                  </a:cubicBezTo>
                  <a:cubicBezTo>
                    <a:pt x="386" y="334"/>
                    <a:pt x="386" y="334"/>
                    <a:pt x="386" y="334"/>
                  </a:cubicBezTo>
                  <a:cubicBezTo>
                    <a:pt x="386" y="333"/>
                    <a:pt x="386" y="333"/>
                    <a:pt x="386" y="333"/>
                  </a:cubicBezTo>
                  <a:cubicBezTo>
                    <a:pt x="386" y="332"/>
                    <a:pt x="386" y="331"/>
                    <a:pt x="386" y="330"/>
                  </a:cubicBezTo>
                  <a:cubicBezTo>
                    <a:pt x="386" y="329"/>
                    <a:pt x="386" y="328"/>
                    <a:pt x="386" y="327"/>
                  </a:cubicBezTo>
                  <a:cubicBezTo>
                    <a:pt x="386" y="327"/>
                    <a:pt x="386" y="327"/>
                    <a:pt x="386" y="326"/>
                  </a:cubicBezTo>
                  <a:cubicBezTo>
                    <a:pt x="386" y="326"/>
                    <a:pt x="386" y="325"/>
                    <a:pt x="386" y="324"/>
                  </a:cubicBezTo>
                  <a:cubicBezTo>
                    <a:pt x="386" y="323"/>
                    <a:pt x="387" y="323"/>
                    <a:pt x="387" y="323"/>
                  </a:cubicBezTo>
                  <a:cubicBezTo>
                    <a:pt x="387" y="323"/>
                    <a:pt x="388" y="323"/>
                    <a:pt x="388" y="323"/>
                  </a:cubicBezTo>
                  <a:cubicBezTo>
                    <a:pt x="388" y="322"/>
                    <a:pt x="388" y="322"/>
                    <a:pt x="388" y="321"/>
                  </a:cubicBezTo>
                  <a:close/>
                  <a:moveTo>
                    <a:pt x="377" y="323"/>
                  </a:moveTo>
                  <a:cubicBezTo>
                    <a:pt x="377" y="323"/>
                    <a:pt x="377" y="324"/>
                    <a:pt x="377" y="324"/>
                  </a:cubicBezTo>
                  <a:cubicBezTo>
                    <a:pt x="377" y="324"/>
                    <a:pt x="377" y="324"/>
                    <a:pt x="378" y="324"/>
                  </a:cubicBezTo>
                  <a:cubicBezTo>
                    <a:pt x="378" y="324"/>
                    <a:pt x="378" y="324"/>
                    <a:pt x="378" y="324"/>
                  </a:cubicBezTo>
                  <a:cubicBezTo>
                    <a:pt x="378" y="323"/>
                    <a:pt x="378" y="323"/>
                    <a:pt x="378" y="323"/>
                  </a:cubicBezTo>
                  <a:cubicBezTo>
                    <a:pt x="378" y="323"/>
                    <a:pt x="378" y="323"/>
                    <a:pt x="378" y="323"/>
                  </a:cubicBezTo>
                  <a:cubicBezTo>
                    <a:pt x="378" y="323"/>
                    <a:pt x="377" y="323"/>
                    <a:pt x="377" y="323"/>
                  </a:cubicBezTo>
                  <a:close/>
                  <a:moveTo>
                    <a:pt x="300" y="327"/>
                  </a:moveTo>
                  <a:cubicBezTo>
                    <a:pt x="300" y="327"/>
                    <a:pt x="300" y="327"/>
                    <a:pt x="300" y="327"/>
                  </a:cubicBezTo>
                  <a:cubicBezTo>
                    <a:pt x="300" y="327"/>
                    <a:pt x="300" y="328"/>
                    <a:pt x="300" y="328"/>
                  </a:cubicBezTo>
                  <a:cubicBezTo>
                    <a:pt x="299" y="328"/>
                    <a:pt x="299" y="329"/>
                    <a:pt x="299" y="330"/>
                  </a:cubicBezTo>
                  <a:cubicBezTo>
                    <a:pt x="299" y="330"/>
                    <a:pt x="298" y="330"/>
                    <a:pt x="298" y="330"/>
                  </a:cubicBezTo>
                  <a:cubicBezTo>
                    <a:pt x="298" y="330"/>
                    <a:pt x="298" y="330"/>
                    <a:pt x="299" y="330"/>
                  </a:cubicBezTo>
                  <a:cubicBezTo>
                    <a:pt x="299" y="330"/>
                    <a:pt x="299" y="330"/>
                    <a:pt x="299" y="331"/>
                  </a:cubicBezTo>
                  <a:cubicBezTo>
                    <a:pt x="299" y="331"/>
                    <a:pt x="300" y="331"/>
                    <a:pt x="300" y="331"/>
                  </a:cubicBezTo>
                  <a:cubicBezTo>
                    <a:pt x="300" y="331"/>
                    <a:pt x="301" y="331"/>
                    <a:pt x="301" y="330"/>
                  </a:cubicBezTo>
                  <a:cubicBezTo>
                    <a:pt x="301" y="330"/>
                    <a:pt x="301" y="330"/>
                    <a:pt x="301" y="329"/>
                  </a:cubicBezTo>
                  <a:cubicBezTo>
                    <a:pt x="301" y="329"/>
                    <a:pt x="301" y="328"/>
                    <a:pt x="301" y="328"/>
                  </a:cubicBezTo>
                  <a:cubicBezTo>
                    <a:pt x="301" y="328"/>
                    <a:pt x="301" y="327"/>
                    <a:pt x="301" y="327"/>
                  </a:cubicBezTo>
                  <a:cubicBezTo>
                    <a:pt x="301" y="327"/>
                    <a:pt x="301" y="326"/>
                    <a:pt x="301" y="327"/>
                  </a:cubicBezTo>
                  <a:cubicBezTo>
                    <a:pt x="301" y="327"/>
                    <a:pt x="300" y="327"/>
                    <a:pt x="300" y="327"/>
                  </a:cubicBezTo>
                  <a:close/>
                  <a:moveTo>
                    <a:pt x="226" y="319"/>
                  </a:moveTo>
                  <a:cubicBezTo>
                    <a:pt x="225" y="319"/>
                    <a:pt x="224" y="319"/>
                    <a:pt x="223" y="319"/>
                  </a:cubicBezTo>
                  <a:cubicBezTo>
                    <a:pt x="223" y="319"/>
                    <a:pt x="223" y="319"/>
                    <a:pt x="223" y="320"/>
                  </a:cubicBezTo>
                  <a:cubicBezTo>
                    <a:pt x="223" y="320"/>
                    <a:pt x="223" y="320"/>
                    <a:pt x="223" y="321"/>
                  </a:cubicBezTo>
                  <a:cubicBezTo>
                    <a:pt x="223" y="321"/>
                    <a:pt x="223" y="321"/>
                    <a:pt x="223" y="321"/>
                  </a:cubicBezTo>
                  <a:cubicBezTo>
                    <a:pt x="223" y="321"/>
                    <a:pt x="223" y="321"/>
                    <a:pt x="223" y="321"/>
                  </a:cubicBezTo>
                  <a:cubicBezTo>
                    <a:pt x="223" y="321"/>
                    <a:pt x="223" y="321"/>
                    <a:pt x="223" y="321"/>
                  </a:cubicBezTo>
                  <a:cubicBezTo>
                    <a:pt x="224" y="321"/>
                    <a:pt x="224" y="320"/>
                    <a:pt x="225" y="321"/>
                  </a:cubicBezTo>
                  <a:cubicBezTo>
                    <a:pt x="225" y="321"/>
                    <a:pt x="225" y="321"/>
                    <a:pt x="225" y="321"/>
                  </a:cubicBezTo>
                  <a:cubicBezTo>
                    <a:pt x="225" y="322"/>
                    <a:pt x="225" y="322"/>
                    <a:pt x="225" y="322"/>
                  </a:cubicBezTo>
                  <a:cubicBezTo>
                    <a:pt x="224" y="322"/>
                    <a:pt x="224" y="322"/>
                    <a:pt x="224" y="322"/>
                  </a:cubicBezTo>
                  <a:cubicBezTo>
                    <a:pt x="224" y="322"/>
                    <a:pt x="223" y="322"/>
                    <a:pt x="223" y="323"/>
                  </a:cubicBezTo>
                  <a:cubicBezTo>
                    <a:pt x="223" y="323"/>
                    <a:pt x="223" y="323"/>
                    <a:pt x="222" y="323"/>
                  </a:cubicBezTo>
                  <a:cubicBezTo>
                    <a:pt x="222" y="323"/>
                    <a:pt x="222" y="323"/>
                    <a:pt x="222" y="323"/>
                  </a:cubicBezTo>
                  <a:cubicBezTo>
                    <a:pt x="223" y="323"/>
                    <a:pt x="223" y="323"/>
                    <a:pt x="223" y="323"/>
                  </a:cubicBezTo>
                  <a:cubicBezTo>
                    <a:pt x="223" y="323"/>
                    <a:pt x="223" y="323"/>
                    <a:pt x="223" y="323"/>
                  </a:cubicBezTo>
                  <a:cubicBezTo>
                    <a:pt x="224" y="323"/>
                    <a:pt x="224" y="323"/>
                    <a:pt x="225" y="323"/>
                  </a:cubicBezTo>
                  <a:cubicBezTo>
                    <a:pt x="225" y="323"/>
                    <a:pt x="225" y="323"/>
                    <a:pt x="225" y="323"/>
                  </a:cubicBezTo>
                  <a:cubicBezTo>
                    <a:pt x="225" y="324"/>
                    <a:pt x="225" y="324"/>
                    <a:pt x="225" y="324"/>
                  </a:cubicBezTo>
                  <a:cubicBezTo>
                    <a:pt x="225" y="325"/>
                    <a:pt x="225" y="325"/>
                    <a:pt x="225" y="325"/>
                  </a:cubicBezTo>
                  <a:cubicBezTo>
                    <a:pt x="224" y="325"/>
                    <a:pt x="223" y="325"/>
                    <a:pt x="223" y="325"/>
                  </a:cubicBezTo>
                  <a:cubicBezTo>
                    <a:pt x="222" y="326"/>
                    <a:pt x="222" y="326"/>
                    <a:pt x="222" y="326"/>
                  </a:cubicBezTo>
                  <a:cubicBezTo>
                    <a:pt x="222" y="326"/>
                    <a:pt x="222" y="326"/>
                    <a:pt x="222" y="326"/>
                  </a:cubicBezTo>
                  <a:cubicBezTo>
                    <a:pt x="223" y="327"/>
                    <a:pt x="224" y="326"/>
                    <a:pt x="224" y="326"/>
                  </a:cubicBezTo>
                  <a:cubicBezTo>
                    <a:pt x="225" y="326"/>
                    <a:pt x="225" y="326"/>
                    <a:pt x="225" y="326"/>
                  </a:cubicBezTo>
                  <a:cubicBezTo>
                    <a:pt x="226" y="326"/>
                    <a:pt x="226" y="326"/>
                    <a:pt x="226" y="325"/>
                  </a:cubicBezTo>
                  <a:cubicBezTo>
                    <a:pt x="227" y="325"/>
                    <a:pt x="227" y="324"/>
                    <a:pt x="227" y="324"/>
                  </a:cubicBezTo>
                  <a:cubicBezTo>
                    <a:pt x="227" y="323"/>
                    <a:pt x="227" y="321"/>
                    <a:pt x="227" y="320"/>
                  </a:cubicBezTo>
                  <a:cubicBezTo>
                    <a:pt x="227" y="320"/>
                    <a:pt x="226" y="319"/>
                    <a:pt x="226" y="319"/>
                  </a:cubicBezTo>
                  <a:cubicBezTo>
                    <a:pt x="226" y="319"/>
                    <a:pt x="226" y="319"/>
                    <a:pt x="226" y="319"/>
                  </a:cubicBezTo>
                  <a:close/>
                  <a:moveTo>
                    <a:pt x="0" y="1"/>
                  </a:moveTo>
                  <a:cubicBezTo>
                    <a:pt x="111" y="1"/>
                    <a:pt x="201" y="0"/>
                    <a:pt x="248" y="47"/>
                  </a:cubicBezTo>
                  <a:cubicBezTo>
                    <a:pt x="295" y="0"/>
                    <a:pt x="385" y="1"/>
                    <a:pt x="496" y="1"/>
                  </a:cubicBezTo>
                  <a:cubicBezTo>
                    <a:pt x="496" y="15"/>
                    <a:pt x="496" y="15"/>
                    <a:pt x="496" y="15"/>
                  </a:cubicBezTo>
                  <a:cubicBezTo>
                    <a:pt x="496" y="45"/>
                    <a:pt x="496" y="45"/>
                    <a:pt x="496" y="45"/>
                  </a:cubicBezTo>
                  <a:cubicBezTo>
                    <a:pt x="496" y="64"/>
                    <a:pt x="496" y="64"/>
                    <a:pt x="496" y="64"/>
                  </a:cubicBezTo>
                  <a:cubicBezTo>
                    <a:pt x="496" y="89"/>
                    <a:pt x="496" y="89"/>
                    <a:pt x="496" y="89"/>
                  </a:cubicBezTo>
                  <a:cubicBezTo>
                    <a:pt x="496" y="113"/>
                    <a:pt x="496" y="113"/>
                    <a:pt x="496" y="113"/>
                  </a:cubicBezTo>
                  <a:cubicBezTo>
                    <a:pt x="496" y="133"/>
                    <a:pt x="496" y="133"/>
                    <a:pt x="496" y="133"/>
                  </a:cubicBezTo>
                  <a:cubicBezTo>
                    <a:pt x="496" y="162"/>
                    <a:pt x="496" y="162"/>
                    <a:pt x="496" y="162"/>
                  </a:cubicBezTo>
                  <a:cubicBezTo>
                    <a:pt x="496" y="391"/>
                    <a:pt x="496" y="391"/>
                    <a:pt x="496" y="391"/>
                  </a:cubicBezTo>
                  <a:cubicBezTo>
                    <a:pt x="496" y="407"/>
                    <a:pt x="495" y="424"/>
                    <a:pt x="490" y="446"/>
                  </a:cubicBezTo>
                  <a:cubicBezTo>
                    <a:pt x="487" y="461"/>
                    <a:pt x="481" y="478"/>
                    <a:pt x="472" y="496"/>
                  </a:cubicBezTo>
                  <a:cubicBezTo>
                    <a:pt x="472" y="496"/>
                    <a:pt x="471" y="497"/>
                    <a:pt x="471" y="497"/>
                  </a:cubicBezTo>
                  <a:cubicBezTo>
                    <a:pt x="470" y="500"/>
                    <a:pt x="468" y="504"/>
                    <a:pt x="466" y="507"/>
                  </a:cubicBezTo>
                  <a:cubicBezTo>
                    <a:pt x="466" y="507"/>
                    <a:pt x="466" y="508"/>
                    <a:pt x="466" y="508"/>
                  </a:cubicBezTo>
                  <a:cubicBezTo>
                    <a:pt x="464" y="512"/>
                    <a:pt x="462" y="515"/>
                    <a:pt x="460" y="519"/>
                  </a:cubicBezTo>
                  <a:cubicBezTo>
                    <a:pt x="459" y="519"/>
                    <a:pt x="459" y="520"/>
                    <a:pt x="459" y="520"/>
                  </a:cubicBezTo>
                  <a:cubicBezTo>
                    <a:pt x="457" y="523"/>
                    <a:pt x="455" y="526"/>
                    <a:pt x="453" y="529"/>
                  </a:cubicBezTo>
                  <a:cubicBezTo>
                    <a:pt x="453" y="530"/>
                    <a:pt x="452" y="531"/>
                    <a:pt x="452" y="531"/>
                  </a:cubicBezTo>
                  <a:cubicBezTo>
                    <a:pt x="450" y="534"/>
                    <a:pt x="448" y="537"/>
                    <a:pt x="446" y="540"/>
                  </a:cubicBezTo>
                  <a:cubicBezTo>
                    <a:pt x="445" y="541"/>
                    <a:pt x="445" y="541"/>
                    <a:pt x="445" y="541"/>
                  </a:cubicBezTo>
                  <a:cubicBezTo>
                    <a:pt x="443" y="545"/>
                    <a:pt x="441" y="548"/>
                    <a:pt x="438" y="551"/>
                  </a:cubicBezTo>
                  <a:cubicBezTo>
                    <a:pt x="438" y="552"/>
                    <a:pt x="437" y="552"/>
                    <a:pt x="436" y="553"/>
                  </a:cubicBezTo>
                  <a:cubicBezTo>
                    <a:pt x="435" y="555"/>
                    <a:pt x="433" y="558"/>
                    <a:pt x="431" y="560"/>
                  </a:cubicBezTo>
                  <a:cubicBezTo>
                    <a:pt x="430" y="561"/>
                    <a:pt x="429" y="562"/>
                    <a:pt x="429" y="563"/>
                  </a:cubicBezTo>
                  <a:cubicBezTo>
                    <a:pt x="426" y="566"/>
                    <a:pt x="424" y="568"/>
                    <a:pt x="421" y="571"/>
                  </a:cubicBezTo>
                  <a:cubicBezTo>
                    <a:pt x="370" y="626"/>
                    <a:pt x="297" y="652"/>
                    <a:pt x="248" y="667"/>
                  </a:cubicBezTo>
                  <a:cubicBezTo>
                    <a:pt x="199" y="652"/>
                    <a:pt x="126" y="626"/>
                    <a:pt x="74" y="571"/>
                  </a:cubicBezTo>
                  <a:cubicBezTo>
                    <a:pt x="72" y="568"/>
                    <a:pt x="69" y="566"/>
                    <a:pt x="67" y="563"/>
                  </a:cubicBezTo>
                  <a:cubicBezTo>
                    <a:pt x="66" y="562"/>
                    <a:pt x="65" y="561"/>
                    <a:pt x="64" y="560"/>
                  </a:cubicBezTo>
                  <a:cubicBezTo>
                    <a:pt x="63" y="558"/>
                    <a:pt x="61" y="556"/>
                    <a:pt x="59" y="553"/>
                  </a:cubicBezTo>
                  <a:cubicBezTo>
                    <a:pt x="58" y="552"/>
                    <a:pt x="58" y="552"/>
                    <a:pt x="57" y="551"/>
                  </a:cubicBezTo>
                  <a:cubicBezTo>
                    <a:pt x="55" y="548"/>
                    <a:pt x="52" y="545"/>
                    <a:pt x="50" y="541"/>
                  </a:cubicBezTo>
                  <a:cubicBezTo>
                    <a:pt x="50" y="541"/>
                    <a:pt x="50" y="541"/>
                    <a:pt x="49" y="540"/>
                  </a:cubicBezTo>
                  <a:cubicBezTo>
                    <a:pt x="47" y="537"/>
                    <a:pt x="45" y="534"/>
                    <a:pt x="43" y="531"/>
                  </a:cubicBezTo>
                  <a:cubicBezTo>
                    <a:pt x="43" y="531"/>
                    <a:pt x="42" y="530"/>
                    <a:pt x="42" y="529"/>
                  </a:cubicBezTo>
                  <a:cubicBezTo>
                    <a:pt x="40" y="526"/>
                    <a:pt x="38" y="523"/>
                    <a:pt x="37" y="520"/>
                  </a:cubicBezTo>
                  <a:cubicBezTo>
                    <a:pt x="36" y="520"/>
                    <a:pt x="36" y="519"/>
                    <a:pt x="36" y="519"/>
                  </a:cubicBezTo>
                  <a:cubicBezTo>
                    <a:pt x="34" y="515"/>
                    <a:pt x="32" y="512"/>
                    <a:pt x="30" y="508"/>
                  </a:cubicBezTo>
                  <a:cubicBezTo>
                    <a:pt x="29" y="508"/>
                    <a:pt x="29" y="507"/>
                    <a:pt x="29" y="507"/>
                  </a:cubicBezTo>
                  <a:cubicBezTo>
                    <a:pt x="27" y="504"/>
                    <a:pt x="26" y="500"/>
                    <a:pt x="24" y="498"/>
                  </a:cubicBezTo>
                  <a:cubicBezTo>
                    <a:pt x="24" y="497"/>
                    <a:pt x="24" y="496"/>
                    <a:pt x="23" y="495"/>
                  </a:cubicBezTo>
                  <a:cubicBezTo>
                    <a:pt x="22" y="492"/>
                    <a:pt x="20" y="489"/>
                    <a:pt x="19" y="485"/>
                  </a:cubicBezTo>
                  <a:cubicBezTo>
                    <a:pt x="19" y="485"/>
                    <a:pt x="18" y="485"/>
                    <a:pt x="18" y="485"/>
                  </a:cubicBezTo>
                  <a:cubicBezTo>
                    <a:pt x="12" y="471"/>
                    <a:pt x="8" y="458"/>
                    <a:pt x="5" y="446"/>
                  </a:cubicBezTo>
                  <a:cubicBezTo>
                    <a:pt x="1" y="424"/>
                    <a:pt x="0" y="407"/>
                    <a:pt x="0" y="391"/>
                  </a:cubicBezTo>
                  <a:cubicBezTo>
                    <a:pt x="0" y="384"/>
                    <a:pt x="0" y="266"/>
                    <a:pt x="0" y="162"/>
                  </a:cubicBezTo>
                  <a:cubicBezTo>
                    <a:pt x="0" y="152"/>
                    <a:pt x="0" y="143"/>
                    <a:pt x="0" y="133"/>
                  </a:cubicBezTo>
                  <a:cubicBezTo>
                    <a:pt x="0" y="126"/>
                    <a:pt x="0" y="120"/>
                    <a:pt x="0" y="113"/>
                  </a:cubicBezTo>
                  <a:cubicBezTo>
                    <a:pt x="0" y="105"/>
                    <a:pt x="0" y="97"/>
                    <a:pt x="0" y="89"/>
                  </a:cubicBezTo>
                  <a:cubicBezTo>
                    <a:pt x="0" y="80"/>
                    <a:pt x="0" y="72"/>
                    <a:pt x="0" y="64"/>
                  </a:cubicBezTo>
                  <a:cubicBezTo>
                    <a:pt x="0" y="57"/>
                    <a:pt x="0" y="51"/>
                    <a:pt x="0" y="45"/>
                  </a:cubicBezTo>
                  <a:cubicBezTo>
                    <a:pt x="0" y="33"/>
                    <a:pt x="0" y="22"/>
                    <a:pt x="0" y="15"/>
                  </a:cubicBezTo>
                  <a:cubicBezTo>
                    <a:pt x="0" y="6"/>
                    <a:pt x="0" y="1"/>
                    <a:pt x="0" y="1"/>
                  </a:cubicBezTo>
                  <a:close/>
                  <a:moveTo>
                    <a:pt x="167" y="524"/>
                  </a:moveTo>
                  <a:cubicBezTo>
                    <a:pt x="158" y="524"/>
                    <a:pt x="158" y="524"/>
                    <a:pt x="158" y="524"/>
                  </a:cubicBezTo>
                  <a:cubicBezTo>
                    <a:pt x="144" y="531"/>
                    <a:pt x="144" y="531"/>
                    <a:pt x="144" y="531"/>
                  </a:cubicBezTo>
                  <a:cubicBezTo>
                    <a:pt x="146" y="538"/>
                    <a:pt x="146" y="538"/>
                    <a:pt x="146" y="538"/>
                  </a:cubicBezTo>
                  <a:cubicBezTo>
                    <a:pt x="156" y="533"/>
                    <a:pt x="156" y="533"/>
                    <a:pt x="156" y="533"/>
                  </a:cubicBezTo>
                  <a:cubicBezTo>
                    <a:pt x="156" y="533"/>
                    <a:pt x="156" y="533"/>
                    <a:pt x="156" y="533"/>
                  </a:cubicBezTo>
                  <a:cubicBezTo>
                    <a:pt x="156" y="575"/>
                    <a:pt x="156" y="575"/>
                    <a:pt x="156" y="575"/>
                  </a:cubicBezTo>
                  <a:cubicBezTo>
                    <a:pt x="167" y="575"/>
                    <a:pt x="167" y="575"/>
                    <a:pt x="167" y="575"/>
                  </a:cubicBezTo>
                  <a:lnTo>
                    <a:pt x="167" y="524"/>
                  </a:lnTo>
                  <a:close/>
                  <a:moveTo>
                    <a:pt x="235" y="545"/>
                  </a:moveTo>
                  <a:cubicBezTo>
                    <a:pt x="235" y="533"/>
                    <a:pt x="229" y="524"/>
                    <a:pt x="217" y="524"/>
                  </a:cubicBezTo>
                  <a:cubicBezTo>
                    <a:pt x="205" y="524"/>
                    <a:pt x="198" y="532"/>
                    <a:pt x="198" y="541"/>
                  </a:cubicBezTo>
                  <a:cubicBezTo>
                    <a:pt x="198" y="551"/>
                    <a:pt x="205" y="557"/>
                    <a:pt x="213" y="557"/>
                  </a:cubicBezTo>
                  <a:cubicBezTo>
                    <a:pt x="218" y="557"/>
                    <a:pt x="221" y="555"/>
                    <a:pt x="224" y="553"/>
                  </a:cubicBezTo>
                  <a:cubicBezTo>
                    <a:pt x="224" y="553"/>
                    <a:pt x="224" y="553"/>
                    <a:pt x="224" y="553"/>
                  </a:cubicBezTo>
                  <a:cubicBezTo>
                    <a:pt x="222" y="560"/>
                    <a:pt x="217" y="567"/>
                    <a:pt x="208" y="567"/>
                  </a:cubicBezTo>
                  <a:cubicBezTo>
                    <a:pt x="205" y="568"/>
                    <a:pt x="204" y="568"/>
                    <a:pt x="203" y="568"/>
                  </a:cubicBezTo>
                  <a:cubicBezTo>
                    <a:pt x="203" y="575"/>
                    <a:pt x="203" y="575"/>
                    <a:pt x="203" y="575"/>
                  </a:cubicBezTo>
                  <a:cubicBezTo>
                    <a:pt x="225" y="576"/>
                    <a:pt x="235" y="562"/>
                    <a:pt x="235" y="545"/>
                  </a:cubicBezTo>
                  <a:close/>
                  <a:moveTo>
                    <a:pt x="294" y="558"/>
                  </a:moveTo>
                  <a:cubicBezTo>
                    <a:pt x="294" y="547"/>
                    <a:pt x="285" y="542"/>
                    <a:pt x="275" y="542"/>
                  </a:cubicBezTo>
                  <a:cubicBezTo>
                    <a:pt x="274" y="542"/>
                    <a:pt x="273" y="542"/>
                    <a:pt x="272" y="542"/>
                  </a:cubicBezTo>
                  <a:cubicBezTo>
                    <a:pt x="274" y="532"/>
                    <a:pt x="274" y="532"/>
                    <a:pt x="274" y="532"/>
                  </a:cubicBezTo>
                  <a:cubicBezTo>
                    <a:pt x="292" y="532"/>
                    <a:pt x="292" y="532"/>
                    <a:pt x="292" y="532"/>
                  </a:cubicBezTo>
                  <a:cubicBezTo>
                    <a:pt x="292" y="524"/>
                    <a:pt x="292" y="524"/>
                    <a:pt x="292" y="524"/>
                  </a:cubicBezTo>
                  <a:cubicBezTo>
                    <a:pt x="266" y="524"/>
                    <a:pt x="266" y="524"/>
                    <a:pt x="266" y="524"/>
                  </a:cubicBezTo>
                  <a:cubicBezTo>
                    <a:pt x="262" y="549"/>
                    <a:pt x="262" y="549"/>
                    <a:pt x="262" y="549"/>
                  </a:cubicBezTo>
                  <a:cubicBezTo>
                    <a:pt x="264" y="549"/>
                    <a:pt x="266" y="549"/>
                    <a:pt x="269" y="549"/>
                  </a:cubicBezTo>
                  <a:cubicBezTo>
                    <a:pt x="278" y="549"/>
                    <a:pt x="283" y="553"/>
                    <a:pt x="283" y="559"/>
                  </a:cubicBezTo>
                  <a:cubicBezTo>
                    <a:pt x="283" y="564"/>
                    <a:pt x="278" y="568"/>
                    <a:pt x="272" y="568"/>
                  </a:cubicBezTo>
                  <a:cubicBezTo>
                    <a:pt x="268" y="568"/>
                    <a:pt x="264" y="566"/>
                    <a:pt x="262" y="565"/>
                  </a:cubicBezTo>
                  <a:cubicBezTo>
                    <a:pt x="260" y="573"/>
                    <a:pt x="260" y="573"/>
                    <a:pt x="260" y="573"/>
                  </a:cubicBezTo>
                  <a:cubicBezTo>
                    <a:pt x="262" y="574"/>
                    <a:pt x="267" y="576"/>
                    <a:pt x="273" y="576"/>
                  </a:cubicBezTo>
                  <a:cubicBezTo>
                    <a:pt x="286" y="576"/>
                    <a:pt x="294" y="568"/>
                    <a:pt x="294" y="558"/>
                  </a:cubicBezTo>
                  <a:close/>
                  <a:moveTo>
                    <a:pt x="351" y="560"/>
                  </a:moveTo>
                  <a:cubicBezTo>
                    <a:pt x="351" y="553"/>
                    <a:pt x="346" y="549"/>
                    <a:pt x="340" y="548"/>
                  </a:cubicBezTo>
                  <a:cubicBezTo>
                    <a:pt x="340" y="547"/>
                    <a:pt x="340" y="547"/>
                    <a:pt x="340" y="547"/>
                  </a:cubicBezTo>
                  <a:cubicBezTo>
                    <a:pt x="346" y="545"/>
                    <a:pt x="349" y="541"/>
                    <a:pt x="349" y="536"/>
                  </a:cubicBezTo>
                  <a:cubicBezTo>
                    <a:pt x="349" y="529"/>
                    <a:pt x="344" y="524"/>
                    <a:pt x="333" y="524"/>
                  </a:cubicBezTo>
                  <a:cubicBezTo>
                    <a:pt x="327" y="524"/>
                    <a:pt x="322" y="525"/>
                    <a:pt x="319" y="527"/>
                  </a:cubicBezTo>
                  <a:cubicBezTo>
                    <a:pt x="321" y="534"/>
                    <a:pt x="321" y="534"/>
                    <a:pt x="321" y="534"/>
                  </a:cubicBezTo>
                  <a:cubicBezTo>
                    <a:pt x="323" y="533"/>
                    <a:pt x="327" y="531"/>
                    <a:pt x="331" y="531"/>
                  </a:cubicBezTo>
                  <a:cubicBezTo>
                    <a:pt x="336" y="531"/>
                    <a:pt x="338" y="534"/>
                    <a:pt x="338" y="537"/>
                  </a:cubicBezTo>
                  <a:cubicBezTo>
                    <a:pt x="338" y="542"/>
                    <a:pt x="333" y="545"/>
                    <a:pt x="328" y="545"/>
                  </a:cubicBezTo>
                  <a:cubicBezTo>
                    <a:pt x="325" y="545"/>
                    <a:pt x="325" y="545"/>
                    <a:pt x="325" y="545"/>
                  </a:cubicBezTo>
                  <a:cubicBezTo>
                    <a:pt x="325" y="551"/>
                    <a:pt x="325" y="551"/>
                    <a:pt x="325" y="551"/>
                  </a:cubicBezTo>
                  <a:cubicBezTo>
                    <a:pt x="329" y="551"/>
                    <a:pt x="329" y="551"/>
                    <a:pt x="329" y="551"/>
                  </a:cubicBezTo>
                  <a:cubicBezTo>
                    <a:pt x="335" y="551"/>
                    <a:pt x="340" y="554"/>
                    <a:pt x="340" y="560"/>
                  </a:cubicBezTo>
                  <a:cubicBezTo>
                    <a:pt x="340" y="564"/>
                    <a:pt x="337" y="568"/>
                    <a:pt x="330" y="568"/>
                  </a:cubicBezTo>
                  <a:cubicBezTo>
                    <a:pt x="326" y="568"/>
                    <a:pt x="321" y="566"/>
                    <a:pt x="319" y="565"/>
                  </a:cubicBezTo>
                  <a:cubicBezTo>
                    <a:pt x="317" y="572"/>
                    <a:pt x="317" y="572"/>
                    <a:pt x="317" y="572"/>
                  </a:cubicBezTo>
                  <a:cubicBezTo>
                    <a:pt x="320" y="574"/>
                    <a:pt x="325" y="576"/>
                    <a:pt x="331" y="576"/>
                  </a:cubicBezTo>
                  <a:cubicBezTo>
                    <a:pt x="344" y="576"/>
                    <a:pt x="351" y="569"/>
                    <a:pt x="351" y="560"/>
                  </a:cubicBezTo>
                  <a:close/>
                  <a:moveTo>
                    <a:pt x="18" y="45"/>
                  </a:moveTo>
                  <a:cubicBezTo>
                    <a:pt x="121" y="45"/>
                    <a:pt x="203" y="47"/>
                    <a:pt x="248" y="92"/>
                  </a:cubicBezTo>
                  <a:cubicBezTo>
                    <a:pt x="292" y="47"/>
                    <a:pt x="375" y="45"/>
                    <a:pt x="477" y="45"/>
                  </a:cubicBezTo>
                  <a:cubicBezTo>
                    <a:pt x="477" y="34"/>
                    <a:pt x="477" y="24"/>
                    <a:pt x="477" y="15"/>
                  </a:cubicBezTo>
                  <a:cubicBezTo>
                    <a:pt x="375" y="15"/>
                    <a:pt x="292" y="17"/>
                    <a:pt x="248" y="62"/>
                  </a:cubicBezTo>
                  <a:cubicBezTo>
                    <a:pt x="203" y="17"/>
                    <a:pt x="121" y="15"/>
                    <a:pt x="18" y="15"/>
                  </a:cubicBezTo>
                  <a:cubicBezTo>
                    <a:pt x="18" y="24"/>
                    <a:pt x="18" y="34"/>
                    <a:pt x="18" y="45"/>
                  </a:cubicBezTo>
                  <a:close/>
                  <a:moveTo>
                    <a:pt x="18" y="89"/>
                  </a:moveTo>
                  <a:cubicBezTo>
                    <a:pt x="121" y="89"/>
                    <a:pt x="203" y="91"/>
                    <a:pt x="248" y="136"/>
                  </a:cubicBezTo>
                  <a:cubicBezTo>
                    <a:pt x="292" y="91"/>
                    <a:pt x="375" y="89"/>
                    <a:pt x="477" y="89"/>
                  </a:cubicBezTo>
                  <a:cubicBezTo>
                    <a:pt x="477" y="80"/>
                    <a:pt x="477" y="72"/>
                    <a:pt x="477" y="64"/>
                  </a:cubicBezTo>
                  <a:cubicBezTo>
                    <a:pt x="375" y="64"/>
                    <a:pt x="292" y="66"/>
                    <a:pt x="248" y="111"/>
                  </a:cubicBezTo>
                  <a:cubicBezTo>
                    <a:pt x="203" y="66"/>
                    <a:pt x="121" y="64"/>
                    <a:pt x="18" y="64"/>
                  </a:cubicBezTo>
                  <a:cubicBezTo>
                    <a:pt x="18" y="72"/>
                    <a:pt x="18" y="80"/>
                    <a:pt x="18" y="89"/>
                  </a:cubicBezTo>
                  <a:close/>
                  <a:moveTo>
                    <a:pt x="18" y="133"/>
                  </a:moveTo>
                  <a:cubicBezTo>
                    <a:pt x="121" y="133"/>
                    <a:pt x="203" y="135"/>
                    <a:pt x="248" y="180"/>
                  </a:cubicBezTo>
                  <a:cubicBezTo>
                    <a:pt x="292" y="135"/>
                    <a:pt x="375" y="133"/>
                    <a:pt x="477" y="133"/>
                  </a:cubicBezTo>
                  <a:cubicBezTo>
                    <a:pt x="477" y="126"/>
                    <a:pt x="477" y="120"/>
                    <a:pt x="477" y="113"/>
                  </a:cubicBezTo>
                  <a:cubicBezTo>
                    <a:pt x="375" y="113"/>
                    <a:pt x="292" y="115"/>
                    <a:pt x="248" y="160"/>
                  </a:cubicBezTo>
                  <a:cubicBezTo>
                    <a:pt x="203" y="115"/>
                    <a:pt x="121" y="113"/>
                    <a:pt x="18" y="113"/>
                  </a:cubicBezTo>
                  <a:cubicBezTo>
                    <a:pt x="18" y="120"/>
                    <a:pt x="18" y="126"/>
                    <a:pt x="18" y="133"/>
                  </a:cubicBezTo>
                  <a:close/>
                  <a:moveTo>
                    <a:pt x="19" y="395"/>
                  </a:moveTo>
                  <a:cubicBezTo>
                    <a:pt x="20" y="408"/>
                    <a:pt x="20" y="427"/>
                    <a:pt x="28" y="455"/>
                  </a:cubicBezTo>
                  <a:cubicBezTo>
                    <a:pt x="31" y="465"/>
                    <a:pt x="35" y="475"/>
                    <a:pt x="40" y="485"/>
                  </a:cubicBezTo>
                  <a:cubicBezTo>
                    <a:pt x="455" y="485"/>
                    <a:pt x="455" y="485"/>
                    <a:pt x="455" y="485"/>
                  </a:cubicBezTo>
                  <a:cubicBezTo>
                    <a:pt x="460" y="475"/>
                    <a:pt x="464" y="465"/>
                    <a:pt x="467" y="455"/>
                  </a:cubicBezTo>
                  <a:cubicBezTo>
                    <a:pt x="475" y="427"/>
                    <a:pt x="475" y="408"/>
                    <a:pt x="477" y="395"/>
                  </a:cubicBezTo>
                  <a:cubicBezTo>
                    <a:pt x="477" y="391"/>
                    <a:pt x="477" y="273"/>
                    <a:pt x="477" y="162"/>
                  </a:cubicBezTo>
                  <a:cubicBezTo>
                    <a:pt x="375" y="162"/>
                    <a:pt x="292" y="163"/>
                    <a:pt x="248" y="209"/>
                  </a:cubicBezTo>
                  <a:cubicBezTo>
                    <a:pt x="203" y="163"/>
                    <a:pt x="121" y="162"/>
                    <a:pt x="18" y="162"/>
                  </a:cubicBezTo>
                  <a:cubicBezTo>
                    <a:pt x="18" y="273"/>
                    <a:pt x="18" y="391"/>
                    <a:pt x="19" y="39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9" name="Freeform 58"/>
            <p:cNvSpPr>
              <a:spLocks noEditPoints="1"/>
            </p:cNvSpPr>
            <p:nvPr/>
          </p:nvSpPr>
          <p:spPr bwMode="auto">
            <a:xfrm>
              <a:off x="-1106488" y="-771525"/>
              <a:ext cx="171450" cy="127000"/>
            </a:xfrm>
            <a:custGeom>
              <a:avLst/>
              <a:gdLst>
                <a:gd name="T0" fmla="*/ 3 w 224"/>
                <a:gd name="T1" fmla="*/ 112 h 165"/>
                <a:gd name="T2" fmla="*/ 17 w 224"/>
                <a:gd name="T3" fmla="*/ 96 h 165"/>
                <a:gd name="T4" fmla="*/ 22 w 224"/>
                <a:gd name="T5" fmla="*/ 124 h 165"/>
                <a:gd name="T6" fmla="*/ 56 w 224"/>
                <a:gd name="T7" fmla="*/ 103 h 165"/>
                <a:gd name="T8" fmla="*/ 21 w 224"/>
                <a:gd name="T9" fmla="*/ 59 h 165"/>
                <a:gd name="T10" fmla="*/ 39 w 224"/>
                <a:gd name="T11" fmla="*/ 64 h 165"/>
                <a:gd name="T12" fmla="*/ 79 w 224"/>
                <a:gd name="T13" fmla="*/ 91 h 165"/>
                <a:gd name="T14" fmla="*/ 104 w 224"/>
                <a:gd name="T15" fmla="*/ 87 h 165"/>
                <a:gd name="T16" fmla="*/ 108 w 224"/>
                <a:gd name="T17" fmla="*/ 69 h 165"/>
                <a:gd name="T18" fmla="*/ 127 w 224"/>
                <a:gd name="T19" fmla="*/ 97 h 165"/>
                <a:gd name="T20" fmla="*/ 109 w 224"/>
                <a:gd name="T21" fmla="*/ 102 h 165"/>
                <a:gd name="T22" fmla="*/ 90 w 224"/>
                <a:gd name="T23" fmla="*/ 102 h 165"/>
                <a:gd name="T24" fmla="*/ 115 w 224"/>
                <a:gd name="T25" fmla="*/ 130 h 165"/>
                <a:gd name="T26" fmla="*/ 110 w 224"/>
                <a:gd name="T27" fmla="*/ 164 h 165"/>
                <a:gd name="T28" fmla="*/ 86 w 224"/>
                <a:gd name="T29" fmla="*/ 136 h 165"/>
                <a:gd name="T30" fmla="*/ 47 w 224"/>
                <a:gd name="T31" fmla="*/ 139 h 165"/>
                <a:gd name="T32" fmla="*/ 126 w 224"/>
                <a:gd name="T33" fmla="*/ 40 h 165"/>
                <a:gd name="T34" fmla="*/ 151 w 224"/>
                <a:gd name="T35" fmla="*/ 26 h 165"/>
                <a:gd name="T36" fmla="*/ 150 w 224"/>
                <a:gd name="T37" fmla="*/ 44 h 165"/>
                <a:gd name="T38" fmla="*/ 133 w 224"/>
                <a:gd name="T39" fmla="*/ 45 h 165"/>
                <a:gd name="T40" fmla="*/ 190 w 224"/>
                <a:gd name="T41" fmla="*/ 74 h 165"/>
                <a:gd name="T42" fmla="*/ 204 w 224"/>
                <a:gd name="T43" fmla="*/ 83 h 165"/>
                <a:gd name="T44" fmla="*/ 220 w 224"/>
                <a:gd name="T45" fmla="*/ 79 h 165"/>
                <a:gd name="T46" fmla="*/ 220 w 224"/>
                <a:gd name="T47" fmla="*/ 60 h 165"/>
                <a:gd name="T48" fmla="*/ 209 w 224"/>
                <a:gd name="T49" fmla="*/ 53 h 165"/>
                <a:gd name="T50" fmla="*/ 195 w 224"/>
                <a:gd name="T51" fmla="*/ 58 h 165"/>
                <a:gd name="T52" fmla="*/ 183 w 224"/>
                <a:gd name="T53" fmla="*/ 36 h 165"/>
                <a:gd name="T54" fmla="*/ 179 w 224"/>
                <a:gd name="T55" fmla="*/ 25 h 165"/>
                <a:gd name="T56" fmla="*/ 149 w 224"/>
                <a:gd name="T57" fmla="*/ 22 h 165"/>
                <a:gd name="T58" fmla="*/ 157 w 224"/>
                <a:gd name="T59" fmla="*/ 4 h 165"/>
                <a:gd name="T60" fmla="*/ 119 w 224"/>
                <a:gd name="T61" fmla="*/ 13 h 165"/>
                <a:gd name="T62" fmla="*/ 119 w 224"/>
                <a:gd name="T63" fmla="*/ 39 h 165"/>
                <a:gd name="T64" fmla="*/ 122 w 224"/>
                <a:gd name="T65" fmla="*/ 61 h 165"/>
                <a:gd name="T66" fmla="*/ 175 w 224"/>
                <a:gd name="T67" fmla="*/ 114 h 165"/>
                <a:gd name="T68" fmla="*/ 129 w 224"/>
                <a:gd name="T69" fmla="*/ 102 h 165"/>
                <a:gd name="T70" fmla="*/ 128 w 224"/>
                <a:gd name="T71" fmla="*/ 103 h 165"/>
                <a:gd name="T72" fmla="*/ 157 w 224"/>
                <a:gd name="T73" fmla="*/ 130 h 165"/>
                <a:gd name="T74" fmla="*/ 184 w 224"/>
                <a:gd name="T75" fmla="*/ 108 h 165"/>
                <a:gd name="T76" fmla="*/ 115 w 224"/>
                <a:gd name="T77" fmla="*/ 46 h 165"/>
                <a:gd name="T78" fmla="*/ 98 w 224"/>
                <a:gd name="T79" fmla="*/ 44 h 165"/>
                <a:gd name="T80" fmla="*/ 60 w 224"/>
                <a:gd name="T81" fmla="*/ 40 h 165"/>
                <a:gd name="T82" fmla="*/ 82 w 224"/>
                <a:gd name="T83" fmla="*/ 25 h 165"/>
                <a:gd name="T84" fmla="*/ 66 w 224"/>
                <a:gd name="T85" fmla="*/ 15 h 165"/>
                <a:gd name="T86" fmla="*/ 45 w 224"/>
                <a:gd name="T87" fmla="*/ 42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224" h="165">
                  <a:moveTo>
                    <a:pt x="7" y="136"/>
                  </a:moveTo>
                  <a:cubicBezTo>
                    <a:pt x="2" y="133"/>
                    <a:pt x="0" y="128"/>
                    <a:pt x="0" y="123"/>
                  </a:cubicBezTo>
                  <a:cubicBezTo>
                    <a:pt x="0" y="122"/>
                    <a:pt x="1" y="117"/>
                    <a:pt x="3" y="112"/>
                  </a:cubicBezTo>
                  <a:cubicBezTo>
                    <a:pt x="4" y="110"/>
                    <a:pt x="7" y="112"/>
                    <a:pt x="8" y="108"/>
                  </a:cubicBezTo>
                  <a:cubicBezTo>
                    <a:pt x="9" y="103"/>
                    <a:pt x="13" y="97"/>
                    <a:pt x="14" y="96"/>
                  </a:cubicBezTo>
                  <a:cubicBezTo>
                    <a:pt x="15" y="96"/>
                    <a:pt x="16" y="96"/>
                    <a:pt x="17" y="96"/>
                  </a:cubicBezTo>
                  <a:cubicBezTo>
                    <a:pt x="18" y="96"/>
                    <a:pt x="16" y="100"/>
                    <a:pt x="16" y="102"/>
                  </a:cubicBezTo>
                  <a:cubicBezTo>
                    <a:pt x="16" y="103"/>
                    <a:pt x="13" y="111"/>
                    <a:pt x="15" y="117"/>
                  </a:cubicBezTo>
                  <a:cubicBezTo>
                    <a:pt x="17" y="123"/>
                    <a:pt x="20" y="123"/>
                    <a:pt x="22" y="124"/>
                  </a:cubicBezTo>
                  <a:cubicBezTo>
                    <a:pt x="24" y="125"/>
                    <a:pt x="33" y="126"/>
                    <a:pt x="41" y="124"/>
                  </a:cubicBezTo>
                  <a:cubicBezTo>
                    <a:pt x="50" y="123"/>
                    <a:pt x="69" y="116"/>
                    <a:pt x="64" y="111"/>
                  </a:cubicBezTo>
                  <a:cubicBezTo>
                    <a:pt x="61" y="109"/>
                    <a:pt x="59" y="106"/>
                    <a:pt x="56" y="103"/>
                  </a:cubicBezTo>
                  <a:cubicBezTo>
                    <a:pt x="46" y="95"/>
                    <a:pt x="34" y="89"/>
                    <a:pt x="24" y="81"/>
                  </a:cubicBezTo>
                  <a:cubicBezTo>
                    <a:pt x="23" y="80"/>
                    <a:pt x="22" y="79"/>
                    <a:pt x="21" y="77"/>
                  </a:cubicBezTo>
                  <a:cubicBezTo>
                    <a:pt x="17" y="72"/>
                    <a:pt x="17" y="64"/>
                    <a:pt x="21" y="59"/>
                  </a:cubicBezTo>
                  <a:cubicBezTo>
                    <a:pt x="22" y="58"/>
                    <a:pt x="22" y="57"/>
                    <a:pt x="23" y="56"/>
                  </a:cubicBezTo>
                  <a:cubicBezTo>
                    <a:pt x="24" y="54"/>
                    <a:pt x="26" y="53"/>
                    <a:pt x="28" y="56"/>
                  </a:cubicBezTo>
                  <a:cubicBezTo>
                    <a:pt x="30" y="59"/>
                    <a:pt x="35" y="61"/>
                    <a:pt x="39" y="64"/>
                  </a:cubicBezTo>
                  <a:cubicBezTo>
                    <a:pt x="44" y="68"/>
                    <a:pt x="50" y="71"/>
                    <a:pt x="56" y="75"/>
                  </a:cubicBezTo>
                  <a:cubicBezTo>
                    <a:pt x="62" y="80"/>
                    <a:pt x="69" y="85"/>
                    <a:pt x="75" y="90"/>
                  </a:cubicBezTo>
                  <a:cubicBezTo>
                    <a:pt x="77" y="92"/>
                    <a:pt x="77" y="92"/>
                    <a:pt x="79" y="91"/>
                  </a:cubicBezTo>
                  <a:cubicBezTo>
                    <a:pt x="82" y="89"/>
                    <a:pt x="84" y="88"/>
                    <a:pt x="87" y="88"/>
                  </a:cubicBezTo>
                  <a:cubicBezTo>
                    <a:pt x="90" y="87"/>
                    <a:pt x="92" y="88"/>
                    <a:pt x="95" y="88"/>
                  </a:cubicBezTo>
                  <a:cubicBezTo>
                    <a:pt x="98" y="88"/>
                    <a:pt x="101" y="87"/>
                    <a:pt x="104" y="87"/>
                  </a:cubicBezTo>
                  <a:cubicBezTo>
                    <a:pt x="106" y="86"/>
                    <a:pt x="106" y="85"/>
                    <a:pt x="106" y="84"/>
                  </a:cubicBezTo>
                  <a:cubicBezTo>
                    <a:pt x="104" y="81"/>
                    <a:pt x="104" y="77"/>
                    <a:pt x="105" y="74"/>
                  </a:cubicBezTo>
                  <a:cubicBezTo>
                    <a:pt x="105" y="73"/>
                    <a:pt x="106" y="71"/>
                    <a:pt x="108" y="69"/>
                  </a:cubicBezTo>
                  <a:cubicBezTo>
                    <a:pt x="109" y="68"/>
                    <a:pt x="111" y="69"/>
                    <a:pt x="113" y="70"/>
                  </a:cubicBezTo>
                  <a:cubicBezTo>
                    <a:pt x="117" y="73"/>
                    <a:pt x="121" y="76"/>
                    <a:pt x="124" y="79"/>
                  </a:cubicBezTo>
                  <a:cubicBezTo>
                    <a:pt x="129" y="84"/>
                    <a:pt x="130" y="91"/>
                    <a:pt x="127" y="97"/>
                  </a:cubicBezTo>
                  <a:cubicBezTo>
                    <a:pt x="127" y="97"/>
                    <a:pt x="127" y="98"/>
                    <a:pt x="127" y="99"/>
                  </a:cubicBezTo>
                  <a:cubicBezTo>
                    <a:pt x="126" y="102"/>
                    <a:pt x="125" y="103"/>
                    <a:pt x="121" y="103"/>
                  </a:cubicBezTo>
                  <a:cubicBezTo>
                    <a:pt x="117" y="103"/>
                    <a:pt x="113" y="102"/>
                    <a:pt x="109" y="102"/>
                  </a:cubicBezTo>
                  <a:cubicBezTo>
                    <a:pt x="107" y="102"/>
                    <a:pt x="104" y="102"/>
                    <a:pt x="101" y="101"/>
                  </a:cubicBezTo>
                  <a:cubicBezTo>
                    <a:pt x="98" y="101"/>
                    <a:pt x="95" y="101"/>
                    <a:pt x="93" y="101"/>
                  </a:cubicBezTo>
                  <a:cubicBezTo>
                    <a:pt x="92" y="101"/>
                    <a:pt x="91" y="101"/>
                    <a:pt x="90" y="102"/>
                  </a:cubicBezTo>
                  <a:cubicBezTo>
                    <a:pt x="89" y="103"/>
                    <a:pt x="90" y="104"/>
                    <a:pt x="91" y="104"/>
                  </a:cubicBezTo>
                  <a:cubicBezTo>
                    <a:pt x="92" y="106"/>
                    <a:pt x="95" y="109"/>
                    <a:pt x="97" y="111"/>
                  </a:cubicBezTo>
                  <a:cubicBezTo>
                    <a:pt x="104" y="118"/>
                    <a:pt x="110" y="125"/>
                    <a:pt x="115" y="130"/>
                  </a:cubicBezTo>
                  <a:cubicBezTo>
                    <a:pt x="120" y="137"/>
                    <a:pt x="122" y="140"/>
                    <a:pt x="122" y="143"/>
                  </a:cubicBezTo>
                  <a:cubicBezTo>
                    <a:pt x="124" y="149"/>
                    <a:pt x="123" y="152"/>
                    <a:pt x="121" y="155"/>
                  </a:cubicBezTo>
                  <a:cubicBezTo>
                    <a:pt x="120" y="159"/>
                    <a:pt x="117" y="164"/>
                    <a:pt x="110" y="164"/>
                  </a:cubicBezTo>
                  <a:cubicBezTo>
                    <a:pt x="104" y="165"/>
                    <a:pt x="101" y="164"/>
                    <a:pt x="99" y="162"/>
                  </a:cubicBezTo>
                  <a:cubicBezTo>
                    <a:pt x="97" y="159"/>
                    <a:pt x="96" y="154"/>
                    <a:pt x="96" y="152"/>
                  </a:cubicBezTo>
                  <a:cubicBezTo>
                    <a:pt x="94" y="145"/>
                    <a:pt x="90" y="141"/>
                    <a:pt x="86" y="136"/>
                  </a:cubicBezTo>
                  <a:cubicBezTo>
                    <a:pt x="84" y="133"/>
                    <a:pt x="82" y="131"/>
                    <a:pt x="79" y="127"/>
                  </a:cubicBezTo>
                  <a:cubicBezTo>
                    <a:pt x="78" y="127"/>
                    <a:pt x="77" y="126"/>
                    <a:pt x="76" y="126"/>
                  </a:cubicBezTo>
                  <a:cubicBezTo>
                    <a:pt x="70" y="129"/>
                    <a:pt x="58" y="137"/>
                    <a:pt x="47" y="139"/>
                  </a:cubicBezTo>
                  <a:cubicBezTo>
                    <a:pt x="29" y="144"/>
                    <a:pt x="13" y="141"/>
                    <a:pt x="7" y="136"/>
                  </a:cubicBezTo>
                  <a:close/>
                  <a:moveTo>
                    <a:pt x="119" y="39"/>
                  </a:moveTo>
                  <a:cubicBezTo>
                    <a:pt x="121" y="41"/>
                    <a:pt x="123" y="41"/>
                    <a:pt x="126" y="40"/>
                  </a:cubicBezTo>
                  <a:cubicBezTo>
                    <a:pt x="128" y="39"/>
                    <a:pt x="130" y="38"/>
                    <a:pt x="133" y="37"/>
                  </a:cubicBezTo>
                  <a:cubicBezTo>
                    <a:pt x="135" y="35"/>
                    <a:pt x="137" y="34"/>
                    <a:pt x="139" y="32"/>
                  </a:cubicBezTo>
                  <a:cubicBezTo>
                    <a:pt x="142" y="28"/>
                    <a:pt x="146" y="26"/>
                    <a:pt x="151" y="26"/>
                  </a:cubicBezTo>
                  <a:cubicBezTo>
                    <a:pt x="151" y="26"/>
                    <a:pt x="152" y="26"/>
                    <a:pt x="153" y="27"/>
                  </a:cubicBezTo>
                  <a:cubicBezTo>
                    <a:pt x="153" y="27"/>
                    <a:pt x="153" y="28"/>
                    <a:pt x="152" y="29"/>
                  </a:cubicBezTo>
                  <a:cubicBezTo>
                    <a:pt x="150" y="34"/>
                    <a:pt x="149" y="39"/>
                    <a:pt x="150" y="44"/>
                  </a:cubicBezTo>
                  <a:cubicBezTo>
                    <a:pt x="151" y="49"/>
                    <a:pt x="146" y="47"/>
                    <a:pt x="146" y="47"/>
                  </a:cubicBezTo>
                  <a:cubicBezTo>
                    <a:pt x="146" y="47"/>
                    <a:pt x="140" y="46"/>
                    <a:pt x="139" y="46"/>
                  </a:cubicBezTo>
                  <a:cubicBezTo>
                    <a:pt x="138" y="45"/>
                    <a:pt x="134" y="45"/>
                    <a:pt x="133" y="45"/>
                  </a:cubicBezTo>
                  <a:cubicBezTo>
                    <a:pt x="133" y="46"/>
                    <a:pt x="128" y="48"/>
                    <a:pt x="128" y="49"/>
                  </a:cubicBezTo>
                  <a:cubicBezTo>
                    <a:pt x="128" y="50"/>
                    <a:pt x="133" y="53"/>
                    <a:pt x="133" y="53"/>
                  </a:cubicBezTo>
                  <a:cubicBezTo>
                    <a:pt x="133" y="53"/>
                    <a:pt x="182" y="72"/>
                    <a:pt x="190" y="74"/>
                  </a:cubicBezTo>
                  <a:cubicBezTo>
                    <a:pt x="191" y="75"/>
                    <a:pt x="195" y="78"/>
                    <a:pt x="196" y="78"/>
                  </a:cubicBezTo>
                  <a:cubicBezTo>
                    <a:pt x="197" y="79"/>
                    <a:pt x="198" y="79"/>
                    <a:pt x="198" y="80"/>
                  </a:cubicBezTo>
                  <a:cubicBezTo>
                    <a:pt x="200" y="81"/>
                    <a:pt x="202" y="82"/>
                    <a:pt x="204" y="83"/>
                  </a:cubicBezTo>
                  <a:cubicBezTo>
                    <a:pt x="205" y="84"/>
                    <a:pt x="209" y="84"/>
                    <a:pt x="209" y="84"/>
                  </a:cubicBezTo>
                  <a:cubicBezTo>
                    <a:pt x="213" y="84"/>
                    <a:pt x="215" y="82"/>
                    <a:pt x="216" y="81"/>
                  </a:cubicBezTo>
                  <a:cubicBezTo>
                    <a:pt x="217" y="81"/>
                    <a:pt x="219" y="79"/>
                    <a:pt x="220" y="79"/>
                  </a:cubicBezTo>
                  <a:cubicBezTo>
                    <a:pt x="221" y="77"/>
                    <a:pt x="222" y="75"/>
                    <a:pt x="222" y="75"/>
                  </a:cubicBezTo>
                  <a:cubicBezTo>
                    <a:pt x="223" y="73"/>
                    <a:pt x="224" y="69"/>
                    <a:pt x="223" y="67"/>
                  </a:cubicBezTo>
                  <a:cubicBezTo>
                    <a:pt x="223" y="66"/>
                    <a:pt x="222" y="62"/>
                    <a:pt x="220" y="60"/>
                  </a:cubicBezTo>
                  <a:cubicBezTo>
                    <a:pt x="218" y="57"/>
                    <a:pt x="216" y="56"/>
                    <a:pt x="214" y="55"/>
                  </a:cubicBezTo>
                  <a:cubicBezTo>
                    <a:pt x="212" y="53"/>
                    <a:pt x="211" y="53"/>
                    <a:pt x="211" y="53"/>
                  </a:cubicBezTo>
                  <a:cubicBezTo>
                    <a:pt x="210" y="53"/>
                    <a:pt x="209" y="52"/>
                    <a:pt x="209" y="53"/>
                  </a:cubicBezTo>
                  <a:cubicBezTo>
                    <a:pt x="209" y="53"/>
                    <a:pt x="210" y="56"/>
                    <a:pt x="209" y="56"/>
                  </a:cubicBezTo>
                  <a:cubicBezTo>
                    <a:pt x="208" y="57"/>
                    <a:pt x="208" y="58"/>
                    <a:pt x="205" y="58"/>
                  </a:cubicBezTo>
                  <a:cubicBezTo>
                    <a:pt x="203" y="58"/>
                    <a:pt x="200" y="59"/>
                    <a:pt x="195" y="58"/>
                  </a:cubicBezTo>
                  <a:cubicBezTo>
                    <a:pt x="190" y="57"/>
                    <a:pt x="166" y="53"/>
                    <a:pt x="162" y="52"/>
                  </a:cubicBezTo>
                  <a:cubicBezTo>
                    <a:pt x="163" y="51"/>
                    <a:pt x="167" y="49"/>
                    <a:pt x="170" y="48"/>
                  </a:cubicBezTo>
                  <a:cubicBezTo>
                    <a:pt x="175" y="45"/>
                    <a:pt x="181" y="42"/>
                    <a:pt x="183" y="36"/>
                  </a:cubicBezTo>
                  <a:cubicBezTo>
                    <a:pt x="184" y="34"/>
                    <a:pt x="185" y="31"/>
                    <a:pt x="184" y="28"/>
                  </a:cubicBezTo>
                  <a:cubicBezTo>
                    <a:pt x="184" y="27"/>
                    <a:pt x="182" y="26"/>
                    <a:pt x="180" y="25"/>
                  </a:cubicBezTo>
                  <a:cubicBezTo>
                    <a:pt x="180" y="25"/>
                    <a:pt x="180" y="25"/>
                    <a:pt x="179" y="25"/>
                  </a:cubicBezTo>
                  <a:cubicBezTo>
                    <a:pt x="175" y="22"/>
                    <a:pt x="171" y="21"/>
                    <a:pt x="166" y="23"/>
                  </a:cubicBezTo>
                  <a:cubicBezTo>
                    <a:pt x="161" y="24"/>
                    <a:pt x="156" y="25"/>
                    <a:pt x="151" y="23"/>
                  </a:cubicBezTo>
                  <a:cubicBezTo>
                    <a:pt x="150" y="23"/>
                    <a:pt x="150" y="23"/>
                    <a:pt x="149" y="22"/>
                  </a:cubicBezTo>
                  <a:cubicBezTo>
                    <a:pt x="150" y="21"/>
                    <a:pt x="150" y="21"/>
                    <a:pt x="151" y="20"/>
                  </a:cubicBezTo>
                  <a:cubicBezTo>
                    <a:pt x="153" y="17"/>
                    <a:pt x="156" y="15"/>
                    <a:pt x="158" y="12"/>
                  </a:cubicBezTo>
                  <a:cubicBezTo>
                    <a:pt x="160" y="9"/>
                    <a:pt x="160" y="6"/>
                    <a:pt x="157" y="4"/>
                  </a:cubicBezTo>
                  <a:cubicBezTo>
                    <a:pt x="154" y="2"/>
                    <a:pt x="150" y="0"/>
                    <a:pt x="145" y="1"/>
                  </a:cubicBezTo>
                  <a:cubicBezTo>
                    <a:pt x="138" y="2"/>
                    <a:pt x="132" y="5"/>
                    <a:pt x="126" y="8"/>
                  </a:cubicBezTo>
                  <a:cubicBezTo>
                    <a:pt x="124" y="10"/>
                    <a:pt x="121" y="11"/>
                    <a:pt x="119" y="13"/>
                  </a:cubicBezTo>
                  <a:cubicBezTo>
                    <a:pt x="116" y="16"/>
                    <a:pt x="113" y="19"/>
                    <a:pt x="114" y="24"/>
                  </a:cubicBezTo>
                  <a:cubicBezTo>
                    <a:pt x="114" y="26"/>
                    <a:pt x="115" y="27"/>
                    <a:pt x="115" y="29"/>
                  </a:cubicBezTo>
                  <a:cubicBezTo>
                    <a:pt x="115" y="33"/>
                    <a:pt x="116" y="36"/>
                    <a:pt x="119" y="39"/>
                  </a:cubicBezTo>
                  <a:close/>
                  <a:moveTo>
                    <a:pt x="98" y="44"/>
                  </a:moveTo>
                  <a:cubicBezTo>
                    <a:pt x="101" y="49"/>
                    <a:pt x="106" y="53"/>
                    <a:pt x="111" y="56"/>
                  </a:cubicBezTo>
                  <a:cubicBezTo>
                    <a:pt x="115" y="58"/>
                    <a:pt x="118" y="60"/>
                    <a:pt x="122" y="61"/>
                  </a:cubicBezTo>
                  <a:cubicBezTo>
                    <a:pt x="132" y="65"/>
                    <a:pt x="146" y="74"/>
                    <a:pt x="150" y="77"/>
                  </a:cubicBezTo>
                  <a:cubicBezTo>
                    <a:pt x="161" y="85"/>
                    <a:pt x="172" y="97"/>
                    <a:pt x="176" y="104"/>
                  </a:cubicBezTo>
                  <a:cubicBezTo>
                    <a:pt x="178" y="107"/>
                    <a:pt x="178" y="111"/>
                    <a:pt x="175" y="114"/>
                  </a:cubicBezTo>
                  <a:cubicBezTo>
                    <a:pt x="173" y="116"/>
                    <a:pt x="164" y="116"/>
                    <a:pt x="162" y="115"/>
                  </a:cubicBezTo>
                  <a:cubicBezTo>
                    <a:pt x="159" y="115"/>
                    <a:pt x="152" y="113"/>
                    <a:pt x="146" y="110"/>
                  </a:cubicBezTo>
                  <a:cubicBezTo>
                    <a:pt x="139" y="107"/>
                    <a:pt x="129" y="102"/>
                    <a:pt x="129" y="102"/>
                  </a:cubicBezTo>
                  <a:cubicBezTo>
                    <a:pt x="129" y="102"/>
                    <a:pt x="128" y="102"/>
                    <a:pt x="128" y="102"/>
                  </a:cubicBezTo>
                  <a:cubicBezTo>
                    <a:pt x="128" y="102"/>
                    <a:pt x="128" y="102"/>
                    <a:pt x="128" y="102"/>
                  </a:cubicBezTo>
                  <a:cubicBezTo>
                    <a:pt x="128" y="102"/>
                    <a:pt x="128" y="102"/>
                    <a:pt x="128" y="103"/>
                  </a:cubicBezTo>
                  <a:cubicBezTo>
                    <a:pt x="128" y="103"/>
                    <a:pt x="128" y="104"/>
                    <a:pt x="129" y="105"/>
                  </a:cubicBezTo>
                  <a:cubicBezTo>
                    <a:pt x="129" y="106"/>
                    <a:pt x="134" y="113"/>
                    <a:pt x="134" y="113"/>
                  </a:cubicBezTo>
                  <a:cubicBezTo>
                    <a:pt x="137" y="118"/>
                    <a:pt x="145" y="126"/>
                    <a:pt x="157" y="130"/>
                  </a:cubicBezTo>
                  <a:cubicBezTo>
                    <a:pt x="163" y="132"/>
                    <a:pt x="169" y="133"/>
                    <a:pt x="175" y="130"/>
                  </a:cubicBezTo>
                  <a:cubicBezTo>
                    <a:pt x="177" y="129"/>
                    <a:pt x="180" y="127"/>
                    <a:pt x="183" y="123"/>
                  </a:cubicBezTo>
                  <a:cubicBezTo>
                    <a:pt x="186" y="118"/>
                    <a:pt x="185" y="112"/>
                    <a:pt x="184" y="108"/>
                  </a:cubicBezTo>
                  <a:cubicBezTo>
                    <a:pt x="182" y="100"/>
                    <a:pt x="176" y="90"/>
                    <a:pt x="168" y="83"/>
                  </a:cubicBezTo>
                  <a:cubicBezTo>
                    <a:pt x="162" y="76"/>
                    <a:pt x="160" y="73"/>
                    <a:pt x="147" y="64"/>
                  </a:cubicBezTo>
                  <a:cubicBezTo>
                    <a:pt x="135" y="55"/>
                    <a:pt x="120" y="48"/>
                    <a:pt x="115" y="46"/>
                  </a:cubicBezTo>
                  <a:cubicBezTo>
                    <a:pt x="110" y="43"/>
                    <a:pt x="93" y="35"/>
                    <a:pt x="92" y="35"/>
                  </a:cubicBezTo>
                  <a:cubicBezTo>
                    <a:pt x="91" y="35"/>
                    <a:pt x="91" y="35"/>
                    <a:pt x="91" y="36"/>
                  </a:cubicBezTo>
                  <a:cubicBezTo>
                    <a:pt x="92" y="37"/>
                    <a:pt x="98" y="43"/>
                    <a:pt x="98" y="44"/>
                  </a:cubicBezTo>
                  <a:close/>
                  <a:moveTo>
                    <a:pt x="45" y="42"/>
                  </a:moveTo>
                  <a:cubicBezTo>
                    <a:pt x="46" y="46"/>
                    <a:pt x="49" y="47"/>
                    <a:pt x="51" y="45"/>
                  </a:cubicBezTo>
                  <a:cubicBezTo>
                    <a:pt x="54" y="43"/>
                    <a:pt x="57" y="42"/>
                    <a:pt x="60" y="40"/>
                  </a:cubicBezTo>
                  <a:cubicBezTo>
                    <a:pt x="66" y="37"/>
                    <a:pt x="73" y="34"/>
                    <a:pt x="80" y="31"/>
                  </a:cubicBezTo>
                  <a:cubicBezTo>
                    <a:pt x="82" y="30"/>
                    <a:pt x="83" y="29"/>
                    <a:pt x="82" y="26"/>
                  </a:cubicBezTo>
                  <a:cubicBezTo>
                    <a:pt x="82" y="26"/>
                    <a:pt x="82" y="25"/>
                    <a:pt x="82" y="25"/>
                  </a:cubicBezTo>
                  <a:cubicBezTo>
                    <a:pt x="81" y="23"/>
                    <a:pt x="80" y="20"/>
                    <a:pt x="79" y="17"/>
                  </a:cubicBezTo>
                  <a:cubicBezTo>
                    <a:pt x="78" y="17"/>
                    <a:pt x="77" y="16"/>
                    <a:pt x="75" y="15"/>
                  </a:cubicBezTo>
                  <a:cubicBezTo>
                    <a:pt x="72" y="15"/>
                    <a:pt x="69" y="15"/>
                    <a:pt x="66" y="15"/>
                  </a:cubicBezTo>
                  <a:cubicBezTo>
                    <a:pt x="60" y="17"/>
                    <a:pt x="53" y="20"/>
                    <a:pt x="47" y="23"/>
                  </a:cubicBezTo>
                  <a:cubicBezTo>
                    <a:pt x="41" y="25"/>
                    <a:pt x="39" y="30"/>
                    <a:pt x="42" y="37"/>
                  </a:cubicBezTo>
                  <a:cubicBezTo>
                    <a:pt x="42" y="39"/>
                    <a:pt x="44" y="40"/>
                    <a:pt x="45" y="4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0" name="Freeform 59"/>
            <p:cNvSpPr/>
            <p:nvPr/>
          </p:nvSpPr>
          <p:spPr bwMode="auto">
            <a:xfrm>
              <a:off x="-2065338" y="-779463"/>
              <a:ext cx="160338" cy="142875"/>
            </a:xfrm>
            <a:custGeom>
              <a:avLst/>
              <a:gdLst>
                <a:gd name="T0" fmla="*/ 27 w 210"/>
                <a:gd name="T1" fmla="*/ 9 h 187"/>
                <a:gd name="T2" fmla="*/ 42 w 210"/>
                <a:gd name="T3" fmla="*/ 17 h 187"/>
                <a:gd name="T4" fmla="*/ 47 w 210"/>
                <a:gd name="T5" fmla="*/ 7 h 187"/>
                <a:gd name="T6" fmla="*/ 59 w 210"/>
                <a:gd name="T7" fmla="*/ 7 h 187"/>
                <a:gd name="T8" fmla="*/ 64 w 210"/>
                <a:gd name="T9" fmla="*/ 25 h 187"/>
                <a:gd name="T10" fmla="*/ 59 w 210"/>
                <a:gd name="T11" fmla="*/ 42 h 187"/>
                <a:gd name="T12" fmla="*/ 72 w 210"/>
                <a:gd name="T13" fmla="*/ 67 h 187"/>
                <a:gd name="T14" fmla="*/ 79 w 210"/>
                <a:gd name="T15" fmla="*/ 51 h 187"/>
                <a:gd name="T16" fmla="*/ 127 w 210"/>
                <a:gd name="T17" fmla="*/ 1 h 187"/>
                <a:gd name="T18" fmla="*/ 154 w 210"/>
                <a:gd name="T19" fmla="*/ 16 h 187"/>
                <a:gd name="T20" fmla="*/ 178 w 210"/>
                <a:gd name="T21" fmla="*/ 40 h 187"/>
                <a:gd name="T22" fmla="*/ 202 w 210"/>
                <a:gd name="T23" fmla="*/ 77 h 187"/>
                <a:gd name="T24" fmla="*/ 200 w 210"/>
                <a:gd name="T25" fmla="*/ 105 h 187"/>
                <a:gd name="T26" fmla="*/ 185 w 210"/>
                <a:gd name="T27" fmla="*/ 108 h 187"/>
                <a:gd name="T28" fmla="*/ 181 w 210"/>
                <a:gd name="T29" fmla="*/ 105 h 187"/>
                <a:gd name="T30" fmla="*/ 174 w 210"/>
                <a:gd name="T31" fmla="*/ 107 h 187"/>
                <a:gd name="T32" fmla="*/ 180 w 210"/>
                <a:gd name="T33" fmla="*/ 116 h 187"/>
                <a:gd name="T34" fmla="*/ 207 w 210"/>
                <a:gd name="T35" fmla="*/ 137 h 187"/>
                <a:gd name="T36" fmla="*/ 210 w 210"/>
                <a:gd name="T37" fmla="*/ 144 h 187"/>
                <a:gd name="T38" fmla="*/ 201 w 210"/>
                <a:gd name="T39" fmla="*/ 141 h 187"/>
                <a:gd name="T40" fmla="*/ 160 w 210"/>
                <a:gd name="T41" fmla="*/ 114 h 187"/>
                <a:gd name="T42" fmla="*/ 153 w 210"/>
                <a:gd name="T43" fmla="*/ 129 h 187"/>
                <a:gd name="T44" fmla="*/ 146 w 210"/>
                <a:gd name="T45" fmla="*/ 137 h 187"/>
                <a:gd name="T46" fmla="*/ 139 w 210"/>
                <a:gd name="T47" fmla="*/ 134 h 187"/>
                <a:gd name="T48" fmla="*/ 132 w 210"/>
                <a:gd name="T49" fmla="*/ 115 h 187"/>
                <a:gd name="T50" fmla="*/ 123 w 210"/>
                <a:gd name="T51" fmla="*/ 122 h 187"/>
                <a:gd name="T52" fmla="*/ 110 w 210"/>
                <a:gd name="T53" fmla="*/ 100 h 187"/>
                <a:gd name="T54" fmla="*/ 98 w 210"/>
                <a:gd name="T55" fmla="*/ 97 h 187"/>
                <a:gd name="T56" fmla="*/ 91 w 210"/>
                <a:gd name="T57" fmla="*/ 87 h 187"/>
                <a:gd name="T58" fmla="*/ 91 w 210"/>
                <a:gd name="T59" fmla="*/ 86 h 187"/>
                <a:gd name="T60" fmla="*/ 97 w 210"/>
                <a:gd name="T61" fmla="*/ 81 h 187"/>
                <a:gd name="T62" fmla="*/ 103 w 210"/>
                <a:gd name="T63" fmla="*/ 81 h 187"/>
                <a:gd name="T64" fmla="*/ 96 w 210"/>
                <a:gd name="T65" fmla="*/ 64 h 187"/>
                <a:gd name="T66" fmla="*/ 95 w 210"/>
                <a:gd name="T67" fmla="*/ 54 h 187"/>
                <a:gd name="T68" fmla="*/ 118 w 210"/>
                <a:gd name="T69" fmla="*/ 66 h 187"/>
                <a:gd name="T70" fmla="*/ 132 w 210"/>
                <a:gd name="T71" fmla="*/ 68 h 187"/>
                <a:gd name="T72" fmla="*/ 139 w 210"/>
                <a:gd name="T73" fmla="*/ 97 h 187"/>
                <a:gd name="T74" fmla="*/ 141 w 210"/>
                <a:gd name="T75" fmla="*/ 97 h 187"/>
                <a:gd name="T76" fmla="*/ 146 w 210"/>
                <a:gd name="T77" fmla="*/ 86 h 187"/>
                <a:gd name="T78" fmla="*/ 158 w 210"/>
                <a:gd name="T79" fmla="*/ 91 h 187"/>
                <a:gd name="T80" fmla="*/ 167 w 210"/>
                <a:gd name="T81" fmla="*/ 105 h 187"/>
                <a:gd name="T82" fmla="*/ 187 w 210"/>
                <a:gd name="T83" fmla="*/ 92 h 187"/>
                <a:gd name="T84" fmla="*/ 179 w 210"/>
                <a:gd name="T85" fmla="*/ 66 h 187"/>
                <a:gd name="T86" fmla="*/ 152 w 210"/>
                <a:gd name="T87" fmla="*/ 33 h 187"/>
                <a:gd name="T88" fmla="*/ 110 w 210"/>
                <a:gd name="T89" fmla="*/ 21 h 187"/>
                <a:gd name="T90" fmla="*/ 89 w 210"/>
                <a:gd name="T91" fmla="*/ 74 h 187"/>
                <a:gd name="T92" fmla="*/ 91 w 210"/>
                <a:gd name="T93" fmla="*/ 86 h 187"/>
                <a:gd name="T94" fmla="*/ 91 w 210"/>
                <a:gd name="T95" fmla="*/ 87 h 187"/>
                <a:gd name="T96" fmla="*/ 95 w 210"/>
                <a:gd name="T97" fmla="*/ 113 h 187"/>
                <a:gd name="T98" fmla="*/ 92 w 210"/>
                <a:gd name="T99" fmla="*/ 127 h 187"/>
                <a:gd name="T100" fmla="*/ 106 w 210"/>
                <a:gd name="T101" fmla="*/ 144 h 187"/>
                <a:gd name="T102" fmla="*/ 141 w 210"/>
                <a:gd name="T103" fmla="*/ 161 h 187"/>
                <a:gd name="T104" fmla="*/ 157 w 210"/>
                <a:gd name="T105" fmla="*/ 177 h 187"/>
                <a:gd name="T106" fmla="*/ 150 w 210"/>
                <a:gd name="T107" fmla="*/ 185 h 187"/>
                <a:gd name="T108" fmla="*/ 134 w 210"/>
                <a:gd name="T109" fmla="*/ 186 h 187"/>
                <a:gd name="T110" fmla="*/ 87 w 210"/>
                <a:gd name="T111" fmla="*/ 159 h 187"/>
                <a:gd name="T112" fmla="*/ 70 w 210"/>
                <a:gd name="T113" fmla="*/ 128 h 187"/>
                <a:gd name="T114" fmla="*/ 72 w 210"/>
                <a:gd name="T115" fmla="*/ 121 h 187"/>
                <a:gd name="T116" fmla="*/ 56 w 210"/>
                <a:gd name="T117" fmla="*/ 84 h 187"/>
                <a:gd name="T118" fmla="*/ 33 w 210"/>
                <a:gd name="T119" fmla="*/ 82 h 187"/>
                <a:gd name="T120" fmla="*/ 34 w 210"/>
                <a:gd name="T121" fmla="*/ 60 h 187"/>
                <a:gd name="T122" fmla="*/ 30 w 210"/>
                <a:gd name="T123" fmla="*/ 50 h 187"/>
                <a:gd name="T124" fmla="*/ 8 w 210"/>
                <a:gd name="T125" fmla="*/ 32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10" h="187">
                  <a:moveTo>
                    <a:pt x="3" y="19"/>
                  </a:moveTo>
                  <a:cubicBezTo>
                    <a:pt x="9" y="11"/>
                    <a:pt x="17" y="9"/>
                    <a:pt x="27" y="9"/>
                  </a:cubicBezTo>
                  <a:cubicBezTo>
                    <a:pt x="31" y="9"/>
                    <a:pt x="34" y="11"/>
                    <a:pt x="37" y="13"/>
                  </a:cubicBezTo>
                  <a:cubicBezTo>
                    <a:pt x="39" y="15"/>
                    <a:pt x="40" y="19"/>
                    <a:pt x="42" y="17"/>
                  </a:cubicBezTo>
                  <a:cubicBezTo>
                    <a:pt x="43" y="16"/>
                    <a:pt x="44" y="14"/>
                    <a:pt x="44" y="13"/>
                  </a:cubicBezTo>
                  <a:cubicBezTo>
                    <a:pt x="45" y="10"/>
                    <a:pt x="45" y="9"/>
                    <a:pt x="47" y="7"/>
                  </a:cubicBezTo>
                  <a:cubicBezTo>
                    <a:pt x="49" y="6"/>
                    <a:pt x="51" y="6"/>
                    <a:pt x="53" y="6"/>
                  </a:cubicBezTo>
                  <a:cubicBezTo>
                    <a:pt x="55" y="5"/>
                    <a:pt x="57" y="6"/>
                    <a:pt x="59" y="7"/>
                  </a:cubicBezTo>
                  <a:cubicBezTo>
                    <a:pt x="62" y="9"/>
                    <a:pt x="63" y="11"/>
                    <a:pt x="65" y="13"/>
                  </a:cubicBezTo>
                  <a:cubicBezTo>
                    <a:pt x="67" y="18"/>
                    <a:pt x="65" y="21"/>
                    <a:pt x="64" y="25"/>
                  </a:cubicBezTo>
                  <a:cubicBezTo>
                    <a:pt x="64" y="28"/>
                    <a:pt x="62" y="30"/>
                    <a:pt x="61" y="33"/>
                  </a:cubicBezTo>
                  <a:cubicBezTo>
                    <a:pt x="60" y="36"/>
                    <a:pt x="59" y="39"/>
                    <a:pt x="59" y="42"/>
                  </a:cubicBezTo>
                  <a:cubicBezTo>
                    <a:pt x="61" y="49"/>
                    <a:pt x="63" y="56"/>
                    <a:pt x="68" y="62"/>
                  </a:cubicBezTo>
                  <a:cubicBezTo>
                    <a:pt x="70" y="63"/>
                    <a:pt x="71" y="65"/>
                    <a:pt x="72" y="67"/>
                  </a:cubicBezTo>
                  <a:cubicBezTo>
                    <a:pt x="74" y="69"/>
                    <a:pt x="75" y="68"/>
                    <a:pt x="76" y="66"/>
                  </a:cubicBezTo>
                  <a:cubicBezTo>
                    <a:pt x="77" y="61"/>
                    <a:pt x="78" y="56"/>
                    <a:pt x="79" y="51"/>
                  </a:cubicBezTo>
                  <a:cubicBezTo>
                    <a:pt x="83" y="34"/>
                    <a:pt x="90" y="19"/>
                    <a:pt x="103" y="8"/>
                  </a:cubicBezTo>
                  <a:cubicBezTo>
                    <a:pt x="110" y="2"/>
                    <a:pt x="118" y="0"/>
                    <a:pt x="127" y="1"/>
                  </a:cubicBezTo>
                  <a:cubicBezTo>
                    <a:pt x="135" y="2"/>
                    <a:pt x="141" y="6"/>
                    <a:pt x="147" y="11"/>
                  </a:cubicBezTo>
                  <a:cubicBezTo>
                    <a:pt x="149" y="13"/>
                    <a:pt x="152" y="14"/>
                    <a:pt x="154" y="16"/>
                  </a:cubicBezTo>
                  <a:cubicBezTo>
                    <a:pt x="158" y="20"/>
                    <a:pt x="163" y="24"/>
                    <a:pt x="167" y="28"/>
                  </a:cubicBezTo>
                  <a:cubicBezTo>
                    <a:pt x="171" y="32"/>
                    <a:pt x="175" y="36"/>
                    <a:pt x="178" y="40"/>
                  </a:cubicBezTo>
                  <a:cubicBezTo>
                    <a:pt x="183" y="47"/>
                    <a:pt x="190" y="54"/>
                    <a:pt x="194" y="62"/>
                  </a:cubicBezTo>
                  <a:cubicBezTo>
                    <a:pt x="197" y="67"/>
                    <a:pt x="200" y="72"/>
                    <a:pt x="202" y="77"/>
                  </a:cubicBezTo>
                  <a:cubicBezTo>
                    <a:pt x="204" y="81"/>
                    <a:pt x="205" y="86"/>
                    <a:pt x="205" y="91"/>
                  </a:cubicBezTo>
                  <a:cubicBezTo>
                    <a:pt x="206" y="96"/>
                    <a:pt x="205" y="102"/>
                    <a:pt x="200" y="105"/>
                  </a:cubicBezTo>
                  <a:cubicBezTo>
                    <a:pt x="196" y="108"/>
                    <a:pt x="192" y="110"/>
                    <a:pt x="187" y="111"/>
                  </a:cubicBezTo>
                  <a:cubicBezTo>
                    <a:pt x="185" y="111"/>
                    <a:pt x="184" y="110"/>
                    <a:pt x="185" y="108"/>
                  </a:cubicBezTo>
                  <a:cubicBezTo>
                    <a:pt x="185" y="108"/>
                    <a:pt x="181" y="107"/>
                    <a:pt x="181" y="107"/>
                  </a:cubicBezTo>
                  <a:cubicBezTo>
                    <a:pt x="181" y="106"/>
                    <a:pt x="182" y="106"/>
                    <a:pt x="181" y="105"/>
                  </a:cubicBezTo>
                  <a:cubicBezTo>
                    <a:pt x="180" y="104"/>
                    <a:pt x="180" y="104"/>
                    <a:pt x="179" y="105"/>
                  </a:cubicBezTo>
                  <a:cubicBezTo>
                    <a:pt x="177" y="106"/>
                    <a:pt x="176" y="106"/>
                    <a:pt x="174" y="107"/>
                  </a:cubicBezTo>
                  <a:cubicBezTo>
                    <a:pt x="172" y="108"/>
                    <a:pt x="172" y="109"/>
                    <a:pt x="173" y="110"/>
                  </a:cubicBezTo>
                  <a:cubicBezTo>
                    <a:pt x="175" y="112"/>
                    <a:pt x="178" y="114"/>
                    <a:pt x="180" y="116"/>
                  </a:cubicBezTo>
                  <a:cubicBezTo>
                    <a:pt x="182" y="118"/>
                    <a:pt x="183" y="119"/>
                    <a:pt x="184" y="120"/>
                  </a:cubicBezTo>
                  <a:cubicBezTo>
                    <a:pt x="187" y="123"/>
                    <a:pt x="203" y="134"/>
                    <a:pt x="207" y="137"/>
                  </a:cubicBezTo>
                  <a:cubicBezTo>
                    <a:pt x="208" y="138"/>
                    <a:pt x="209" y="140"/>
                    <a:pt x="210" y="141"/>
                  </a:cubicBezTo>
                  <a:cubicBezTo>
                    <a:pt x="210" y="142"/>
                    <a:pt x="210" y="143"/>
                    <a:pt x="210" y="144"/>
                  </a:cubicBezTo>
                  <a:cubicBezTo>
                    <a:pt x="209" y="144"/>
                    <a:pt x="208" y="144"/>
                    <a:pt x="208" y="144"/>
                  </a:cubicBezTo>
                  <a:cubicBezTo>
                    <a:pt x="205" y="143"/>
                    <a:pt x="203" y="142"/>
                    <a:pt x="201" y="141"/>
                  </a:cubicBezTo>
                  <a:cubicBezTo>
                    <a:pt x="192" y="135"/>
                    <a:pt x="183" y="130"/>
                    <a:pt x="174" y="124"/>
                  </a:cubicBezTo>
                  <a:cubicBezTo>
                    <a:pt x="169" y="121"/>
                    <a:pt x="165" y="118"/>
                    <a:pt x="160" y="114"/>
                  </a:cubicBezTo>
                  <a:cubicBezTo>
                    <a:pt x="158" y="112"/>
                    <a:pt x="157" y="113"/>
                    <a:pt x="156" y="116"/>
                  </a:cubicBezTo>
                  <a:cubicBezTo>
                    <a:pt x="155" y="121"/>
                    <a:pt x="154" y="123"/>
                    <a:pt x="153" y="129"/>
                  </a:cubicBezTo>
                  <a:cubicBezTo>
                    <a:pt x="152" y="131"/>
                    <a:pt x="151" y="133"/>
                    <a:pt x="150" y="135"/>
                  </a:cubicBezTo>
                  <a:cubicBezTo>
                    <a:pt x="149" y="136"/>
                    <a:pt x="147" y="137"/>
                    <a:pt x="146" y="137"/>
                  </a:cubicBezTo>
                  <a:cubicBezTo>
                    <a:pt x="145" y="137"/>
                    <a:pt x="143" y="137"/>
                    <a:pt x="142" y="137"/>
                  </a:cubicBezTo>
                  <a:cubicBezTo>
                    <a:pt x="141" y="136"/>
                    <a:pt x="140" y="135"/>
                    <a:pt x="139" y="134"/>
                  </a:cubicBezTo>
                  <a:cubicBezTo>
                    <a:pt x="137" y="129"/>
                    <a:pt x="135" y="124"/>
                    <a:pt x="133" y="118"/>
                  </a:cubicBezTo>
                  <a:cubicBezTo>
                    <a:pt x="133" y="117"/>
                    <a:pt x="132" y="116"/>
                    <a:pt x="132" y="115"/>
                  </a:cubicBezTo>
                  <a:cubicBezTo>
                    <a:pt x="131" y="116"/>
                    <a:pt x="131" y="116"/>
                    <a:pt x="130" y="117"/>
                  </a:cubicBezTo>
                  <a:cubicBezTo>
                    <a:pt x="129" y="120"/>
                    <a:pt x="126" y="121"/>
                    <a:pt x="123" y="122"/>
                  </a:cubicBezTo>
                  <a:cubicBezTo>
                    <a:pt x="120" y="122"/>
                    <a:pt x="118" y="121"/>
                    <a:pt x="117" y="118"/>
                  </a:cubicBezTo>
                  <a:cubicBezTo>
                    <a:pt x="115" y="112"/>
                    <a:pt x="112" y="106"/>
                    <a:pt x="110" y="100"/>
                  </a:cubicBezTo>
                  <a:cubicBezTo>
                    <a:pt x="109" y="98"/>
                    <a:pt x="108" y="97"/>
                    <a:pt x="106" y="97"/>
                  </a:cubicBezTo>
                  <a:cubicBezTo>
                    <a:pt x="103" y="98"/>
                    <a:pt x="101" y="98"/>
                    <a:pt x="98" y="97"/>
                  </a:cubicBezTo>
                  <a:cubicBezTo>
                    <a:pt x="97" y="97"/>
                    <a:pt x="95" y="95"/>
                    <a:pt x="94" y="94"/>
                  </a:cubicBezTo>
                  <a:cubicBezTo>
                    <a:pt x="93" y="92"/>
                    <a:pt x="92" y="89"/>
                    <a:pt x="91" y="87"/>
                  </a:cubicBezTo>
                  <a:cubicBezTo>
                    <a:pt x="91" y="87"/>
                    <a:pt x="91" y="87"/>
                    <a:pt x="91" y="87"/>
                  </a:cubicBezTo>
                  <a:cubicBezTo>
                    <a:pt x="91" y="87"/>
                    <a:pt x="91" y="87"/>
                    <a:pt x="91" y="86"/>
                  </a:cubicBezTo>
                  <a:cubicBezTo>
                    <a:pt x="91" y="85"/>
                    <a:pt x="91" y="84"/>
                    <a:pt x="92" y="83"/>
                  </a:cubicBezTo>
                  <a:cubicBezTo>
                    <a:pt x="92" y="81"/>
                    <a:pt x="94" y="80"/>
                    <a:pt x="97" y="81"/>
                  </a:cubicBezTo>
                  <a:cubicBezTo>
                    <a:pt x="97" y="81"/>
                    <a:pt x="97" y="81"/>
                    <a:pt x="97" y="81"/>
                  </a:cubicBezTo>
                  <a:cubicBezTo>
                    <a:pt x="99" y="81"/>
                    <a:pt x="101" y="81"/>
                    <a:pt x="103" y="81"/>
                  </a:cubicBezTo>
                  <a:cubicBezTo>
                    <a:pt x="104" y="81"/>
                    <a:pt x="103" y="78"/>
                    <a:pt x="103" y="77"/>
                  </a:cubicBezTo>
                  <a:cubicBezTo>
                    <a:pt x="102" y="72"/>
                    <a:pt x="99" y="67"/>
                    <a:pt x="96" y="64"/>
                  </a:cubicBezTo>
                  <a:cubicBezTo>
                    <a:pt x="95" y="62"/>
                    <a:pt x="95" y="59"/>
                    <a:pt x="94" y="57"/>
                  </a:cubicBezTo>
                  <a:cubicBezTo>
                    <a:pt x="94" y="56"/>
                    <a:pt x="94" y="55"/>
                    <a:pt x="95" y="54"/>
                  </a:cubicBezTo>
                  <a:cubicBezTo>
                    <a:pt x="98" y="51"/>
                    <a:pt x="107" y="51"/>
                    <a:pt x="111" y="54"/>
                  </a:cubicBezTo>
                  <a:cubicBezTo>
                    <a:pt x="114" y="57"/>
                    <a:pt x="116" y="61"/>
                    <a:pt x="118" y="66"/>
                  </a:cubicBezTo>
                  <a:cubicBezTo>
                    <a:pt x="119" y="67"/>
                    <a:pt x="119" y="68"/>
                    <a:pt x="121" y="67"/>
                  </a:cubicBezTo>
                  <a:cubicBezTo>
                    <a:pt x="125" y="64"/>
                    <a:pt x="128" y="66"/>
                    <a:pt x="132" y="68"/>
                  </a:cubicBezTo>
                  <a:cubicBezTo>
                    <a:pt x="134" y="70"/>
                    <a:pt x="135" y="73"/>
                    <a:pt x="135" y="76"/>
                  </a:cubicBezTo>
                  <a:cubicBezTo>
                    <a:pt x="135" y="83"/>
                    <a:pt x="137" y="90"/>
                    <a:pt x="139" y="97"/>
                  </a:cubicBezTo>
                  <a:cubicBezTo>
                    <a:pt x="139" y="98"/>
                    <a:pt x="140" y="98"/>
                    <a:pt x="140" y="99"/>
                  </a:cubicBezTo>
                  <a:cubicBezTo>
                    <a:pt x="140" y="98"/>
                    <a:pt x="141" y="97"/>
                    <a:pt x="141" y="97"/>
                  </a:cubicBezTo>
                  <a:cubicBezTo>
                    <a:pt x="141" y="95"/>
                    <a:pt x="140" y="94"/>
                    <a:pt x="140" y="92"/>
                  </a:cubicBezTo>
                  <a:cubicBezTo>
                    <a:pt x="139" y="90"/>
                    <a:pt x="143" y="85"/>
                    <a:pt x="146" y="86"/>
                  </a:cubicBezTo>
                  <a:cubicBezTo>
                    <a:pt x="148" y="86"/>
                    <a:pt x="151" y="87"/>
                    <a:pt x="153" y="87"/>
                  </a:cubicBezTo>
                  <a:cubicBezTo>
                    <a:pt x="155" y="88"/>
                    <a:pt x="157" y="89"/>
                    <a:pt x="158" y="91"/>
                  </a:cubicBezTo>
                  <a:cubicBezTo>
                    <a:pt x="159" y="93"/>
                    <a:pt x="160" y="95"/>
                    <a:pt x="161" y="97"/>
                  </a:cubicBezTo>
                  <a:cubicBezTo>
                    <a:pt x="163" y="100"/>
                    <a:pt x="164" y="103"/>
                    <a:pt x="167" y="105"/>
                  </a:cubicBezTo>
                  <a:cubicBezTo>
                    <a:pt x="168" y="106"/>
                    <a:pt x="169" y="107"/>
                    <a:pt x="171" y="106"/>
                  </a:cubicBezTo>
                  <a:cubicBezTo>
                    <a:pt x="177" y="102"/>
                    <a:pt x="182" y="98"/>
                    <a:pt x="187" y="92"/>
                  </a:cubicBezTo>
                  <a:cubicBezTo>
                    <a:pt x="188" y="89"/>
                    <a:pt x="188" y="88"/>
                    <a:pt x="188" y="85"/>
                  </a:cubicBezTo>
                  <a:cubicBezTo>
                    <a:pt x="186" y="79"/>
                    <a:pt x="182" y="72"/>
                    <a:pt x="179" y="66"/>
                  </a:cubicBezTo>
                  <a:cubicBezTo>
                    <a:pt x="173" y="57"/>
                    <a:pt x="166" y="49"/>
                    <a:pt x="159" y="41"/>
                  </a:cubicBezTo>
                  <a:cubicBezTo>
                    <a:pt x="156" y="38"/>
                    <a:pt x="154" y="35"/>
                    <a:pt x="152" y="33"/>
                  </a:cubicBezTo>
                  <a:cubicBezTo>
                    <a:pt x="147" y="29"/>
                    <a:pt x="143" y="25"/>
                    <a:pt x="138" y="21"/>
                  </a:cubicBezTo>
                  <a:cubicBezTo>
                    <a:pt x="128" y="15"/>
                    <a:pt x="119" y="14"/>
                    <a:pt x="110" y="21"/>
                  </a:cubicBezTo>
                  <a:cubicBezTo>
                    <a:pt x="99" y="31"/>
                    <a:pt x="95" y="43"/>
                    <a:pt x="92" y="56"/>
                  </a:cubicBezTo>
                  <a:cubicBezTo>
                    <a:pt x="90" y="62"/>
                    <a:pt x="90" y="68"/>
                    <a:pt x="89" y="74"/>
                  </a:cubicBezTo>
                  <a:cubicBezTo>
                    <a:pt x="89" y="76"/>
                    <a:pt x="89" y="78"/>
                    <a:pt x="89" y="80"/>
                  </a:cubicBezTo>
                  <a:cubicBezTo>
                    <a:pt x="90" y="82"/>
                    <a:pt x="90" y="84"/>
                    <a:pt x="91" y="86"/>
                  </a:cubicBezTo>
                  <a:cubicBezTo>
                    <a:pt x="91" y="87"/>
                    <a:pt x="91" y="87"/>
                    <a:pt x="91" y="87"/>
                  </a:cubicBezTo>
                  <a:cubicBezTo>
                    <a:pt x="91" y="87"/>
                    <a:pt x="91" y="87"/>
                    <a:pt x="91" y="87"/>
                  </a:cubicBezTo>
                  <a:cubicBezTo>
                    <a:pt x="91" y="90"/>
                    <a:pt x="91" y="94"/>
                    <a:pt x="92" y="97"/>
                  </a:cubicBezTo>
                  <a:cubicBezTo>
                    <a:pt x="93" y="103"/>
                    <a:pt x="94" y="108"/>
                    <a:pt x="95" y="113"/>
                  </a:cubicBezTo>
                  <a:cubicBezTo>
                    <a:pt x="95" y="117"/>
                    <a:pt x="95" y="120"/>
                    <a:pt x="94" y="124"/>
                  </a:cubicBezTo>
                  <a:cubicBezTo>
                    <a:pt x="94" y="125"/>
                    <a:pt x="93" y="126"/>
                    <a:pt x="92" y="127"/>
                  </a:cubicBezTo>
                  <a:cubicBezTo>
                    <a:pt x="89" y="130"/>
                    <a:pt x="88" y="133"/>
                    <a:pt x="92" y="136"/>
                  </a:cubicBezTo>
                  <a:cubicBezTo>
                    <a:pt x="97" y="139"/>
                    <a:pt x="102" y="142"/>
                    <a:pt x="106" y="144"/>
                  </a:cubicBezTo>
                  <a:cubicBezTo>
                    <a:pt x="114" y="149"/>
                    <a:pt x="122" y="153"/>
                    <a:pt x="130" y="157"/>
                  </a:cubicBezTo>
                  <a:cubicBezTo>
                    <a:pt x="133" y="159"/>
                    <a:pt x="137" y="160"/>
                    <a:pt x="141" y="161"/>
                  </a:cubicBezTo>
                  <a:cubicBezTo>
                    <a:pt x="148" y="163"/>
                    <a:pt x="152" y="167"/>
                    <a:pt x="157" y="171"/>
                  </a:cubicBezTo>
                  <a:cubicBezTo>
                    <a:pt x="159" y="173"/>
                    <a:pt x="158" y="175"/>
                    <a:pt x="157" y="177"/>
                  </a:cubicBezTo>
                  <a:cubicBezTo>
                    <a:pt x="155" y="179"/>
                    <a:pt x="153" y="182"/>
                    <a:pt x="151" y="184"/>
                  </a:cubicBezTo>
                  <a:cubicBezTo>
                    <a:pt x="151" y="184"/>
                    <a:pt x="150" y="185"/>
                    <a:pt x="150" y="185"/>
                  </a:cubicBezTo>
                  <a:cubicBezTo>
                    <a:pt x="145" y="186"/>
                    <a:pt x="141" y="186"/>
                    <a:pt x="137" y="187"/>
                  </a:cubicBezTo>
                  <a:cubicBezTo>
                    <a:pt x="136" y="187"/>
                    <a:pt x="135" y="187"/>
                    <a:pt x="134" y="186"/>
                  </a:cubicBezTo>
                  <a:cubicBezTo>
                    <a:pt x="126" y="182"/>
                    <a:pt x="118" y="179"/>
                    <a:pt x="111" y="174"/>
                  </a:cubicBezTo>
                  <a:cubicBezTo>
                    <a:pt x="103" y="170"/>
                    <a:pt x="95" y="164"/>
                    <a:pt x="87" y="159"/>
                  </a:cubicBezTo>
                  <a:cubicBezTo>
                    <a:pt x="83" y="156"/>
                    <a:pt x="78" y="152"/>
                    <a:pt x="75" y="147"/>
                  </a:cubicBezTo>
                  <a:cubicBezTo>
                    <a:pt x="71" y="141"/>
                    <a:pt x="69" y="135"/>
                    <a:pt x="70" y="128"/>
                  </a:cubicBezTo>
                  <a:cubicBezTo>
                    <a:pt x="70" y="126"/>
                    <a:pt x="69" y="124"/>
                    <a:pt x="71" y="123"/>
                  </a:cubicBezTo>
                  <a:cubicBezTo>
                    <a:pt x="72" y="122"/>
                    <a:pt x="72" y="121"/>
                    <a:pt x="72" y="121"/>
                  </a:cubicBezTo>
                  <a:cubicBezTo>
                    <a:pt x="70" y="114"/>
                    <a:pt x="70" y="107"/>
                    <a:pt x="66" y="101"/>
                  </a:cubicBezTo>
                  <a:cubicBezTo>
                    <a:pt x="63" y="96"/>
                    <a:pt x="59" y="90"/>
                    <a:pt x="56" y="84"/>
                  </a:cubicBezTo>
                  <a:cubicBezTo>
                    <a:pt x="55" y="83"/>
                    <a:pt x="54" y="83"/>
                    <a:pt x="52" y="84"/>
                  </a:cubicBezTo>
                  <a:cubicBezTo>
                    <a:pt x="47" y="88"/>
                    <a:pt x="37" y="86"/>
                    <a:pt x="33" y="82"/>
                  </a:cubicBezTo>
                  <a:cubicBezTo>
                    <a:pt x="31" y="79"/>
                    <a:pt x="31" y="75"/>
                    <a:pt x="32" y="72"/>
                  </a:cubicBezTo>
                  <a:cubicBezTo>
                    <a:pt x="34" y="68"/>
                    <a:pt x="34" y="64"/>
                    <a:pt x="34" y="60"/>
                  </a:cubicBezTo>
                  <a:cubicBezTo>
                    <a:pt x="34" y="59"/>
                    <a:pt x="34" y="58"/>
                    <a:pt x="34" y="57"/>
                  </a:cubicBezTo>
                  <a:cubicBezTo>
                    <a:pt x="34" y="54"/>
                    <a:pt x="32" y="52"/>
                    <a:pt x="30" y="50"/>
                  </a:cubicBezTo>
                  <a:cubicBezTo>
                    <a:pt x="26" y="46"/>
                    <a:pt x="22" y="41"/>
                    <a:pt x="18" y="37"/>
                  </a:cubicBezTo>
                  <a:cubicBezTo>
                    <a:pt x="15" y="35"/>
                    <a:pt x="12" y="33"/>
                    <a:pt x="8" y="32"/>
                  </a:cubicBezTo>
                  <a:cubicBezTo>
                    <a:pt x="4" y="31"/>
                    <a:pt x="0" y="24"/>
                    <a:pt x="3" y="1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1" name="Freeform 60"/>
            <p:cNvSpPr>
              <a:spLocks noEditPoints="1"/>
            </p:cNvSpPr>
            <p:nvPr/>
          </p:nvSpPr>
          <p:spPr bwMode="auto">
            <a:xfrm>
              <a:off x="-1889125" y="-954088"/>
              <a:ext cx="114300" cy="150813"/>
            </a:xfrm>
            <a:custGeom>
              <a:avLst/>
              <a:gdLst>
                <a:gd name="T0" fmla="*/ 0 w 151"/>
                <a:gd name="T1" fmla="*/ 139 h 197"/>
                <a:gd name="T2" fmla="*/ 13 w 151"/>
                <a:gd name="T3" fmla="*/ 110 h 197"/>
                <a:gd name="T4" fmla="*/ 55 w 151"/>
                <a:gd name="T5" fmla="*/ 43 h 197"/>
                <a:gd name="T6" fmla="*/ 83 w 151"/>
                <a:gd name="T7" fmla="*/ 8 h 197"/>
                <a:gd name="T8" fmla="*/ 102 w 151"/>
                <a:gd name="T9" fmla="*/ 4 h 197"/>
                <a:gd name="T10" fmla="*/ 108 w 151"/>
                <a:gd name="T11" fmla="*/ 19 h 197"/>
                <a:gd name="T12" fmla="*/ 89 w 151"/>
                <a:gd name="T13" fmla="*/ 38 h 197"/>
                <a:gd name="T14" fmla="*/ 68 w 151"/>
                <a:gd name="T15" fmla="*/ 60 h 197"/>
                <a:gd name="T16" fmla="*/ 56 w 151"/>
                <a:gd name="T17" fmla="*/ 91 h 197"/>
                <a:gd name="T18" fmla="*/ 57 w 151"/>
                <a:gd name="T19" fmla="*/ 113 h 197"/>
                <a:gd name="T20" fmla="*/ 59 w 151"/>
                <a:gd name="T21" fmla="*/ 112 h 197"/>
                <a:gd name="T22" fmla="*/ 64 w 151"/>
                <a:gd name="T23" fmla="*/ 96 h 197"/>
                <a:gd name="T24" fmla="*/ 79 w 151"/>
                <a:gd name="T25" fmla="*/ 70 h 197"/>
                <a:gd name="T26" fmla="*/ 95 w 151"/>
                <a:gd name="T27" fmla="*/ 74 h 197"/>
                <a:gd name="T28" fmla="*/ 97 w 151"/>
                <a:gd name="T29" fmla="*/ 94 h 197"/>
                <a:gd name="T30" fmla="*/ 107 w 151"/>
                <a:gd name="T31" fmla="*/ 110 h 197"/>
                <a:gd name="T32" fmla="*/ 103 w 151"/>
                <a:gd name="T33" fmla="*/ 124 h 197"/>
                <a:gd name="T34" fmla="*/ 113 w 151"/>
                <a:gd name="T35" fmla="*/ 138 h 197"/>
                <a:gd name="T36" fmla="*/ 138 w 151"/>
                <a:gd name="T37" fmla="*/ 121 h 197"/>
                <a:gd name="T38" fmla="*/ 143 w 151"/>
                <a:gd name="T39" fmla="*/ 146 h 197"/>
                <a:gd name="T40" fmla="*/ 136 w 151"/>
                <a:gd name="T41" fmla="*/ 152 h 197"/>
                <a:gd name="T42" fmla="*/ 135 w 151"/>
                <a:gd name="T43" fmla="*/ 152 h 197"/>
                <a:gd name="T44" fmla="*/ 138 w 151"/>
                <a:gd name="T45" fmla="*/ 138 h 197"/>
                <a:gd name="T46" fmla="*/ 122 w 151"/>
                <a:gd name="T47" fmla="*/ 150 h 197"/>
                <a:gd name="T48" fmla="*/ 133 w 151"/>
                <a:gd name="T49" fmla="*/ 169 h 197"/>
                <a:gd name="T50" fmla="*/ 134 w 151"/>
                <a:gd name="T51" fmla="*/ 178 h 197"/>
                <a:gd name="T52" fmla="*/ 130 w 151"/>
                <a:gd name="T53" fmla="*/ 184 h 197"/>
                <a:gd name="T54" fmla="*/ 119 w 151"/>
                <a:gd name="T55" fmla="*/ 184 h 197"/>
                <a:gd name="T56" fmla="*/ 112 w 151"/>
                <a:gd name="T57" fmla="*/ 176 h 197"/>
                <a:gd name="T58" fmla="*/ 107 w 151"/>
                <a:gd name="T59" fmla="*/ 175 h 197"/>
                <a:gd name="T60" fmla="*/ 93 w 151"/>
                <a:gd name="T61" fmla="*/ 197 h 197"/>
                <a:gd name="T62" fmla="*/ 83 w 151"/>
                <a:gd name="T63" fmla="*/ 185 h 197"/>
                <a:gd name="T64" fmla="*/ 86 w 151"/>
                <a:gd name="T65" fmla="*/ 177 h 197"/>
                <a:gd name="T66" fmla="*/ 101 w 151"/>
                <a:gd name="T67" fmla="*/ 155 h 197"/>
                <a:gd name="T68" fmla="*/ 93 w 151"/>
                <a:gd name="T69" fmla="*/ 136 h 197"/>
                <a:gd name="T70" fmla="*/ 89 w 151"/>
                <a:gd name="T71" fmla="*/ 138 h 197"/>
                <a:gd name="T72" fmla="*/ 78 w 151"/>
                <a:gd name="T73" fmla="*/ 120 h 197"/>
                <a:gd name="T74" fmla="*/ 91 w 151"/>
                <a:gd name="T75" fmla="*/ 79 h 197"/>
                <a:gd name="T76" fmla="*/ 88 w 151"/>
                <a:gd name="T77" fmla="*/ 78 h 197"/>
                <a:gd name="T78" fmla="*/ 72 w 151"/>
                <a:gd name="T79" fmla="*/ 115 h 197"/>
                <a:gd name="T80" fmla="*/ 74 w 151"/>
                <a:gd name="T81" fmla="*/ 127 h 197"/>
                <a:gd name="T82" fmla="*/ 75 w 151"/>
                <a:gd name="T83" fmla="*/ 135 h 197"/>
                <a:gd name="T84" fmla="*/ 73 w 151"/>
                <a:gd name="T85" fmla="*/ 150 h 197"/>
                <a:gd name="T86" fmla="*/ 57 w 151"/>
                <a:gd name="T87" fmla="*/ 138 h 197"/>
                <a:gd name="T88" fmla="*/ 57 w 151"/>
                <a:gd name="T89" fmla="*/ 76 h 197"/>
                <a:gd name="T90" fmla="*/ 55 w 151"/>
                <a:gd name="T91" fmla="*/ 72 h 197"/>
                <a:gd name="T92" fmla="*/ 40 w 151"/>
                <a:gd name="T93" fmla="*/ 97 h 197"/>
                <a:gd name="T94" fmla="*/ 16 w 151"/>
                <a:gd name="T95" fmla="*/ 143 h 197"/>
                <a:gd name="T96" fmla="*/ 0 w 151"/>
                <a:gd name="T97" fmla="*/ 142 h 197"/>
                <a:gd name="T98" fmla="*/ 19 w 151"/>
                <a:gd name="T99" fmla="*/ 36 h 197"/>
                <a:gd name="T100" fmla="*/ 26 w 151"/>
                <a:gd name="T101" fmla="*/ 40 h 197"/>
                <a:gd name="T102" fmla="*/ 26 w 151"/>
                <a:gd name="T103" fmla="*/ 55 h 197"/>
                <a:gd name="T104" fmla="*/ 35 w 151"/>
                <a:gd name="T105" fmla="*/ 41 h 197"/>
                <a:gd name="T106" fmla="*/ 51 w 151"/>
                <a:gd name="T107" fmla="*/ 23 h 197"/>
                <a:gd name="T108" fmla="*/ 29 w 151"/>
                <a:gd name="T109" fmla="*/ 7 h 197"/>
                <a:gd name="T110" fmla="*/ 10 w 151"/>
                <a:gd name="T111" fmla="*/ 12 h 197"/>
                <a:gd name="T112" fmla="*/ 14 w 151"/>
                <a:gd name="T113" fmla="*/ 34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51" h="197">
                  <a:moveTo>
                    <a:pt x="0" y="142"/>
                  </a:moveTo>
                  <a:cubicBezTo>
                    <a:pt x="0" y="141"/>
                    <a:pt x="0" y="140"/>
                    <a:pt x="0" y="139"/>
                  </a:cubicBezTo>
                  <a:cubicBezTo>
                    <a:pt x="1" y="133"/>
                    <a:pt x="3" y="128"/>
                    <a:pt x="6" y="123"/>
                  </a:cubicBezTo>
                  <a:cubicBezTo>
                    <a:pt x="9" y="119"/>
                    <a:pt x="11" y="115"/>
                    <a:pt x="13" y="110"/>
                  </a:cubicBezTo>
                  <a:cubicBezTo>
                    <a:pt x="17" y="104"/>
                    <a:pt x="20" y="98"/>
                    <a:pt x="23" y="92"/>
                  </a:cubicBezTo>
                  <a:cubicBezTo>
                    <a:pt x="24" y="90"/>
                    <a:pt x="50" y="49"/>
                    <a:pt x="55" y="43"/>
                  </a:cubicBezTo>
                  <a:cubicBezTo>
                    <a:pt x="59" y="37"/>
                    <a:pt x="63" y="31"/>
                    <a:pt x="68" y="25"/>
                  </a:cubicBezTo>
                  <a:cubicBezTo>
                    <a:pt x="73" y="20"/>
                    <a:pt x="78" y="14"/>
                    <a:pt x="83" y="8"/>
                  </a:cubicBezTo>
                  <a:cubicBezTo>
                    <a:pt x="84" y="7"/>
                    <a:pt x="85" y="6"/>
                    <a:pt x="86" y="4"/>
                  </a:cubicBezTo>
                  <a:cubicBezTo>
                    <a:pt x="90" y="1"/>
                    <a:pt x="97" y="0"/>
                    <a:pt x="102" y="4"/>
                  </a:cubicBezTo>
                  <a:cubicBezTo>
                    <a:pt x="105" y="6"/>
                    <a:pt x="107" y="10"/>
                    <a:pt x="108" y="14"/>
                  </a:cubicBezTo>
                  <a:cubicBezTo>
                    <a:pt x="109" y="16"/>
                    <a:pt x="108" y="17"/>
                    <a:pt x="108" y="19"/>
                  </a:cubicBezTo>
                  <a:cubicBezTo>
                    <a:pt x="106" y="23"/>
                    <a:pt x="103" y="25"/>
                    <a:pt x="100" y="27"/>
                  </a:cubicBezTo>
                  <a:cubicBezTo>
                    <a:pt x="96" y="30"/>
                    <a:pt x="92" y="34"/>
                    <a:pt x="89" y="38"/>
                  </a:cubicBezTo>
                  <a:cubicBezTo>
                    <a:pt x="84" y="42"/>
                    <a:pt x="79" y="47"/>
                    <a:pt x="74" y="52"/>
                  </a:cubicBezTo>
                  <a:cubicBezTo>
                    <a:pt x="71" y="54"/>
                    <a:pt x="70" y="57"/>
                    <a:pt x="68" y="60"/>
                  </a:cubicBezTo>
                  <a:cubicBezTo>
                    <a:pt x="65" y="65"/>
                    <a:pt x="62" y="69"/>
                    <a:pt x="60" y="73"/>
                  </a:cubicBezTo>
                  <a:cubicBezTo>
                    <a:pt x="58" y="79"/>
                    <a:pt x="57" y="85"/>
                    <a:pt x="56" y="91"/>
                  </a:cubicBezTo>
                  <a:cubicBezTo>
                    <a:pt x="55" y="96"/>
                    <a:pt x="55" y="101"/>
                    <a:pt x="56" y="106"/>
                  </a:cubicBezTo>
                  <a:cubicBezTo>
                    <a:pt x="56" y="108"/>
                    <a:pt x="57" y="110"/>
                    <a:pt x="57" y="113"/>
                  </a:cubicBezTo>
                  <a:cubicBezTo>
                    <a:pt x="57" y="113"/>
                    <a:pt x="58" y="114"/>
                    <a:pt x="58" y="114"/>
                  </a:cubicBezTo>
                  <a:cubicBezTo>
                    <a:pt x="59" y="113"/>
                    <a:pt x="59" y="113"/>
                    <a:pt x="59" y="112"/>
                  </a:cubicBezTo>
                  <a:cubicBezTo>
                    <a:pt x="60" y="110"/>
                    <a:pt x="60" y="107"/>
                    <a:pt x="61" y="104"/>
                  </a:cubicBezTo>
                  <a:cubicBezTo>
                    <a:pt x="61" y="101"/>
                    <a:pt x="63" y="98"/>
                    <a:pt x="64" y="96"/>
                  </a:cubicBezTo>
                  <a:cubicBezTo>
                    <a:pt x="66" y="91"/>
                    <a:pt x="68" y="87"/>
                    <a:pt x="70" y="83"/>
                  </a:cubicBezTo>
                  <a:cubicBezTo>
                    <a:pt x="72" y="78"/>
                    <a:pt x="74" y="72"/>
                    <a:pt x="79" y="70"/>
                  </a:cubicBezTo>
                  <a:cubicBezTo>
                    <a:pt x="82" y="69"/>
                    <a:pt x="85" y="68"/>
                    <a:pt x="88" y="67"/>
                  </a:cubicBezTo>
                  <a:cubicBezTo>
                    <a:pt x="91" y="66"/>
                    <a:pt x="95" y="69"/>
                    <a:pt x="95" y="74"/>
                  </a:cubicBezTo>
                  <a:cubicBezTo>
                    <a:pt x="96" y="77"/>
                    <a:pt x="97" y="80"/>
                    <a:pt x="97" y="84"/>
                  </a:cubicBezTo>
                  <a:cubicBezTo>
                    <a:pt x="97" y="87"/>
                    <a:pt x="97" y="90"/>
                    <a:pt x="97" y="94"/>
                  </a:cubicBezTo>
                  <a:cubicBezTo>
                    <a:pt x="97" y="97"/>
                    <a:pt x="100" y="100"/>
                    <a:pt x="102" y="101"/>
                  </a:cubicBezTo>
                  <a:cubicBezTo>
                    <a:pt x="105" y="103"/>
                    <a:pt x="107" y="106"/>
                    <a:pt x="107" y="110"/>
                  </a:cubicBezTo>
                  <a:cubicBezTo>
                    <a:pt x="107" y="114"/>
                    <a:pt x="106" y="118"/>
                    <a:pt x="104" y="121"/>
                  </a:cubicBezTo>
                  <a:cubicBezTo>
                    <a:pt x="103" y="122"/>
                    <a:pt x="103" y="123"/>
                    <a:pt x="103" y="124"/>
                  </a:cubicBezTo>
                  <a:cubicBezTo>
                    <a:pt x="105" y="128"/>
                    <a:pt x="107" y="133"/>
                    <a:pt x="109" y="138"/>
                  </a:cubicBezTo>
                  <a:cubicBezTo>
                    <a:pt x="110" y="140"/>
                    <a:pt x="111" y="140"/>
                    <a:pt x="113" y="138"/>
                  </a:cubicBezTo>
                  <a:cubicBezTo>
                    <a:pt x="116" y="135"/>
                    <a:pt x="119" y="131"/>
                    <a:pt x="123" y="128"/>
                  </a:cubicBezTo>
                  <a:cubicBezTo>
                    <a:pt x="127" y="124"/>
                    <a:pt x="132" y="121"/>
                    <a:pt x="138" y="121"/>
                  </a:cubicBezTo>
                  <a:cubicBezTo>
                    <a:pt x="145" y="120"/>
                    <a:pt x="151" y="124"/>
                    <a:pt x="149" y="132"/>
                  </a:cubicBezTo>
                  <a:cubicBezTo>
                    <a:pt x="149" y="138"/>
                    <a:pt x="145" y="142"/>
                    <a:pt x="143" y="146"/>
                  </a:cubicBezTo>
                  <a:cubicBezTo>
                    <a:pt x="141" y="148"/>
                    <a:pt x="140" y="148"/>
                    <a:pt x="139" y="149"/>
                  </a:cubicBezTo>
                  <a:cubicBezTo>
                    <a:pt x="138" y="149"/>
                    <a:pt x="137" y="151"/>
                    <a:pt x="136" y="152"/>
                  </a:cubicBezTo>
                  <a:cubicBezTo>
                    <a:pt x="136" y="152"/>
                    <a:pt x="136" y="153"/>
                    <a:pt x="135" y="153"/>
                  </a:cubicBezTo>
                  <a:cubicBezTo>
                    <a:pt x="135" y="153"/>
                    <a:pt x="135" y="152"/>
                    <a:pt x="135" y="152"/>
                  </a:cubicBezTo>
                  <a:cubicBezTo>
                    <a:pt x="136" y="151"/>
                    <a:pt x="138" y="146"/>
                    <a:pt x="138" y="144"/>
                  </a:cubicBezTo>
                  <a:cubicBezTo>
                    <a:pt x="139" y="142"/>
                    <a:pt x="139" y="139"/>
                    <a:pt x="138" y="138"/>
                  </a:cubicBezTo>
                  <a:cubicBezTo>
                    <a:pt x="136" y="138"/>
                    <a:pt x="135" y="138"/>
                    <a:pt x="133" y="139"/>
                  </a:cubicBezTo>
                  <a:cubicBezTo>
                    <a:pt x="129" y="141"/>
                    <a:pt x="125" y="146"/>
                    <a:pt x="122" y="150"/>
                  </a:cubicBezTo>
                  <a:cubicBezTo>
                    <a:pt x="120" y="152"/>
                    <a:pt x="120" y="154"/>
                    <a:pt x="122" y="156"/>
                  </a:cubicBezTo>
                  <a:cubicBezTo>
                    <a:pt x="125" y="161"/>
                    <a:pt x="128" y="166"/>
                    <a:pt x="133" y="169"/>
                  </a:cubicBezTo>
                  <a:cubicBezTo>
                    <a:pt x="134" y="170"/>
                    <a:pt x="135" y="172"/>
                    <a:pt x="134" y="174"/>
                  </a:cubicBezTo>
                  <a:cubicBezTo>
                    <a:pt x="134" y="175"/>
                    <a:pt x="134" y="177"/>
                    <a:pt x="134" y="178"/>
                  </a:cubicBezTo>
                  <a:cubicBezTo>
                    <a:pt x="134" y="180"/>
                    <a:pt x="134" y="182"/>
                    <a:pt x="132" y="183"/>
                  </a:cubicBezTo>
                  <a:cubicBezTo>
                    <a:pt x="131" y="183"/>
                    <a:pt x="130" y="183"/>
                    <a:pt x="130" y="184"/>
                  </a:cubicBezTo>
                  <a:cubicBezTo>
                    <a:pt x="130" y="186"/>
                    <a:pt x="128" y="186"/>
                    <a:pt x="127" y="186"/>
                  </a:cubicBezTo>
                  <a:cubicBezTo>
                    <a:pt x="124" y="185"/>
                    <a:pt x="121" y="185"/>
                    <a:pt x="119" y="184"/>
                  </a:cubicBezTo>
                  <a:cubicBezTo>
                    <a:pt x="119" y="184"/>
                    <a:pt x="118" y="184"/>
                    <a:pt x="118" y="184"/>
                  </a:cubicBezTo>
                  <a:cubicBezTo>
                    <a:pt x="116" y="181"/>
                    <a:pt x="114" y="178"/>
                    <a:pt x="112" y="176"/>
                  </a:cubicBezTo>
                  <a:cubicBezTo>
                    <a:pt x="111" y="174"/>
                    <a:pt x="109" y="172"/>
                    <a:pt x="109" y="171"/>
                  </a:cubicBezTo>
                  <a:cubicBezTo>
                    <a:pt x="108" y="172"/>
                    <a:pt x="107" y="174"/>
                    <a:pt x="107" y="175"/>
                  </a:cubicBezTo>
                  <a:cubicBezTo>
                    <a:pt x="105" y="180"/>
                    <a:pt x="104" y="185"/>
                    <a:pt x="102" y="190"/>
                  </a:cubicBezTo>
                  <a:cubicBezTo>
                    <a:pt x="99" y="195"/>
                    <a:pt x="98" y="197"/>
                    <a:pt x="93" y="197"/>
                  </a:cubicBezTo>
                  <a:cubicBezTo>
                    <a:pt x="89" y="196"/>
                    <a:pt x="84" y="192"/>
                    <a:pt x="84" y="189"/>
                  </a:cubicBezTo>
                  <a:cubicBezTo>
                    <a:pt x="84" y="187"/>
                    <a:pt x="83" y="186"/>
                    <a:pt x="83" y="185"/>
                  </a:cubicBezTo>
                  <a:cubicBezTo>
                    <a:pt x="82" y="182"/>
                    <a:pt x="82" y="180"/>
                    <a:pt x="84" y="177"/>
                  </a:cubicBezTo>
                  <a:cubicBezTo>
                    <a:pt x="86" y="175"/>
                    <a:pt x="85" y="176"/>
                    <a:pt x="86" y="177"/>
                  </a:cubicBezTo>
                  <a:cubicBezTo>
                    <a:pt x="88" y="178"/>
                    <a:pt x="90" y="176"/>
                    <a:pt x="92" y="174"/>
                  </a:cubicBezTo>
                  <a:cubicBezTo>
                    <a:pt x="96" y="169"/>
                    <a:pt x="98" y="162"/>
                    <a:pt x="101" y="155"/>
                  </a:cubicBezTo>
                  <a:cubicBezTo>
                    <a:pt x="101" y="154"/>
                    <a:pt x="101" y="153"/>
                    <a:pt x="101" y="153"/>
                  </a:cubicBezTo>
                  <a:cubicBezTo>
                    <a:pt x="98" y="147"/>
                    <a:pt x="96" y="141"/>
                    <a:pt x="93" y="136"/>
                  </a:cubicBezTo>
                  <a:cubicBezTo>
                    <a:pt x="91" y="135"/>
                    <a:pt x="91" y="135"/>
                    <a:pt x="90" y="136"/>
                  </a:cubicBezTo>
                  <a:cubicBezTo>
                    <a:pt x="89" y="137"/>
                    <a:pt x="89" y="138"/>
                    <a:pt x="89" y="138"/>
                  </a:cubicBezTo>
                  <a:cubicBezTo>
                    <a:pt x="86" y="141"/>
                    <a:pt x="83" y="141"/>
                    <a:pt x="81" y="138"/>
                  </a:cubicBezTo>
                  <a:cubicBezTo>
                    <a:pt x="78" y="132"/>
                    <a:pt x="76" y="126"/>
                    <a:pt x="78" y="120"/>
                  </a:cubicBezTo>
                  <a:cubicBezTo>
                    <a:pt x="80" y="115"/>
                    <a:pt x="83" y="110"/>
                    <a:pt x="85" y="104"/>
                  </a:cubicBezTo>
                  <a:cubicBezTo>
                    <a:pt x="88" y="96"/>
                    <a:pt x="91" y="88"/>
                    <a:pt x="91" y="79"/>
                  </a:cubicBezTo>
                  <a:cubicBezTo>
                    <a:pt x="91" y="79"/>
                    <a:pt x="91" y="77"/>
                    <a:pt x="91" y="77"/>
                  </a:cubicBezTo>
                  <a:cubicBezTo>
                    <a:pt x="90" y="77"/>
                    <a:pt x="89" y="77"/>
                    <a:pt x="88" y="78"/>
                  </a:cubicBezTo>
                  <a:cubicBezTo>
                    <a:pt x="84" y="81"/>
                    <a:pt x="82" y="85"/>
                    <a:pt x="79" y="89"/>
                  </a:cubicBezTo>
                  <a:cubicBezTo>
                    <a:pt x="75" y="97"/>
                    <a:pt x="74" y="106"/>
                    <a:pt x="72" y="115"/>
                  </a:cubicBezTo>
                  <a:cubicBezTo>
                    <a:pt x="71" y="117"/>
                    <a:pt x="73" y="120"/>
                    <a:pt x="73" y="122"/>
                  </a:cubicBezTo>
                  <a:cubicBezTo>
                    <a:pt x="73" y="124"/>
                    <a:pt x="74" y="125"/>
                    <a:pt x="74" y="127"/>
                  </a:cubicBezTo>
                  <a:cubicBezTo>
                    <a:pt x="74" y="128"/>
                    <a:pt x="74" y="130"/>
                    <a:pt x="75" y="132"/>
                  </a:cubicBezTo>
                  <a:cubicBezTo>
                    <a:pt x="75" y="133"/>
                    <a:pt x="75" y="134"/>
                    <a:pt x="75" y="135"/>
                  </a:cubicBezTo>
                  <a:cubicBezTo>
                    <a:pt x="75" y="138"/>
                    <a:pt x="75" y="141"/>
                    <a:pt x="75" y="144"/>
                  </a:cubicBezTo>
                  <a:cubicBezTo>
                    <a:pt x="75" y="146"/>
                    <a:pt x="75" y="148"/>
                    <a:pt x="73" y="150"/>
                  </a:cubicBezTo>
                  <a:cubicBezTo>
                    <a:pt x="71" y="151"/>
                    <a:pt x="69" y="150"/>
                    <a:pt x="67" y="149"/>
                  </a:cubicBezTo>
                  <a:cubicBezTo>
                    <a:pt x="62" y="147"/>
                    <a:pt x="59" y="143"/>
                    <a:pt x="57" y="138"/>
                  </a:cubicBezTo>
                  <a:cubicBezTo>
                    <a:pt x="53" y="132"/>
                    <a:pt x="52" y="125"/>
                    <a:pt x="51" y="118"/>
                  </a:cubicBezTo>
                  <a:cubicBezTo>
                    <a:pt x="51" y="104"/>
                    <a:pt x="53" y="90"/>
                    <a:pt x="57" y="76"/>
                  </a:cubicBezTo>
                  <a:cubicBezTo>
                    <a:pt x="57" y="74"/>
                    <a:pt x="58" y="72"/>
                    <a:pt x="57" y="71"/>
                  </a:cubicBezTo>
                  <a:cubicBezTo>
                    <a:pt x="57" y="71"/>
                    <a:pt x="56" y="71"/>
                    <a:pt x="55" y="72"/>
                  </a:cubicBezTo>
                  <a:cubicBezTo>
                    <a:pt x="51" y="79"/>
                    <a:pt x="46" y="86"/>
                    <a:pt x="42" y="93"/>
                  </a:cubicBezTo>
                  <a:cubicBezTo>
                    <a:pt x="41" y="94"/>
                    <a:pt x="40" y="96"/>
                    <a:pt x="40" y="97"/>
                  </a:cubicBezTo>
                  <a:cubicBezTo>
                    <a:pt x="34" y="105"/>
                    <a:pt x="31" y="115"/>
                    <a:pt x="26" y="124"/>
                  </a:cubicBezTo>
                  <a:cubicBezTo>
                    <a:pt x="23" y="130"/>
                    <a:pt x="20" y="137"/>
                    <a:pt x="16" y="143"/>
                  </a:cubicBezTo>
                  <a:cubicBezTo>
                    <a:pt x="14" y="147"/>
                    <a:pt x="11" y="148"/>
                    <a:pt x="7" y="147"/>
                  </a:cubicBezTo>
                  <a:cubicBezTo>
                    <a:pt x="4" y="147"/>
                    <a:pt x="2" y="145"/>
                    <a:pt x="0" y="142"/>
                  </a:cubicBezTo>
                  <a:close/>
                  <a:moveTo>
                    <a:pt x="14" y="34"/>
                  </a:moveTo>
                  <a:cubicBezTo>
                    <a:pt x="16" y="34"/>
                    <a:pt x="18" y="35"/>
                    <a:pt x="19" y="36"/>
                  </a:cubicBezTo>
                  <a:cubicBezTo>
                    <a:pt x="21" y="36"/>
                    <a:pt x="22" y="37"/>
                    <a:pt x="23" y="37"/>
                  </a:cubicBezTo>
                  <a:cubicBezTo>
                    <a:pt x="25" y="37"/>
                    <a:pt x="26" y="38"/>
                    <a:pt x="26" y="40"/>
                  </a:cubicBezTo>
                  <a:cubicBezTo>
                    <a:pt x="26" y="42"/>
                    <a:pt x="26" y="44"/>
                    <a:pt x="26" y="47"/>
                  </a:cubicBezTo>
                  <a:cubicBezTo>
                    <a:pt x="26" y="49"/>
                    <a:pt x="25" y="55"/>
                    <a:pt x="26" y="55"/>
                  </a:cubicBezTo>
                  <a:cubicBezTo>
                    <a:pt x="27" y="55"/>
                    <a:pt x="29" y="49"/>
                    <a:pt x="30" y="47"/>
                  </a:cubicBezTo>
                  <a:cubicBezTo>
                    <a:pt x="31" y="45"/>
                    <a:pt x="32" y="42"/>
                    <a:pt x="35" y="41"/>
                  </a:cubicBezTo>
                  <a:cubicBezTo>
                    <a:pt x="40" y="40"/>
                    <a:pt x="45" y="37"/>
                    <a:pt x="48" y="33"/>
                  </a:cubicBezTo>
                  <a:cubicBezTo>
                    <a:pt x="51" y="30"/>
                    <a:pt x="53" y="27"/>
                    <a:pt x="51" y="23"/>
                  </a:cubicBezTo>
                  <a:cubicBezTo>
                    <a:pt x="49" y="17"/>
                    <a:pt x="46" y="11"/>
                    <a:pt x="39" y="9"/>
                  </a:cubicBezTo>
                  <a:cubicBezTo>
                    <a:pt x="36" y="8"/>
                    <a:pt x="33" y="7"/>
                    <a:pt x="29" y="7"/>
                  </a:cubicBezTo>
                  <a:cubicBezTo>
                    <a:pt x="25" y="7"/>
                    <a:pt x="20" y="7"/>
                    <a:pt x="16" y="8"/>
                  </a:cubicBezTo>
                  <a:cubicBezTo>
                    <a:pt x="13" y="9"/>
                    <a:pt x="11" y="9"/>
                    <a:pt x="10" y="12"/>
                  </a:cubicBezTo>
                  <a:cubicBezTo>
                    <a:pt x="9" y="14"/>
                    <a:pt x="8" y="17"/>
                    <a:pt x="7" y="19"/>
                  </a:cubicBezTo>
                  <a:cubicBezTo>
                    <a:pt x="5" y="24"/>
                    <a:pt x="8" y="33"/>
                    <a:pt x="14" y="3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2" name="Freeform 61"/>
            <p:cNvSpPr>
              <a:spLocks noEditPoints="1"/>
            </p:cNvSpPr>
            <p:nvPr/>
          </p:nvSpPr>
          <p:spPr bwMode="auto">
            <a:xfrm>
              <a:off x="-1695450" y="-1049338"/>
              <a:ext cx="127000" cy="174625"/>
            </a:xfrm>
            <a:custGeom>
              <a:avLst/>
              <a:gdLst>
                <a:gd name="T0" fmla="*/ 81 w 167"/>
                <a:gd name="T1" fmla="*/ 122 h 228"/>
                <a:gd name="T2" fmla="*/ 96 w 167"/>
                <a:gd name="T3" fmla="*/ 130 h 228"/>
                <a:gd name="T4" fmla="*/ 82 w 167"/>
                <a:gd name="T5" fmla="*/ 167 h 228"/>
                <a:gd name="T6" fmla="*/ 99 w 167"/>
                <a:gd name="T7" fmla="*/ 175 h 228"/>
                <a:gd name="T8" fmla="*/ 87 w 167"/>
                <a:gd name="T9" fmla="*/ 195 h 228"/>
                <a:gd name="T10" fmla="*/ 84 w 167"/>
                <a:gd name="T11" fmla="*/ 216 h 228"/>
                <a:gd name="T12" fmla="*/ 110 w 167"/>
                <a:gd name="T13" fmla="*/ 210 h 228"/>
                <a:gd name="T14" fmla="*/ 150 w 167"/>
                <a:gd name="T15" fmla="*/ 201 h 228"/>
                <a:gd name="T16" fmla="*/ 161 w 167"/>
                <a:gd name="T17" fmla="*/ 197 h 228"/>
                <a:gd name="T18" fmla="*/ 163 w 167"/>
                <a:gd name="T19" fmla="*/ 174 h 228"/>
                <a:gd name="T20" fmla="*/ 124 w 167"/>
                <a:gd name="T21" fmla="*/ 178 h 228"/>
                <a:gd name="T22" fmla="*/ 121 w 167"/>
                <a:gd name="T23" fmla="*/ 159 h 228"/>
                <a:gd name="T24" fmla="*/ 138 w 167"/>
                <a:gd name="T25" fmla="*/ 128 h 228"/>
                <a:gd name="T26" fmla="*/ 114 w 167"/>
                <a:gd name="T27" fmla="*/ 133 h 228"/>
                <a:gd name="T28" fmla="*/ 118 w 167"/>
                <a:gd name="T29" fmla="*/ 112 h 228"/>
                <a:gd name="T30" fmla="*/ 136 w 167"/>
                <a:gd name="T31" fmla="*/ 85 h 228"/>
                <a:gd name="T32" fmla="*/ 147 w 167"/>
                <a:gd name="T33" fmla="*/ 25 h 228"/>
                <a:gd name="T34" fmla="*/ 112 w 167"/>
                <a:gd name="T35" fmla="*/ 1 h 228"/>
                <a:gd name="T36" fmla="*/ 97 w 167"/>
                <a:gd name="T37" fmla="*/ 5 h 228"/>
                <a:gd name="T38" fmla="*/ 66 w 167"/>
                <a:gd name="T39" fmla="*/ 46 h 228"/>
                <a:gd name="T40" fmla="*/ 83 w 167"/>
                <a:gd name="T41" fmla="*/ 53 h 228"/>
                <a:gd name="T42" fmla="*/ 116 w 167"/>
                <a:gd name="T43" fmla="*/ 21 h 228"/>
                <a:gd name="T44" fmla="*/ 131 w 167"/>
                <a:gd name="T45" fmla="*/ 46 h 228"/>
                <a:gd name="T46" fmla="*/ 115 w 167"/>
                <a:gd name="T47" fmla="*/ 89 h 228"/>
                <a:gd name="T48" fmla="*/ 111 w 167"/>
                <a:gd name="T49" fmla="*/ 76 h 228"/>
                <a:gd name="T50" fmla="*/ 123 w 167"/>
                <a:gd name="T51" fmla="*/ 53 h 228"/>
                <a:gd name="T52" fmla="*/ 103 w 167"/>
                <a:gd name="T53" fmla="*/ 49 h 228"/>
                <a:gd name="T54" fmla="*/ 89 w 167"/>
                <a:gd name="T55" fmla="*/ 59 h 228"/>
                <a:gd name="T56" fmla="*/ 81 w 167"/>
                <a:gd name="T57" fmla="*/ 80 h 228"/>
                <a:gd name="T58" fmla="*/ 79 w 167"/>
                <a:gd name="T59" fmla="*/ 81 h 228"/>
                <a:gd name="T60" fmla="*/ 59 w 167"/>
                <a:gd name="T61" fmla="*/ 102 h 228"/>
                <a:gd name="T62" fmla="*/ 84 w 167"/>
                <a:gd name="T63" fmla="*/ 87 h 228"/>
                <a:gd name="T64" fmla="*/ 89 w 167"/>
                <a:gd name="T65" fmla="*/ 102 h 228"/>
                <a:gd name="T66" fmla="*/ 82 w 167"/>
                <a:gd name="T67" fmla="*/ 88 h 228"/>
                <a:gd name="T68" fmla="*/ 7 w 167"/>
                <a:gd name="T69" fmla="*/ 103 h 228"/>
                <a:gd name="T70" fmla="*/ 33 w 167"/>
                <a:gd name="T71" fmla="*/ 100 h 228"/>
                <a:gd name="T72" fmla="*/ 40 w 167"/>
                <a:gd name="T73" fmla="*/ 123 h 228"/>
                <a:gd name="T74" fmla="*/ 10 w 167"/>
                <a:gd name="T75" fmla="*/ 157 h 228"/>
                <a:gd name="T76" fmla="*/ 32 w 167"/>
                <a:gd name="T77" fmla="*/ 185 h 228"/>
                <a:gd name="T78" fmla="*/ 42 w 167"/>
                <a:gd name="T79" fmla="*/ 226 h 228"/>
                <a:gd name="T80" fmla="*/ 61 w 167"/>
                <a:gd name="T81" fmla="*/ 185 h 228"/>
                <a:gd name="T82" fmla="*/ 67 w 167"/>
                <a:gd name="T83" fmla="*/ 143 h 228"/>
                <a:gd name="T84" fmla="*/ 66 w 167"/>
                <a:gd name="T85" fmla="*/ 139 h 228"/>
                <a:gd name="T86" fmla="*/ 48 w 167"/>
                <a:gd name="T87" fmla="*/ 197 h 228"/>
                <a:gd name="T88" fmla="*/ 46 w 167"/>
                <a:gd name="T89" fmla="*/ 191 h 228"/>
                <a:gd name="T90" fmla="*/ 53 w 167"/>
                <a:gd name="T91" fmla="*/ 137 h 228"/>
                <a:gd name="T92" fmla="*/ 46 w 167"/>
                <a:gd name="T93" fmla="*/ 110 h 228"/>
                <a:gd name="T94" fmla="*/ 52 w 167"/>
                <a:gd name="T95" fmla="*/ 68 h 228"/>
                <a:gd name="T96" fmla="*/ 22 w 167"/>
                <a:gd name="T97" fmla="*/ 71 h 228"/>
                <a:gd name="T98" fmla="*/ 1 w 167"/>
                <a:gd name="T99" fmla="*/ 95 h 228"/>
                <a:gd name="T100" fmla="*/ 34 w 167"/>
                <a:gd name="T101" fmla="*/ 162 h 228"/>
                <a:gd name="T102" fmla="*/ 33 w 167"/>
                <a:gd name="T103" fmla="*/ 146 h 228"/>
                <a:gd name="T104" fmla="*/ 35 w 167"/>
                <a:gd name="T105" fmla="*/ 160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67" h="228">
                  <a:moveTo>
                    <a:pt x="62" y="112"/>
                  </a:moveTo>
                  <a:cubicBezTo>
                    <a:pt x="65" y="117"/>
                    <a:pt x="69" y="122"/>
                    <a:pt x="76" y="122"/>
                  </a:cubicBezTo>
                  <a:cubicBezTo>
                    <a:pt x="77" y="122"/>
                    <a:pt x="79" y="123"/>
                    <a:pt x="81" y="122"/>
                  </a:cubicBezTo>
                  <a:cubicBezTo>
                    <a:pt x="82" y="121"/>
                    <a:pt x="83" y="122"/>
                    <a:pt x="84" y="123"/>
                  </a:cubicBezTo>
                  <a:cubicBezTo>
                    <a:pt x="85" y="127"/>
                    <a:pt x="88" y="128"/>
                    <a:pt x="92" y="128"/>
                  </a:cubicBezTo>
                  <a:cubicBezTo>
                    <a:pt x="95" y="127"/>
                    <a:pt x="96" y="128"/>
                    <a:pt x="96" y="130"/>
                  </a:cubicBezTo>
                  <a:cubicBezTo>
                    <a:pt x="97" y="133"/>
                    <a:pt x="97" y="137"/>
                    <a:pt x="97" y="140"/>
                  </a:cubicBezTo>
                  <a:cubicBezTo>
                    <a:pt x="97" y="144"/>
                    <a:pt x="96" y="148"/>
                    <a:pt x="92" y="151"/>
                  </a:cubicBezTo>
                  <a:cubicBezTo>
                    <a:pt x="87" y="155"/>
                    <a:pt x="85" y="161"/>
                    <a:pt x="82" y="167"/>
                  </a:cubicBezTo>
                  <a:cubicBezTo>
                    <a:pt x="81" y="169"/>
                    <a:pt x="82" y="170"/>
                    <a:pt x="83" y="171"/>
                  </a:cubicBezTo>
                  <a:cubicBezTo>
                    <a:pt x="87" y="173"/>
                    <a:pt x="91" y="174"/>
                    <a:pt x="96" y="173"/>
                  </a:cubicBezTo>
                  <a:cubicBezTo>
                    <a:pt x="98" y="173"/>
                    <a:pt x="98" y="173"/>
                    <a:pt x="99" y="175"/>
                  </a:cubicBezTo>
                  <a:cubicBezTo>
                    <a:pt x="99" y="178"/>
                    <a:pt x="99" y="180"/>
                    <a:pt x="100" y="183"/>
                  </a:cubicBezTo>
                  <a:cubicBezTo>
                    <a:pt x="100" y="185"/>
                    <a:pt x="99" y="187"/>
                    <a:pt x="98" y="188"/>
                  </a:cubicBezTo>
                  <a:cubicBezTo>
                    <a:pt x="94" y="191"/>
                    <a:pt x="90" y="192"/>
                    <a:pt x="87" y="195"/>
                  </a:cubicBezTo>
                  <a:cubicBezTo>
                    <a:pt x="86" y="196"/>
                    <a:pt x="84" y="197"/>
                    <a:pt x="83" y="199"/>
                  </a:cubicBezTo>
                  <a:cubicBezTo>
                    <a:pt x="80" y="203"/>
                    <a:pt x="79" y="209"/>
                    <a:pt x="82" y="212"/>
                  </a:cubicBezTo>
                  <a:cubicBezTo>
                    <a:pt x="82" y="213"/>
                    <a:pt x="83" y="215"/>
                    <a:pt x="84" y="216"/>
                  </a:cubicBezTo>
                  <a:cubicBezTo>
                    <a:pt x="85" y="219"/>
                    <a:pt x="88" y="221"/>
                    <a:pt x="91" y="220"/>
                  </a:cubicBezTo>
                  <a:cubicBezTo>
                    <a:pt x="93" y="219"/>
                    <a:pt x="96" y="218"/>
                    <a:pt x="98" y="217"/>
                  </a:cubicBezTo>
                  <a:cubicBezTo>
                    <a:pt x="102" y="214"/>
                    <a:pt x="106" y="212"/>
                    <a:pt x="110" y="210"/>
                  </a:cubicBezTo>
                  <a:cubicBezTo>
                    <a:pt x="113" y="208"/>
                    <a:pt x="116" y="207"/>
                    <a:pt x="119" y="205"/>
                  </a:cubicBezTo>
                  <a:cubicBezTo>
                    <a:pt x="126" y="202"/>
                    <a:pt x="134" y="199"/>
                    <a:pt x="142" y="200"/>
                  </a:cubicBezTo>
                  <a:cubicBezTo>
                    <a:pt x="145" y="200"/>
                    <a:pt x="148" y="201"/>
                    <a:pt x="150" y="201"/>
                  </a:cubicBezTo>
                  <a:cubicBezTo>
                    <a:pt x="151" y="201"/>
                    <a:pt x="152" y="202"/>
                    <a:pt x="153" y="201"/>
                  </a:cubicBezTo>
                  <a:cubicBezTo>
                    <a:pt x="156" y="200"/>
                    <a:pt x="157" y="199"/>
                    <a:pt x="159" y="198"/>
                  </a:cubicBezTo>
                  <a:cubicBezTo>
                    <a:pt x="160" y="198"/>
                    <a:pt x="161" y="197"/>
                    <a:pt x="161" y="197"/>
                  </a:cubicBezTo>
                  <a:cubicBezTo>
                    <a:pt x="162" y="194"/>
                    <a:pt x="163" y="192"/>
                    <a:pt x="164" y="189"/>
                  </a:cubicBezTo>
                  <a:cubicBezTo>
                    <a:pt x="165" y="186"/>
                    <a:pt x="165" y="183"/>
                    <a:pt x="166" y="180"/>
                  </a:cubicBezTo>
                  <a:cubicBezTo>
                    <a:pt x="167" y="177"/>
                    <a:pt x="166" y="175"/>
                    <a:pt x="163" y="174"/>
                  </a:cubicBezTo>
                  <a:cubicBezTo>
                    <a:pt x="161" y="173"/>
                    <a:pt x="158" y="173"/>
                    <a:pt x="156" y="173"/>
                  </a:cubicBezTo>
                  <a:cubicBezTo>
                    <a:pt x="152" y="173"/>
                    <a:pt x="148" y="172"/>
                    <a:pt x="144" y="173"/>
                  </a:cubicBezTo>
                  <a:cubicBezTo>
                    <a:pt x="137" y="174"/>
                    <a:pt x="131" y="177"/>
                    <a:pt x="124" y="178"/>
                  </a:cubicBezTo>
                  <a:cubicBezTo>
                    <a:pt x="123" y="179"/>
                    <a:pt x="122" y="178"/>
                    <a:pt x="122" y="177"/>
                  </a:cubicBezTo>
                  <a:cubicBezTo>
                    <a:pt x="120" y="176"/>
                    <a:pt x="120" y="174"/>
                    <a:pt x="119" y="172"/>
                  </a:cubicBezTo>
                  <a:cubicBezTo>
                    <a:pt x="118" y="167"/>
                    <a:pt x="117" y="163"/>
                    <a:pt x="121" y="159"/>
                  </a:cubicBezTo>
                  <a:cubicBezTo>
                    <a:pt x="124" y="155"/>
                    <a:pt x="128" y="151"/>
                    <a:pt x="133" y="148"/>
                  </a:cubicBezTo>
                  <a:cubicBezTo>
                    <a:pt x="138" y="144"/>
                    <a:pt x="142" y="137"/>
                    <a:pt x="138" y="130"/>
                  </a:cubicBezTo>
                  <a:cubicBezTo>
                    <a:pt x="138" y="129"/>
                    <a:pt x="138" y="129"/>
                    <a:pt x="138" y="128"/>
                  </a:cubicBezTo>
                  <a:cubicBezTo>
                    <a:pt x="137" y="125"/>
                    <a:pt x="134" y="123"/>
                    <a:pt x="131" y="124"/>
                  </a:cubicBezTo>
                  <a:cubicBezTo>
                    <a:pt x="128" y="125"/>
                    <a:pt x="125" y="127"/>
                    <a:pt x="122" y="128"/>
                  </a:cubicBezTo>
                  <a:cubicBezTo>
                    <a:pt x="119" y="129"/>
                    <a:pt x="117" y="131"/>
                    <a:pt x="114" y="133"/>
                  </a:cubicBezTo>
                  <a:cubicBezTo>
                    <a:pt x="112" y="134"/>
                    <a:pt x="111" y="134"/>
                    <a:pt x="111" y="132"/>
                  </a:cubicBezTo>
                  <a:cubicBezTo>
                    <a:pt x="111" y="129"/>
                    <a:pt x="110" y="126"/>
                    <a:pt x="110" y="124"/>
                  </a:cubicBezTo>
                  <a:cubicBezTo>
                    <a:pt x="110" y="118"/>
                    <a:pt x="113" y="114"/>
                    <a:pt x="118" y="112"/>
                  </a:cubicBezTo>
                  <a:cubicBezTo>
                    <a:pt x="125" y="111"/>
                    <a:pt x="128" y="107"/>
                    <a:pt x="129" y="101"/>
                  </a:cubicBezTo>
                  <a:cubicBezTo>
                    <a:pt x="130" y="99"/>
                    <a:pt x="130" y="98"/>
                    <a:pt x="131" y="96"/>
                  </a:cubicBezTo>
                  <a:cubicBezTo>
                    <a:pt x="132" y="92"/>
                    <a:pt x="135" y="89"/>
                    <a:pt x="136" y="85"/>
                  </a:cubicBezTo>
                  <a:cubicBezTo>
                    <a:pt x="138" y="80"/>
                    <a:pt x="140" y="75"/>
                    <a:pt x="142" y="70"/>
                  </a:cubicBezTo>
                  <a:cubicBezTo>
                    <a:pt x="144" y="60"/>
                    <a:pt x="146" y="50"/>
                    <a:pt x="148" y="40"/>
                  </a:cubicBezTo>
                  <a:cubicBezTo>
                    <a:pt x="148" y="35"/>
                    <a:pt x="148" y="30"/>
                    <a:pt x="147" y="25"/>
                  </a:cubicBezTo>
                  <a:cubicBezTo>
                    <a:pt x="146" y="21"/>
                    <a:pt x="144" y="17"/>
                    <a:pt x="141" y="14"/>
                  </a:cubicBezTo>
                  <a:cubicBezTo>
                    <a:pt x="138" y="9"/>
                    <a:pt x="134" y="4"/>
                    <a:pt x="128" y="2"/>
                  </a:cubicBezTo>
                  <a:cubicBezTo>
                    <a:pt x="123" y="0"/>
                    <a:pt x="117" y="0"/>
                    <a:pt x="112" y="1"/>
                  </a:cubicBezTo>
                  <a:cubicBezTo>
                    <a:pt x="112" y="1"/>
                    <a:pt x="111" y="1"/>
                    <a:pt x="110" y="1"/>
                  </a:cubicBezTo>
                  <a:cubicBezTo>
                    <a:pt x="109" y="2"/>
                    <a:pt x="107" y="2"/>
                    <a:pt x="105" y="3"/>
                  </a:cubicBezTo>
                  <a:cubicBezTo>
                    <a:pt x="102" y="4"/>
                    <a:pt x="100" y="4"/>
                    <a:pt x="97" y="5"/>
                  </a:cubicBezTo>
                  <a:cubicBezTo>
                    <a:pt x="89" y="10"/>
                    <a:pt x="82" y="17"/>
                    <a:pt x="76" y="24"/>
                  </a:cubicBezTo>
                  <a:cubicBezTo>
                    <a:pt x="73" y="29"/>
                    <a:pt x="70" y="33"/>
                    <a:pt x="68" y="39"/>
                  </a:cubicBezTo>
                  <a:cubicBezTo>
                    <a:pt x="68" y="41"/>
                    <a:pt x="66" y="43"/>
                    <a:pt x="66" y="46"/>
                  </a:cubicBezTo>
                  <a:cubicBezTo>
                    <a:pt x="65" y="49"/>
                    <a:pt x="66" y="52"/>
                    <a:pt x="68" y="53"/>
                  </a:cubicBezTo>
                  <a:cubicBezTo>
                    <a:pt x="70" y="53"/>
                    <a:pt x="72" y="54"/>
                    <a:pt x="75" y="54"/>
                  </a:cubicBezTo>
                  <a:cubicBezTo>
                    <a:pt x="78" y="54"/>
                    <a:pt x="80" y="54"/>
                    <a:pt x="83" y="53"/>
                  </a:cubicBezTo>
                  <a:cubicBezTo>
                    <a:pt x="85" y="52"/>
                    <a:pt x="87" y="51"/>
                    <a:pt x="88" y="50"/>
                  </a:cubicBezTo>
                  <a:cubicBezTo>
                    <a:pt x="91" y="46"/>
                    <a:pt x="94" y="42"/>
                    <a:pt x="97" y="38"/>
                  </a:cubicBezTo>
                  <a:cubicBezTo>
                    <a:pt x="102" y="31"/>
                    <a:pt x="108" y="25"/>
                    <a:pt x="116" y="21"/>
                  </a:cubicBezTo>
                  <a:cubicBezTo>
                    <a:pt x="120" y="20"/>
                    <a:pt x="122" y="20"/>
                    <a:pt x="125" y="23"/>
                  </a:cubicBezTo>
                  <a:cubicBezTo>
                    <a:pt x="128" y="26"/>
                    <a:pt x="130" y="30"/>
                    <a:pt x="131" y="35"/>
                  </a:cubicBezTo>
                  <a:cubicBezTo>
                    <a:pt x="131" y="38"/>
                    <a:pt x="131" y="42"/>
                    <a:pt x="131" y="46"/>
                  </a:cubicBezTo>
                  <a:cubicBezTo>
                    <a:pt x="130" y="52"/>
                    <a:pt x="129" y="58"/>
                    <a:pt x="128" y="64"/>
                  </a:cubicBezTo>
                  <a:cubicBezTo>
                    <a:pt x="127" y="70"/>
                    <a:pt x="125" y="76"/>
                    <a:pt x="123" y="82"/>
                  </a:cubicBezTo>
                  <a:cubicBezTo>
                    <a:pt x="122" y="86"/>
                    <a:pt x="119" y="89"/>
                    <a:pt x="115" y="89"/>
                  </a:cubicBezTo>
                  <a:cubicBezTo>
                    <a:pt x="114" y="89"/>
                    <a:pt x="113" y="89"/>
                    <a:pt x="112" y="90"/>
                  </a:cubicBezTo>
                  <a:cubicBezTo>
                    <a:pt x="110" y="90"/>
                    <a:pt x="109" y="89"/>
                    <a:pt x="109" y="87"/>
                  </a:cubicBezTo>
                  <a:cubicBezTo>
                    <a:pt x="109" y="84"/>
                    <a:pt x="109" y="80"/>
                    <a:pt x="111" y="76"/>
                  </a:cubicBezTo>
                  <a:cubicBezTo>
                    <a:pt x="114" y="73"/>
                    <a:pt x="117" y="69"/>
                    <a:pt x="120" y="66"/>
                  </a:cubicBezTo>
                  <a:cubicBezTo>
                    <a:pt x="121" y="65"/>
                    <a:pt x="121" y="64"/>
                    <a:pt x="122" y="63"/>
                  </a:cubicBezTo>
                  <a:cubicBezTo>
                    <a:pt x="122" y="60"/>
                    <a:pt x="122" y="56"/>
                    <a:pt x="123" y="53"/>
                  </a:cubicBezTo>
                  <a:cubicBezTo>
                    <a:pt x="123" y="52"/>
                    <a:pt x="122" y="51"/>
                    <a:pt x="122" y="51"/>
                  </a:cubicBezTo>
                  <a:cubicBezTo>
                    <a:pt x="117" y="48"/>
                    <a:pt x="112" y="45"/>
                    <a:pt x="106" y="49"/>
                  </a:cubicBezTo>
                  <a:cubicBezTo>
                    <a:pt x="105" y="50"/>
                    <a:pt x="104" y="50"/>
                    <a:pt x="103" y="49"/>
                  </a:cubicBezTo>
                  <a:cubicBezTo>
                    <a:pt x="100" y="47"/>
                    <a:pt x="94" y="47"/>
                    <a:pt x="91" y="50"/>
                  </a:cubicBezTo>
                  <a:cubicBezTo>
                    <a:pt x="90" y="52"/>
                    <a:pt x="90" y="54"/>
                    <a:pt x="89" y="56"/>
                  </a:cubicBezTo>
                  <a:cubicBezTo>
                    <a:pt x="89" y="57"/>
                    <a:pt x="88" y="59"/>
                    <a:pt x="89" y="59"/>
                  </a:cubicBezTo>
                  <a:cubicBezTo>
                    <a:pt x="90" y="61"/>
                    <a:pt x="89" y="62"/>
                    <a:pt x="88" y="63"/>
                  </a:cubicBezTo>
                  <a:cubicBezTo>
                    <a:pt x="87" y="64"/>
                    <a:pt x="86" y="66"/>
                    <a:pt x="85" y="67"/>
                  </a:cubicBezTo>
                  <a:cubicBezTo>
                    <a:pt x="82" y="71"/>
                    <a:pt x="80" y="75"/>
                    <a:pt x="81" y="80"/>
                  </a:cubicBezTo>
                  <a:cubicBezTo>
                    <a:pt x="81" y="81"/>
                    <a:pt x="81" y="82"/>
                    <a:pt x="81" y="83"/>
                  </a:cubicBezTo>
                  <a:cubicBezTo>
                    <a:pt x="80" y="83"/>
                    <a:pt x="80" y="83"/>
                    <a:pt x="80" y="83"/>
                  </a:cubicBezTo>
                  <a:cubicBezTo>
                    <a:pt x="80" y="82"/>
                    <a:pt x="79" y="82"/>
                    <a:pt x="79" y="81"/>
                  </a:cubicBezTo>
                  <a:cubicBezTo>
                    <a:pt x="76" y="75"/>
                    <a:pt x="72" y="73"/>
                    <a:pt x="66" y="73"/>
                  </a:cubicBezTo>
                  <a:cubicBezTo>
                    <a:pt x="61" y="73"/>
                    <a:pt x="54" y="78"/>
                    <a:pt x="55" y="85"/>
                  </a:cubicBezTo>
                  <a:cubicBezTo>
                    <a:pt x="56" y="91"/>
                    <a:pt x="57" y="96"/>
                    <a:pt x="59" y="102"/>
                  </a:cubicBezTo>
                  <a:cubicBezTo>
                    <a:pt x="60" y="105"/>
                    <a:pt x="61" y="109"/>
                    <a:pt x="62" y="112"/>
                  </a:cubicBezTo>
                  <a:close/>
                  <a:moveTo>
                    <a:pt x="82" y="87"/>
                  </a:moveTo>
                  <a:cubicBezTo>
                    <a:pt x="83" y="86"/>
                    <a:pt x="83" y="87"/>
                    <a:pt x="84" y="87"/>
                  </a:cubicBezTo>
                  <a:cubicBezTo>
                    <a:pt x="86" y="89"/>
                    <a:pt x="88" y="90"/>
                    <a:pt x="91" y="91"/>
                  </a:cubicBezTo>
                  <a:cubicBezTo>
                    <a:pt x="92" y="91"/>
                    <a:pt x="93" y="93"/>
                    <a:pt x="93" y="93"/>
                  </a:cubicBezTo>
                  <a:cubicBezTo>
                    <a:pt x="92" y="96"/>
                    <a:pt x="91" y="99"/>
                    <a:pt x="89" y="102"/>
                  </a:cubicBezTo>
                  <a:cubicBezTo>
                    <a:pt x="89" y="102"/>
                    <a:pt x="89" y="103"/>
                    <a:pt x="88" y="103"/>
                  </a:cubicBezTo>
                  <a:cubicBezTo>
                    <a:pt x="88" y="103"/>
                    <a:pt x="87" y="102"/>
                    <a:pt x="87" y="102"/>
                  </a:cubicBezTo>
                  <a:cubicBezTo>
                    <a:pt x="86" y="97"/>
                    <a:pt x="84" y="93"/>
                    <a:pt x="82" y="88"/>
                  </a:cubicBezTo>
                  <a:cubicBezTo>
                    <a:pt x="82" y="88"/>
                    <a:pt x="82" y="88"/>
                    <a:pt x="82" y="88"/>
                  </a:cubicBezTo>
                  <a:cubicBezTo>
                    <a:pt x="82" y="87"/>
                    <a:pt x="82" y="87"/>
                    <a:pt x="82" y="87"/>
                  </a:cubicBezTo>
                  <a:close/>
                  <a:moveTo>
                    <a:pt x="7" y="103"/>
                  </a:moveTo>
                  <a:cubicBezTo>
                    <a:pt x="8" y="103"/>
                    <a:pt x="9" y="104"/>
                    <a:pt x="10" y="105"/>
                  </a:cubicBezTo>
                  <a:cubicBezTo>
                    <a:pt x="13" y="109"/>
                    <a:pt x="20" y="110"/>
                    <a:pt x="24" y="107"/>
                  </a:cubicBezTo>
                  <a:cubicBezTo>
                    <a:pt x="27" y="104"/>
                    <a:pt x="30" y="102"/>
                    <a:pt x="33" y="100"/>
                  </a:cubicBezTo>
                  <a:cubicBezTo>
                    <a:pt x="34" y="98"/>
                    <a:pt x="35" y="98"/>
                    <a:pt x="36" y="100"/>
                  </a:cubicBezTo>
                  <a:cubicBezTo>
                    <a:pt x="37" y="102"/>
                    <a:pt x="37" y="104"/>
                    <a:pt x="38" y="107"/>
                  </a:cubicBezTo>
                  <a:cubicBezTo>
                    <a:pt x="38" y="112"/>
                    <a:pt x="39" y="118"/>
                    <a:pt x="40" y="123"/>
                  </a:cubicBezTo>
                  <a:cubicBezTo>
                    <a:pt x="40" y="127"/>
                    <a:pt x="38" y="129"/>
                    <a:pt x="35" y="129"/>
                  </a:cubicBezTo>
                  <a:cubicBezTo>
                    <a:pt x="31" y="130"/>
                    <a:pt x="28" y="131"/>
                    <a:pt x="25" y="133"/>
                  </a:cubicBezTo>
                  <a:cubicBezTo>
                    <a:pt x="17" y="139"/>
                    <a:pt x="13" y="147"/>
                    <a:pt x="10" y="157"/>
                  </a:cubicBezTo>
                  <a:cubicBezTo>
                    <a:pt x="8" y="163"/>
                    <a:pt x="8" y="168"/>
                    <a:pt x="12" y="174"/>
                  </a:cubicBezTo>
                  <a:cubicBezTo>
                    <a:pt x="17" y="180"/>
                    <a:pt x="22" y="183"/>
                    <a:pt x="30" y="182"/>
                  </a:cubicBezTo>
                  <a:cubicBezTo>
                    <a:pt x="31" y="182"/>
                    <a:pt x="32" y="183"/>
                    <a:pt x="32" y="185"/>
                  </a:cubicBezTo>
                  <a:cubicBezTo>
                    <a:pt x="31" y="192"/>
                    <a:pt x="30" y="199"/>
                    <a:pt x="30" y="207"/>
                  </a:cubicBezTo>
                  <a:cubicBezTo>
                    <a:pt x="29" y="211"/>
                    <a:pt x="29" y="216"/>
                    <a:pt x="31" y="220"/>
                  </a:cubicBezTo>
                  <a:cubicBezTo>
                    <a:pt x="33" y="225"/>
                    <a:pt x="38" y="228"/>
                    <a:pt x="42" y="226"/>
                  </a:cubicBezTo>
                  <a:cubicBezTo>
                    <a:pt x="44" y="225"/>
                    <a:pt x="45" y="223"/>
                    <a:pt x="47" y="221"/>
                  </a:cubicBezTo>
                  <a:cubicBezTo>
                    <a:pt x="53" y="214"/>
                    <a:pt x="56" y="205"/>
                    <a:pt x="58" y="195"/>
                  </a:cubicBezTo>
                  <a:cubicBezTo>
                    <a:pt x="59" y="192"/>
                    <a:pt x="60" y="189"/>
                    <a:pt x="61" y="185"/>
                  </a:cubicBezTo>
                  <a:cubicBezTo>
                    <a:pt x="62" y="180"/>
                    <a:pt x="63" y="175"/>
                    <a:pt x="64" y="170"/>
                  </a:cubicBezTo>
                  <a:cubicBezTo>
                    <a:pt x="65" y="165"/>
                    <a:pt x="66" y="157"/>
                    <a:pt x="66" y="156"/>
                  </a:cubicBezTo>
                  <a:cubicBezTo>
                    <a:pt x="66" y="152"/>
                    <a:pt x="67" y="148"/>
                    <a:pt x="67" y="143"/>
                  </a:cubicBezTo>
                  <a:cubicBezTo>
                    <a:pt x="67" y="142"/>
                    <a:pt x="68" y="140"/>
                    <a:pt x="68" y="139"/>
                  </a:cubicBezTo>
                  <a:cubicBezTo>
                    <a:pt x="68" y="138"/>
                    <a:pt x="68" y="136"/>
                    <a:pt x="67" y="136"/>
                  </a:cubicBezTo>
                  <a:cubicBezTo>
                    <a:pt x="66" y="136"/>
                    <a:pt x="66" y="138"/>
                    <a:pt x="66" y="139"/>
                  </a:cubicBezTo>
                  <a:cubicBezTo>
                    <a:pt x="64" y="146"/>
                    <a:pt x="62" y="154"/>
                    <a:pt x="60" y="161"/>
                  </a:cubicBezTo>
                  <a:cubicBezTo>
                    <a:pt x="58" y="167"/>
                    <a:pt x="57" y="173"/>
                    <a:pt x="55" y="179"/>
                  </a:cubicBezTo>
                  <a:cubicBezTo>
                    <a:pt x="53" y="185"/>
                    <a:pt x="52" y="191"/>
                    <a:pt x="48" y="197"/>
                  </a:cubicBezTo>
                  <a:cubicBezTo>
                    <a:pt x="47" y="197"/>
                    <a:pt x="47" y="198"/>
                    <a:pt x="46" y="198"/>
                  </a:cubicBezTo>
                  <a:cubicBezTo>
                    <a:pt x="46" y="197"/>
                    <a:pt x="45" y="196"/>
                    <a:pt x="45" y="196"/>
                  </a:cubicBezTo>
                  <a:cubicBezTo>
                    <a:pt x="45" y="194"/>
                    <a:pt x="46" y="193"/>
                    <a:pt x="46" y="191"/>
                  </a:cubicBezTo>
                  <a:cubicBezTo>
                    <a:pt x="47" y="187"/>
                    <a:pt x="48" y="182"/>
                    <a:pt x="48" y="178"/>
                  </a:cubicBezTo>
                  <a:cubicBezTo>
                    <a:pt x="50" y="171"/>
                    <a:pt x="51" y="164"/>
                    <a:pt x="52" y="156"/>
                  </a:cubicBezTo>
                  <a:cubicBezTo>
                    <a:pt x="53" y="150"/>
                    <a:pt x="53" y="144"/>
                    <a:pt x="53" y="137"/>
                  </a:cubicBezTo>
                  <a:cubicBezTo>
                    <a:pt x="53" y="134"/>
                    <a:pt x="52" y="131"/>
                    <a:pt x="49" y="128"/>
                  </a:cubicBezTo>
                  <a:cubicBezTo>
                    <a:pt x="49" y="127"/>
                    <a:pt x="48" y="126"/>
                    <a:pt x="48" y="125"/>
                  </a:cubicBezTo>
                  <a:cubicBezTo>
                    <a:pt x="47" y="120"/>
                    <a:pt x="47" y="115"/>
                    <a:pt x="46" y="110"/>
                  </a:cubicBezTo>
                  <a:cubicBezTo>
                    <a:pt x="45" y="104"/>
                    <a:pt x="46" y="98"/>
                    <a:pt x="47" y="93"/>
                  </a:cubicBezTo>
                  <a:cubicBezTo>
                    <a:pt x="48" y="90"/>
                    <a:pt x="49" y="87"/>
                    <a:pt x="51" y="84"/>
                  </a:cubicBezTo>
                  <a:cubicBezTo>
                    <a:pt x="53" y="79"/>
                    <a:pt x="53" y="73"/>
                    <a:pt x="52" y="68"/>
                  </a:cubicBezTo>
                  <a:cubicBezTo>
                    <a:pt x="51" y="65"/>
                    <a:pt x="49" y="62"/>
                    <a:pt x="45" y="62"/>
                  </a:cubicBezTo>
                  <a:cubicBezTo>
                    <a:pt x="42" y="61"/>
                    <a:pt x="39" y="61"/>
                    <a:pt x="35" y="63"/>
                  </a:cubicBezTo>
                  <a:cubicBezTo>
                    <a:pt x="31" y="66"/>
                    <a:pt x="27" y="68"/>
                    <a:pt x="22" y="71"/>
                  </a:cubicBezTo>
                  <a:cubicBezTo>
                    <a:pt x="19" y="73"/>
                    <a:pt x="15" y="76"/>
                    <a:pt x="11" y="78"/>
                  </a:cubicBezTo>
                  <a:cubicBezTo>
                    <a:pt x="9" y="81"/>
                    <a:pt x="6" y="83"/>
                    <a:pt x="3" y="86"/>
                  </a:cubicBezTo>
                  <a:cubicBezTo>
                    <a:pt x="1" y="88"/>
                    <a:pt x="0" y="92"/>
                    <a:pt x="1" y="95"/>
                  </a:cubicBezTo>
                  <a:cubicBezTo>
                    <a:pt x="2" y="98"/>
                    <a:pt x="4" y="101"/>
                    <a:pt x="7" y="103"/>
                  </a:cubicBezTo>
                  <a:close/>
                  <a:moveTo>
                    <a:pt x="35" y="160"/>
                  </a:moveTo>
                  <a:cubicBezTo>
                    <a:pt x="34" y="161"/>
                    <a:pt x="34" y="161"/>
                    <a:pt x="34" y="162"/>
                  </a:cubicBezTo>
                  <a:cubicBezTo>
                    <a:pt x="33" y="164"/>
                    <a:pt x="32" y="166"/>
                    <a:pt x="30" y="165"/>
                  </a:cubicBezTo>
                  <a:cubicBezTo>
                    <a:pt x="28" y="165"/>
                    <a:pt x="26" y="162"/>
                    <a:pt x="26" y="160"/>
                  </a:cubicBezTo>
                  <a:cubicBezTo>
                    <a:pt x="26" y="154"/>
                    <a:pt x="29" y="150"/>
                    <a:pt x="33" y="146"/>
                  </a:cubicBezTo>
                  <a:cubicBezTo>
                    <a:pt x="34" y="146"/>
                    <a:pt x="35" y="146"/>
                    <a:pt x="35" y="146"/>
                  </a:cubicBezTo>
                  <a:cubicBezTo>
                    <a:pt x="35" y="148"/>
                    <a:pt x="36" y="149"/>
                    <a:pt x="35" y="151"/>
                  </a:cubicBezTo>
                  <a:cubicBezTo>
                    <a:pt x="35" y="154"/>
                    <a:pt x="35" y="157"/>
                    <a:pt x="35" y="1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3" name="Freeform 62"/>
            <p:cNvSpPr/>
            <p:nvPr/>
          </p:nvSpPr>
          <p:spPr bwMode="auto">
            <a:xfrm>
              <a:off x="-1458913" y="-1000125"/>
              <a:ext cx="100013" cy="82550"/>
            </a:xfrm>
            <a:custGeom>
              <a:avLst/>
              <a:gdLst>
                <a:gd name="T0" fmla="*/ 6 w 131"/>
                <a:gd name="T1" fmla="*/ 85 h 109"/>
                <a:gd name="T2" fmla="*/ 10 w 131"/>
                <a:gd name="T3" fmla="*/ 80 h 109"/>
                <a:gd name="T4" fmla="*/ 18 w 131"/>
                <a:gd name="T5" fmla="*/ 76 h 109"/>
                <a:gd name="T6" fmla="*/ 42 w 131"/>
                <a:gd name="T7" fmla="*/ 72 h 109"/>
                <a:gd name="T8" fmla="*/ 54 w 131"/>
                <a:gd name="T9" fmla="*/ 72 h 109"/>
                <a:gd name="T10" fmla="*/ 71 w 131"/>
                <a:gd name="T11" fmla="*/ 67 h 109"/>
                <a:gd name="T12" fmla="*/ 87 w 131"/>
                <a:gd name="T13" fmla="*/ 52 h 109"/>
                <a:gd name="T14" fmla="*/ 97 w 131"/>
                <a:gd name="T15" fmla="*/ 37 h 109"/>
                <a:gd name="T16" fmla="*/ 91 w 131"/>
                <a:gd name="T17" fmla="*/ 38 h 109"/>
                <a:gd name="T18" fmla="*/ 77 w 131"/>
                <a:gd name="T19" fmla="*/ 42 h 109"/>
                <a:gd name="T20" fmla="*/ 60 w 131"/>
                <a:gd name="T21" fmla="*/ 41 h 109"/>
                <a:gd name="T22" fmla="*/ 51 w 131"/>
                <a:gd name="T23" fmla="*/ 25 h 109"/>
                <a:gd name="T24" fmla="*/ 58 w 131"/>
                <a:gd name="T25" fmla="*/ 16 h 109"/>
                <a:gd name="T26" fmla="*/ 77 w 131"/>
                <a:gd name="T27" fmla="*/ 7 h 109"/>
                <a:gd name="T28" fmla="*/ 103 w 131"/>
                <a:gd name="T29" fmla="*/ 2 h 109"/>
                <a:gd name="T30" fmla="*/ 118 w 131"/>
                <a:gd name="T31" fmla="*/ 10 h 109"/>
                <a:gd name="T32" fmla="*/ 123 w 131"/>
                <a:gd name="T33" fmla="*/ 23 h 109"/>
                <a:gd name="T34" fmla="*/ 124 w 131"/>
                <a:gd name="T35" fmla="*/ 27 h 109"/>
                <a:gd name="T36" fmla="*/ 122 w 131"/>
                <a:gd name="T37" fmla="*/ 36 h 109"/>
                <a:gd name="T38" fmla="*/ 112 w 131"/>
                <a:gd name="T39" fmla="*/ 53 h 109"/>
                <a:gd name="T40" fmla="*/ 97 w 131"/>
                <a:gd name="T41" fmla="*/ 70 h 109"/>
                <a:gd name="T42" fmla="*/ 95 w 131"/>
                <a:gd name="T43" fmla="*/ 73 h 109"/>
                <a:gd name="T44" fmla="*/ 98 w 131"/>
                <a:gd name="T45" fmla="*/ 73 h 109"/>
                <a:gd name="T46" fmla="*/ 112 w 131"/>
                <a:gd name="T47" fmla="*/ 75 h 109"/>
                <a:gd name="T48" fmla="*/ 118 w 131"/>
                <a:gd name="T49" fmla="*/ 73 h 109"/>
                <a:gd name="T50" fmla="*/ 127 w 131"/>
                <a:gd name="T51" fmla="*/ 76 h 109"/>
                <a:gd name="T52" fmla="*/ 131 w 131"/>
                <a:gd name="T53" fmla="*/ 92 h 109"/>
                <a:gd name="T54" fmla="*/ 125 w 131"/>
                <a:gd name="T55" fmla="*/ 104 h 109"/>
                <a:gd name="T56" fmla="*/ 115 w 131"/>
                <a:gd name="T57" fmla="*/ 108 h 109"/>
                <a:gd name="T58" fmla="*/ 108 w 131"/>
                <a:gd name="T59" fmla="*/ 105 h 109"/>
                <a:gd name="T60" fmla="*/ 100 w 131"/>
                <a:gd name="T61" fmla="*/ 103 h 109"/>
                <a:gd name="T62" fmla="*/ 44 w 131"/>
                <a:gd name="T63" fmla="*/ 104 h 109"/>
                <a:gd name="T64" fmla="*/ 21 w 131"/>
                <a:gd name="T65" fmla="*/ 107 h 109"/>
                <a:gd name="T66" fmla="*/ 11 w 131"/>
                <a:gd name="T67" fmla="*/ 105 h 109"/>
                <a:gd name="T68" fmla="*/ 6 w 131"/>
                <a:gd name="T69" fmla="*/ 85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31" h="109">
                  <a:moveTo>
                    <a:pt x="6" y="85"/>
                  </a:moveTo>
                  <a:cubicBezTo>
                    <a:pt x="8" y="84"/>
                    <a:pt x="9" y="82"/>
                    <a:pt x="10" y="80"/>
                  </a:cubicBezTo>
                  <a:cubicBezTo>
                    <a:pt x="12" y="77"/>
                    <a:pt x="15" y="76"/>
                    <a:pt x="18" y="76"/>
                  </a:cubicBezTo>
                  <a:cubicBezTo>
                    <a:pt x="26" y="75"/>
                    <a:pt x="34" y="73"/>
                    <a:pt x="42" y="72"/>
                  </a:cubicBezTo>
                  <a:cubicBezTo>
                    <a:pt x="46" y="72"/>
                    <a:pt x="50" y="72"/>
                    <a:pt x="54" y="72"/>
                  </a:cubicBezTo>
                  <a:cubicBezTo>
                    <a:pt x="60" y="71"/>
                    <a:pt x="66" y="71"/>
                    <a:pt x="71" y="67"/>
                  </a:cubicBezTo>
                  <a:cubicBezTo>
                    <a:pt x="77" y="63"/>
                    <a:pt x="82" y="58"/>
                    <a:pt x="87" y="52"/>
                  </a:cubicBezTo>
                  <a:cubicBezTo>
                    <a:pt x="90" y="48"/>
                    <a:pt x="98" y="38"/>
                    <a:pt x="97" y="37"/>
                  </a:cubicBezTo>
                  <a:cubicBezTo>
                    <a:pt x="96" y="36"/>
                    <a:pt x="92" y="37"/>
                    <a:pt x="91" y="38"/>
                  </a:cubicBezTo>
                  <a:cubicBezTo>
                    <a:pt x="85" y="39"/>
                    <a:pt x="83" y="41"/>
                    <a:pt x="77" y="42"/>
                  </a:cubicBezTo>
                  <a:cubicBezTo>
                    <a:pt x="72" y="43"/>
                    <a:pt x="65" y="45"/>
                    <a:pt x="60" y="41"/>
                  </a:cubicBezTo>
                  <a:cubicBezTo>
                    <a:pt x="55" y="37"/>
                    <a:pt x="52" y="31"/>
                    <a:pt x="51" y="25"/>
                  </a:cubicBezTo>
                  <a:cubicBezTo>
                    <a:pt x="51" y="21"/>
                    <a:pt x="54" y="18"/>
                    <a:pt x="58" y="16"/>
                  </a:cubicBezTo>
                  <a:cubicBezTo>
                    <a:pt x="64" y="13"/>
                    <a:pt x="70" y="9"/>
                    <a:pt x="77" y="7"/>
                  </a:cubicBezTo>
                  <a:cubicBezTo>
                    <a:pt x="85" y="3"/>
                    <a:pt x="94" y="0"/>
                    <a:pt x="103" y="2"/>
                  </a:cubicBezTo>
                  <a:cubicBezTo>
                    <a:pt x="109" y="3"/>
                    <a:pt x="114" y="6"/>
                    <a:pt x="118" y="10"/>
                  </a:cubicBezTo>
                  <a:cubicBezTo>
                    <a:pt x="122" y="13"/>
                    <a:pt x="123" y="18"/>
                    <a:pt x="123" y="23"/>
                  </a:cubicBezTo>
                  <a:cubicBezTo>
                    <a:pt x="123" y="24"/>
                    <a:pt x="123" y="26"/>
                    <a:pt x="124" y="27"/>
                  </a:cubicBezTo>
                  <a:cubicBezTo>
                    <a:pt x="124" y="30"/>
                    <a:pt x="123" y="33"/>
                    <a:pt x="122" y="36"/>
                  </a:cubicBezTo>
                  <a:cubicBezTo>
                    <a:pt x="121" y="38"/>
                    <a:pt x="116" y="47"/>
                    <a:pt x="112" y="53"/>
                  </a:cubicBezTo>
                  <a:cubicBezTo>
                    <a:pt x="108" y="58"/>
                    <a:pt x="101" y="66"/>
                    <a:pt x="97" y="70"/>
                  </a:cubicBezTo>
                  <a:cubicBezTo>
                    <a:pt x="96" y="71"/>
                    <a:pt x="94" y="72"/>
                    <a:pt x="95" y="73"/>
                  </a:cubicBezTo>
                  <a:cubicBezTo>
                    <a:pt x="95" y="73"/>
                    <a:pt x="97" y="73"/>
                    <a:pt x="98" y="73"/>
                  </a:cubicBezTo>
                  <a:cubicBezTo>
                    <a:pt x="103" y="74"/>
                    <a:pt x="107" y="75"/>
                    <a:pt x="112" y="75"/>
                  </a:cubicBezTo>
                  <a:cubicBezTo>
                    <a:pt x="114" y="75"/>
                    <a:pt x="116" y="74"/>
                    <a:pt x="118" y="73"/>
                  </a:cubicBezTo>
                  <a:cubicBezTo>
                    <a:pt x="122" y="72"/>
                    <a:pt x="125" y="73"/>
                    <a:pt x="127" y="76"/>
                  </a:cubicBezTo>
                  <a:cubicBezTo>
                    <a:pt x="130" y="81"/>
                    <a:pt x="131" y="86"/>
                    <a:pt x="131" y="92"/>
                  </a:cubicBezTo>
                  <a:cubicBezTo>
                    <a:pt x="130" y="96"/>
                    <a:pt x="128" y="100"/>
                    <a:pt x="125" y="104"/>
                  </a:cubicBezTo>
                  <a:cubicBezTo>
                    <a:pt x="121" y="108"/>
                    <a:pt x="119" y="109"/>
                    <a:pt x="115" y="108"/>
                  </a:cubicBezTo>
                  <a:cubicBezTo>
                    <a:pt x="113" y="108"/>
                    <a:pt x="111" y="105"/>
                    <a:pt x="108" y="105"/>
                  </a:cubicBezTo>
                  <a:cubicBezTo>
                    <a:pt x="106" y="104"/>
                    <a:pt x="103" y="103"/>
                    <a:pt x="100" y="103"/>
                  </a:cubicBezTo>
                  <a:cubicBezTo>
                    <a:pt x="87" y="101"/>
                    <a:pt x="50" y="104"/>
                    <a:pt x="44" y="104"/>
                  </a:cubicBezTo>
                  <a:cubicBezTo>
                    <a:pt x="41" y="105"/>
                    <a:pt x="29" y="106"/>
                    <a:pt x="21" y="107"/>
                  </a:cubicBezTo>
                  <a:cubicBezTo>
                    <a:pt x="18" y="107"/>
                    <a:pt x="14" y="106"/>
                    <a:pt x="11" y="105"/>
                  </a:cubicBezTo>
                  <a:cubicBezTo>
                    <a:pt x="4" y="103"/>
                    <a:pt x="0" y="92"/>
                    <a:pt x="6" y="8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4" name="Freeform 63"/>
            <p:cNvSpPr/>
            <p:nvPr/>
          </p:nvSpPr>
          <p:spPr bwMode="auto">
            <a:xfrm>
              <a:off x="-1271588" y="-927100"/>
              <a:ext cx="134938" cy="142875"/>
            </a:xfrm>
            <a:custGeom>
              <a:avLst/>
              <a:gdLst>
                <a:gd name="T0" fmla="*/ 1 w 177"/>
                <a:gd name="T1" fmla="*/ 99 h 188"/>
                <a:gd name="T2" fmla="*/ 0 w 177"/>
                <a:gd name="T3" fmla="*/ 97 h 188"/>
                <a:gd name="T4" fmla="*/ 40 w 177"/>
                <a:gd name="T5" fmla="*/ 95 h 188"/>
                <a:gd name="T6" fmla="*/ 81 w 177"/>
                <a:gd name="T7" fmla="*/ 80 h 188"/>
                <a:gd name="T8" fmla="*/ 98 w 177"/>
                <a:gd name="T9" fmla="*/ 69 h 188"/>
                <a:gd name="T10" fmla="*/ 90 w 177"/>
                <a:gd name="T11" fmla="*/ 66 h 188"/>
                <a:gd name="T12" fmla="*/ 78 w 177"/>
                <a:gd name="T13" fmla="*/ 60 h 188"/>
                <a:gd name="T14" fmla="*/ 71 w 177"/>
                <a:gd name="T15" fmla="*/ 52 h 188"/>
                <a:gd name="T16" fmla="*/ 70 w 177"/>
                <a:gd name="T17" fmla="*/ 50 h 188"/>
                <a:gd name="T18" fmla="*/ 73 w 177"/>
                <a:gd name="T19" fmla="*/ 39 h 188"/>
                <a:gd name="T20" fmla="*/ 75 w 177"/>
                <a:gd name="T21" fmla="*/ 36 h 188"/>
                <a:gd name="T22" fmla="*/ 90 w 177"/>
                <a:gd name="T23" fmla="*/ 35 h 188"/>
                <a:gd name="T24" fmla="*/ 109 w 177"/>
                <a:gd name="T25" fmla="*/ 42 h 188"/>
                <a:gd name="T26" fmla="*/ 119 w 177"/>
                <a:gd name="T27" fmla="*/ 45 h 188"/>
                <a:gd name="T28" fmla="*/ 127 w 177"/>
                <a:gd name="T29" fmla="*/ 43 h 188"/>
                <a:gd name="T30" fmla="*/ 146 w 177"/>
                <a:gd name="T31" fmla="*/ 20 h 188"/>
                <a:gd name="T32" fmla="*/ 153 w 177"/>
                <a:gd name="T33" fmla="*/ 9 h 188"/>
                <a:gd name="T34" fmla="*/ 166 w 177"/>
                <a:gd name="T35" fmla="*/ 1 h 188"/>
                <a:gd name="T36" fmla="*/ 173 w 177"/>
                <a:gd name="T37" fmla="*/ 5 h 188"/>
                <a:gd name="T38" fmla="*/ 177 w 177"/>
                <a:gd name="T39" fmla="*/ 19 h 188"/>
                <a:gd name="T40" fmla="*/ 175 w 177"/>
                <a:gd name="T41" fmla="*/ 24 h 188"/>
                <a:gd name="T42" fmla="*/ 164 w 177"/>
                <a:gd name="T43" fmla="*/ 39 h 188"/>
                <a:gd name="T44" fmla="*/ 154 w 177"/>
                <a:gd name="T45" fmla="*/ 51 h 188"/>
                <a:gd name="T46" fmla="*/ 153 w 177"/>
                <a:gd name="T47" fmla="*/ 53 h 188"/>
                <a:gd name="T48" fmla="*/ 155 w 177"/>
                <a:gd name="T49" fmla="*/ 53 h 188"/>
                <a:gd name="T50" fmla="*/ 164 w 177"/>
                <a:gd name="T51" fmla="*/ 55 h 188"/>
                <a:gd name="T52" fmla="*/ 172 w 177"/>
                <a:gd name="T53" fmla="*/ 67 h 188"/>
                <a:gd name="T54" fmla="*/ 171 w 177"/>
                <a:gd name="T55" fmla="*/ 71 h 188"/>
                <a:gd name="T56" fmla="*/ 167 w 177"/>
                <a:gd name="T57" fmla="*/ 75 h 188"/>
                <a:gd name="T58" fmla="*/ 164 w 177"/>
                <a:gd name="T59" fmla="*/ 77 h 188"/>
                <a:gd name="T60" fmla="*/ 158 w 177"/>
                <a:gd name="T61" fmla="*/ 81 h 188"/>
                <a:gd name="T62" fmla="*/ 146 w 177"/>
                <a:gd name="T63" fmla="*/ 82 h 188"/>
                <a:gd name="T64" fmla="*/ 130 w 177"/>
                <a:gd name="T65" fmla="*/ 77 h 188"/>
                <a:gd name="T66" fmla="*/ 121 w 177"/>
                <a:gd name="T67" fmla="*/ 81 h 188"/>
                <a:gd name="T68" fmla="*/ 115 w 177"/>
                <a:gd name="T69" fmla="*/ 85 h 188"/>
                <a:gd name="T70" fmla="*/ 111 w 177"/>
                <a:gd name="T71" fmla="*/ 92 h 188"/>
                <a:gd name="T72" fmla="*/ 112 w 177"/>
                <a:gd name="T73" fmla="*/ 116 h 188"/>
                <a:gd name="T74" fmla="*/ 115 w 177"/>
                <a:gd name="T75" fmla="*/ 135 h 188"/>
                <a:gd name="T76" fmla="*/ 120 w 177"/>
                <a:gd name="T77" fmla="*/ 155 h 188"/>
                <a:gd name="T78" fmla="*/ 125 w 177"/>
                <a:gd name="T79" fmla="*/ 169 h 188"/>
                <a:gd name="T80" fmla="*/ 132 w 177"/>
                <a:gd name="T81" fmla="*/ 181 h 188"/>
                <a:gd name="T82" fmla="*/ 128 w 177"/>
                <a:gd name="T83" fmla="*/ 184 h 188"/>
                <a:gd name="T84" fmla="*/ 124 w 177"/>
                <a:gd name="T85" fmla="*/ 186 h 188"/>
                <a:gd name="T86" fmla="*/ 119 w 177"/>
                <a:gd name="T87" fmla="*/ 187 h 188"/>
                <a:gd name="T88" fmla="*/ 115 w 177"/>
                <a:gd name="T89" fmla="*/ 188 h 188"/>
                <a:gd name="T90" fmla="*/ 105 w 177"/>
                <a:gd name="T91" fmla="*/ 183 h 188"/>
                <a:gd name="T92" fmla="*/ 101 w 177"/>
                <a:gd name="T93" fmla="*/ 179 h 188"/>
                <a:gd name="T94" fmla="*/ 94 w 177"/>
                <a:gd name="T95" fmla="*/ 171 h 188"/>
                <a:gd name="T96" fmla="*/ 88 w 177"/>
                <a:gd name="T97" fmla="*/ 162 h 188"/>
                <a:gd name="T98" fmla="*/ 86 w 177"/>
                <a:gd name="T99" fmla="*/ 148 h 188"/>
                <a:gd name="T100" fmla="*/ 87 w 177"/>
                <a:gd name="T101" fmla="*/ 137 h 188"/>
                <a:gd name="T102" fmla="*/ 89 w 177"/>
                <a:gd name="T103" fmla="*/ 121 h 188"/>
                <a:gd name="T104" fmla="*/ 91 w 177"/>
                <a:gd name="T105" fmla="*/ 101 h 188"/>
                <a:gd name="T106" fmla="*/ 89 w 177"/>
                <a:gd name="T107" fmla="*/ 100 h 188"/>
                <a:gd name="T108" fmla="*/ 69 w 177"/>
                <a:gd name="T109" fmla="*/ 108 h 188"/>
                <a:gd name="T110" fmla="*/ 51 w 177"/>
                <a:gd name="T111" fmla="*/ 112 h 188"/>
                <a:gd name="T112" fmla="*/ 18 w 177"/>
                <a:gd name="T113" fmla="*/ 110 h 188"/>
                <a:gd name="T114" fmla="*/ 9 w 177"/>
                <a:gd name="T115" fmla="*/ 105 h 188"/>
                <a:gd name="T116" fmla="*/ 1 w 177"/>
                <a:gd name="T117" fmla="*/ 99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77" h="188">
                  <a:moveTo>
                    <a:pt x="1" y="99"/>
                  </a:moveTo>
                  <a:cubicBezTo>
                    <a:pt x="0" y="97"/>
                    <a:pt x="0" y="97"/>
                    <a:pt x="0" y="97"/>
                  </a:cubicBezTo>
                  <a:cubicBezTo>
                    <a:pt x="3" y="96"/>
                    <a:pt x="16" y="101"/>
                    <a:pt x="40" y="95"/>
                  </a:cubicBezTo>
                  <a:cubicBezTo>
                    <a:pt x="60" y="91"/>
                    <a:pt x="71" y="85"/>
                    <a:pt x="81" y="80"/>
                  </a:cubicBezTo>
                  <a:cubicBezTo>
                    <a:pt x="89" y="75"/>
                    <a:pt x="97" y="70"/>
                    <a:pt x="98" y="69"/>
                  </a:cubicBezTo>
                  <a:cubicBezTo>
                    <a:pt x="96" y="68"/>
                    <a:pt x="92" y="67"/>
                    <a:pt x="90" y="66"/>
                  </a:cubicBezTo>
                  <a:cubicBezTo>
                    <a:pt x="86" y="64"/>
                    <a:pt x="82" y="62"/>
                    <a:pt x="78" y="60"/>
                  </a:cubicBezTo>
                  <a:cubicBezTo>
                    <a:pt x="75" y="58"/>
                    <a:pt x="72" y="56"/>
                    <a:pt x="71" y="52"/>
                  </a:cubicBezTo>
                  <a:cubicBezTo>
                    <a:pt x="70" y="52"/>
                    <a:pt x="70" y="51"/>
                    <a:pt x="70" y="50"/>
                  </a:cubicBezTo>
                  <a:cubicBezTo>
                    <a:pt x="71" y="47"/>
                    <a:pt x="72" y="43"/>
                    <a:pt x="73" y="39"/>
                  </a:cubicBezTo>
                  <a:cubicBezTo>
                    <a:pt x="73" y="38"/>
                    <a:pt x="74" y="37"/>
                    <a:pt x="75" y="36"/>
                  </a:cubicBezTo>
                  <a:cubicBezTo>
                    <a:pt x="79" y="32"/>
                    <a:pt x="85" y="32"/>
                    <a:pt x="90" y="35"/>
                  </a:cubicBezTo>
                  <a:cubicBezTo>
                    <a:pt x="96" y="39"/>
                    <a:pt x="103" y="41"/>
                    <a:pt x="109" y="42"/>
                  </a:cubicBezTo>
                  <a:cubicBezTo>
                    <a:pt x="113" y="43"/>
                    <a:pt x="116" y="44"/>
                    <a:pt x="119" y="45"/>
                  </a:cubicBezTo>
                  <a:cubicBezTo>
                    <a:pt x="122" y="46"/>
                    <a:pt x="125" y="45"/>
                    <a:pt x="127" y="43"/>
                  </a:cubicBezTo>
                  <a:cubicBezTo>
                    <a:pt x="134" y="36"/>
                    <a:pt x="140" y="28"/>
                    <a:pt x="146" y="20"/>
                  </a:cubicBezTo>
                  <a:cubicBezTo>
                    <a:pt x="148" y="17"/>
                    <a:pt x="151" y="13"/>
                    <a:pt x="153" y="9"/>
                  </a:cubicBezTo>
                  <a:cubicBezTo>
                    <a:pt x="155" y="3"/>
                    <a:pt x="161" y="2"/>
                    <a:pt x="166" y="1"/>
                  </a:cubicBezTo>
                  <a:cubicBezTo>
                    <a:pt x="169" y="0"/>
                    <a:pt x="171" y="2"/>
                    <a:pt x="173" y="5"/>
                  </a:cubicBezTo>
                  <a:cubicBezTo>
                    <a:pt x="176" y="9"/>
                    <a:pt x="177" y="14"/>
                    <a:pt x="177" y="19"/>
                  </a:cubicBezTo>
                  <a:cubicBezTo>
                    <a:pt x="177" y="21"/>
                    <a:pt x="176" y="23"/>
                    <a:pt x="175" y="24"/>
                  </a:cubicBezTo>
                  <a:cubicBezTo>
                    <a:pt x="172" y="29"/>
                    <a:pt x="168" y="34"/>
                    <a:pt x="164" y="39"/>
                  </a:cubicBezTo>
                  <a:cubicBezTo>
                    <a:pt x="161" y="43"/>
                    <a:pt x="157" y="47"/>
                    <a:pt x="154" y="51"/>
                  </a:cubicBezTo>
                  <a:cubicBezTo>
                    <a:pt x="153" y="51"/>
                    <a:pt x="152" y="53"/>
                    <a:pt x="153" y="53"/>
                  </a:cubicBezTo>
                  <a:cubicBezTo>
                    <a:pt x="153" y="54"/>
                    <a:pt x="154" y="54"/>
                    <a:pt x="155" y="53"/>
                  </a:cubicBezTo>
                  <a:cubicBezTo>
                    <a:pt x="158" y="52"/>
                    <a:pt x="161" y="54"/>
                    <a:pt x="164" y="55"/>
                  </a:cubicBezTo>
                  <a:cubicBezTo>
                    <a:pt x="168" y="58"/>
                    <a:pt x="170" y="62"/>
                    <a:pt x="172" y="67"/>
                  </a:cubicBezTo>
                  <a:cubicBezTo>
                    <a:pt x="174" y="69"/>
                    <a:pt x="173" y="70"/>
                    <a:pt x="171" y="71"/>
                  </a:cubicBezTo>
                  <a:cubicBezTo>
                    <a:pt x="170" y="72"/>
                    <a:pt x="169" y="74"/>
                    <a:pt x="167" y="75"/>
                  </a:cubicBezTo>
                  <a:cubicBezTo>
                    <a:pt x="167" y="76"/>
                    <a:pt x="165" y="76"/>
                    <a:pt x="164" y="77"/>
                  </a:cubicBezTo>
                  <a:cubicBezTo>
                    <a:pt x="162" y="78"/>
                    <a:pt x="160" y="79"/>
                    <a:pt x="158" y="81"/>
                  </a:cubicBezTo>
                  <a:cubicBezTo>
                    <a:pt x="154" y="83"/>
                    <a:pt x="149" y="84"/>
                    <a:pt x="146" y="82"/>
                  </a:cubicBezTo>
                  <a:cubicBezTo>
                    <a:pt x="141" y="78"/>
                    <a:pt x="136" y="78"/>
                    <a:pt x="130" y="77"/>
                  </a:cubicBezTo>
                  <a:cubicBezTo>
                    <a:pt x="126" y="76"/>
                    <a:pt x="124" y="79"/>
                    <a:pt x="121" y="81"/>
                  </a:cubicBezTo>
                  <a:cubicBezTo>
                    <a:pt x="119" y="83"/>
                    <a:pt x="117" y="84"/>
                    <a:pt x="115" y="85"/>
                  </a:cubicBezTo>
                  <a:cubicBezTo>
                    <a:pt x="113" y="86"/>
                    <a:pt x="110" y="88"/>
                    <a:pt x="111" y="92"/>
                  </a:cubicBezTo>
                  <a:cubicBezTo>
                    <a:pt x="111" y="98"/>
                    <a:pt x="111" y="108"/>
                    <a:pt x="112" y="116"/>
                  </a:cubicBezTo>
                  <a:cubicBezTo>
                    <a:pt x="113" y="122"/>
                    <a:pt x="114" y="129"/>
                    <a:pt x="115" y="135"/>
                  </a:cubicBezTo>
                  <a:cubicBezTo>
                    <a:pt x="116" y="142"/>
                    <a:pt x="117" y="148"/>
                    <a:pt x="120" y="155"/>
                  </a:cubicBezTo>
                  <a:cubicBezTo>
                    <a:pt x="122" y="160"/>
                    <a:pt x="123" y="163"/>
                    <a:pt x="125" y="169"/>
                  </a:cubicBezTo>
                  <a:cubicBezTo>
                    <a:pt x="130" y="178"/>
                    <a:pt x="132" y="181"/>
                    <a:pt x="132" y="181"/>
                  </a:cubicBezTo>
                  <a:cubicBezTo>
                    <a:pt x="132" y="182"/>
                    <a:pt x="131" y="183"/>
                    <a:pt x="128" y="184"/>
                  </a:cubicBezTo>
                  <a:cubicBezTo>
                    <a:pt x="126" y="185"/>
                    <a:pt x="125" y="185"/>
                    <a:pt x="124" y="186"/>
                  </a:cubicBezTo>
                  <a:cubicBezTo>
                    <a:pt x="122" y="186"/>
                    <a:pt x="120" y="186"/>
                    <a:pt x="119" y="187"/>
                  </a:cubicBezTo>
                  <a:cubicBezTo>
                    <a:pt x="118" y="187"/>
                    <a:pt x="118" y="187"/>
                    <a:pt x="115" y="188"/>
                  </a:cubicBezTo>
                  <a:cubicBezTo>
                    <a:pt x="113" y="188"/>
                    <a:pt x="108" y="185"/>
                    <a:pt x="105" y="183"/>
                  </a:cubicBezTo>
                  <a:cubicBezTo>
                    <a:pt x="104" y="181"/>
                    <a:pt x="103" y="181"/>
                    <a:pt x="101" y="179"/>
                  </a:cubicBezTo>
                  <a:cubicBezTo>
                    <a:pt x="98" y="176"/>
                    <a:pt x="96" y="174"/>
                    <a:pt x="94" y="171"/>
                  </a:cubicBezTo>
                  <a:cubicBezTo>
                    <a:pt x="92" y="168"/>
                    <a:pt x="90" y="165"/>
                    <a:pt x="88" y="162"/>
                  </a:cubicBezTo>
                  <a:cubicBezTo>
                    <a:pt x="85" y="158"/>
                    <a:pt x="85" y="153"/>
                    <a:pt x="86" y="148"/>
                  </a:cubicBezTo>
                  <a:cubicBezTo>
                    <a:pt x="87" y="144"/>
                    <a:pt x="86" y="141"/>
                    <a:pt x="87" y="137"/>
                  </a:cubicBezTo>
                  <a:cubicBezTo>
                    <a:pt x="87" y="131"/>
                    <a:pt x="88" y="126"/>
                    <a:pt x="89" y="121"/>
                  </a:cubicBezTo>
                  <a:cubicBezTo>
                    <a:pt x="90" y="114"/>
                    <a:pt x="91" y="108"/>
                    <a:pt x="91" y="101"/>
                  </a:cubicBezTo>
                  <a:cubicBezTo>
                    <a:pt x="92" y="99"/>
                    <a:pt x="91" y="99"/>
                    <a:pt x="89" y="100"/>
                  </a:cubicBezTo>
                  <a:cubicBezTo>
                    <a:pt x="82" y="102"/>
                    <a:pt x="75" y="105"/>
                    <a:pt x="69" y="108"/>
                  </a:cubicBezTo>
                  <a:cubicBezTo>
                    <a:pt x="67" y="108"/>
                    <a:pt x="58" y="111"/>
                    <a:pt x="51" y="112"/>
                  </a:cubicBezTo>
                  <a:cubicBezTo>
                    <a:pt x="40" y="113"/>
                    <a:pt x="22" y="112"/>
                    <a:pt x="18" y="110"/>
                  </a:cubicBezTo>
                  <a:cubicBezTo>
                    <a:pt x="15" y="109"/>
                    <a:pt x="12" y="107"/>
                    <a:pt x="9" y="105"/>
                  </a:cubicBezTo>
                  <a:cubicBezTo>
                    <a:pt x="8" y="104"/>
                    <a:pt x="3" y="100"/>
                    <a:pt x="1" y="9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68" name="标题 1"/>
          <p:cNvSpPr>
            <a:spLocks noGrp="1"/>
          </p:cNvSpPr>
          <p:nvPr>
            <p:ph type="title"/>
          </p:nvPr>
        </p:nvSpPr>
        <p:spPr>
          <a:xfrm>
            <a:off x="485775" y="366907"/>
            <a:ext cx="4783090" cy="672105"/>
          </a:xfrm>
        </p:spPr>
        <p:txBody>
          <a:bodyPr>
            <a:noAutofit/>
          </a:bodyPr>
          <a:lstStyle>
            <a:lvl1pPr>
              <a:defRPr sz="2800">
                <a:solidFill>
                  <a:srgbClr val="8F1E8C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EA1BC-73E1-4B32-AD3F-BC46ED9A3A3B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BB23C-EF9A-4E62-970A-65B821B173F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8FF3F-82D0-46F3-A3A1-0B82FBD73DBA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2AD1C-DCAB-4D2E-9343-4B9973E32E2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7EA1BC-73E1-4B32-AD3F-BC46ED9A3A3B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CBB23C-EF9A-4E62-970A-65B821B173F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7EA1BC-73E1-4B32-AD3F-BC46ED9A3A3B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CBB23C-EF9A-4E62-970A-65B821B173F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4">
            <a:alphaModFix amt="81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114" y="60734"/>
            <a:ext cx="12190943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030483" y="2823762"/>
            <a:ext cx="10131034" cy="769441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prstMaterial="matte">
              <a:extrusionClr>
                <a:srgbClr val="891D86"/>
              </a:extrusionClr>
              <a:contourClr>
                <a:schemeClr val="bg1"/>
              </a:contourClr>
            </a:sp3d>
          </a:bodyPr>
          <a:lstStyle/>
          <a:p>
            <a:pPr algn="ctr"/>
            <a:r>
              <a:rPr lang="en-US" altLang="zh-CN" sz="4400" b="1" spc="300" dirty="0">
                <a:ln w="12700" cap="rnd">
                  <a:noFill/>
                  <a:bevel/>
                </a:ln>
                <a:solidFill>
                  <a:srgbClr val="891D86"/>
                </a:solidFill>
                <a:effectLst/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Transformer</a:t>
            </a:r>
            <a:r>
              <a:rPr lang="zh-CN" altLang="en-US" sz="4400" b="1" spc="300" dirty="0">
                <a:ln w="12700" cap="rnd">
                  <a:noFill/>
                  <a:bevel/>
                </a:ln>
                <a:solidFill>
                  <a:srgbClr val="891D86"/>
                </a:solidFill>
                <a:effectLst/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、</a:t>
            </a:r>
            <a:r>
              <a:rPr lang="en-US" altLang="zh-CN" sz="4400" b="1" spc="300" dirty="0">
                <a:ln w="12700" cap="rnd">
                  <a:noFill/>
                  <a:bevel/>
                </a:ln>
                <a:solidFill>
                  <a:srgbClr val="891D86"/>
                </a:solidFill>
                <a:effectLst/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BERT</a:t>
            </a:r>
            <a:r>
              <a:rPr lang="zh-CN" altLang="en-US" sz="4400" b="1" spc="300" dirty="0">
                <a:ln w="12700" cap="rnd">
                  <a:noFill/>
                  <a:bevel/>
                </a:ln>
                <a:solidFill>
                  <a:srgbClr val="891D86"/>
                </a:solidFill>
                <a:effectLst/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、</a:t>
            </a:r>
            <a:r>
              <a:rPr lang="en-US" altLang="zh-CN" sz="4400" b="1" spc="300" dirty="0">
                <a:ln w="12700" cap="rnd">
                  <a:noFill/>
                  <a:bevel/>
                </a:ln>
                <a:solidFill>
                  <a:srgbClr val="891D86"/>
                </a:solidFill>
                <a:effectLst/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MAE</a:t>
            </a:r>
            <a:endParaRPr lang="zh-CN" altLang="en-US" sz="4400" b="1" spc="300" dirty="0">
              <a:ln w="12700" cap="rnd">
                <a:noFill/>
                <a:bevel/>
              </a:ln>
              <a:solidFill>
                <a:srgbClr val="891D86"/>
              </a:solidFill>
              <a:effectLst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24" name="矩形: 剪去对角 7"/>
          <p:cNvSpPr/>
          <p:nvPr/>
        </p:nvSpPr>
        <p:spPr>
          <a:xfrm>
            <a:off x="645724" y="679281"/>
            <a:ext cx="2398913" cy="369332"/>
          </a:xfrm>
          <a:prstGeom prst="snip2DiagRect">
            <a:avLst/>
          </a:prstGeom>
          <a:solidFill>
            <a:srgbClr val="8F1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pc="60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南京理工大学</a:t>
            </a:r>
          </a:p>
        </p:txBody>
      </p:sp>
      <p:cxnSp>
        <p:nvCxnSpPr>
          <p:cNvPr id="25" name="直接连接符 24"/>
          <p:cNvCxnSpPr/>
          <p:nvPr/>
        </p:nvCxnSpPr>
        <p:spPr>
          <a:xfrm>
            <a:off x="2885908" y="1178574"/>
            <a:ext cx="0" cy="369332"/>
          </a:xfrm>
          <a:prstGeom prst="line">
            <a:avLst/>
          </a:prstGeom>
          <a:solidFill>
            <a:schemeClr val="accent1">
              <a:lumMod val="50000"/>
            </a:schemeClr>
          </a:solidFill>
          <a:ln w="9525">
            <a:solidFill>
              <a:srgbClr val="FBFBF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0" y="6489117"/>
            <a:ext cx="12193057" cy="368883"/>
          </a:xfrm>
          <a:prstGeom prst="rect">
            <a:avLst/>
          </a:prstGeom>
          <a:solidFill>
            <a:srgbClr val="891D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6" name="矩形 25"/>
          <p:cNvSpPr/>
          <p:nvPr/>
        </p:nvSpPr>
        <p:spPr>
          <a:xfrm>
            <a:off x="0" y="-8707"/>
            <a:ext cx="12193057" cy="368883"/>
          </a:xfrm>
          <a:prstGeom prst="rect">
            <a:avLst/>
          </a:prstGeom>
          <a:solidFill>
            <a:srgbClr val="8F1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9" name="椭圆 18"/>
          <p:cNvSpPr/>
          <p:nvPr/>
        </p:nvSpPr>
        <p:spPr>
          <a:xfrm>
            <a:off x="9246259" y="3900813"/>
            <a:ext cx="2381250" cy="2381250"/>
          </a:xfrm>
          <a:prstGeom prst="ellipse">
            <a:avLst/>
          </a:prstGeom>
          <a:blipFill dpi="0" rotWithShape="1">
            <a:blip r:embed="rId5">
              <a:alphaModFix amt="4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1047773" y="4869059"/>
            <a:ext cx="7152828" cy="858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50000"/>
              </a:lnSpc>
            </a:pPr>
            <a:r>
              <a:rPr lang="zh-CN" altLang="en-US" sz="2400" dirty="0">
                <a:solidFill>
                  <a:srgbClr val="8F1E8C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汇报人：夏泽宇       指导老师：刘芳</a:t>
            </a:r>
            <a:endParaRPr lang="en-US" altLang="zh-CN" sz="2400" dirty="0">
              <a:solidFill>
                <a:srgbClr val="8F1E8C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28000"/>
            <a:lum/>
          </a:blip>
          <a:srcRect/>
          <a:stretch>
            <a:fillRect t="-5000" b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07531" y="0"/>
            <a:ext cx="4876800" cy="6858000"/>
          </a:xfrm>
          <a:prstGeom prst="rect">
            <a:avLst/>
          </a:prstGeom>
          <a:solidFill>
            <a:srgbClr val="8F1E8C"/>
          </a:solidFill>
          <a:ln>
            <a:noFill/>
          </a:ln>
          <a:effectLst>
            <a:glow>
              <a:schemeClr val="bg1">
                <a:alpha val="66000"/>
              </a:schemeClr>
            </a:glow>
            <a:outerShdw blurRad="952500" dir="11280000" sx="1000" sy="1000" algn="ctr" rotWithShape="0">
              <a:srgbClr val="000000">
                <a:alpha val="63000"/>
              </a:srgbClr>
            </a:outerShdw>
            <a:reflection stA="45000" endPos="0" dist="50800" dir="5400000" sy="-100000" algn="bl" rotWithShape="0"/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" name="组合 8"/>
          <p:cNvGrpSpPr/>
          <p:nvPr/>
        </p:nvGrpSpPr>
        <p:grpSpPr>
          <a:xfrm>
            <a:off x="7820025" y="1982450"/>
            <a:ext cx="3981451" cy="2893100"/>
            <a:chOff x="7715247" y="881638"/>
            <a:chExt cx="3981451" cy="2893100"/>
          </a:xfrm>
        </p:grpSpPr>
        <p:sp>
          <p:nvSpPr>
            <p:cNvPr id="5" name="文本框 4"/>
            <p:cNvSpPr txBox="1"/>
            <p:nvPr/>
          </p:nvSpPr>
          <p:spPr>
            <a:xfrm>
              <a:off x="8495102" y="2328188"/>
              <a:ext cx="2421743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8800" spc="6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mpact" panose="020B0806030902050204" pitchFamily="34" charset="0"/>
                </a:rPr>
                <a:t>0 1</a:t>
              </a:r>
              <a:endParaRPr lang="zh-CN" altLang="en-US" sz="8800" spc="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7715247" y="881638"/>
              <a:ext cx="3981451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8800" spc="6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mpact" panose="020B0806030902050204" pitchFamily="34" charset="0"/>
                </a:rPr>
                <a:t>PART</a:t>
              </a:r>
              <a:endParaRPr lang="zh-CN" altLang="en-US" sz="8800" spc="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</a:endParaRPr>
            </a:p>
          </p:txBody>
        </p:sp>
      </p:grpSp>
      <p:sp>
        <p:nvSpPr>
          <p:cNvPr id="10" name="等腰三角形 9"/>
          <p:cNvSpPr/>
          <p:nvPr/>
        </p:nvSpPr>
        <p:spPr>
          <a:xfrm rot="16200000">
            <a:off x="6201663" y="2936062"/>
            <a:ext cx="1143617" cy="985877"/>
          </a:xfrm>
          <a:prstGeom prst="triangle">
            <a:avLst/>
          </a:prstGeom>
          <a:solidFill>
            <a:srgbClr val="8F1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016660" y="2798276"/>
            <a:ext cx="47852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>
                <a:solidFill>
                  <a:srgbClr val="8F1E8C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Transformer</a:t>
            </a:r>
            <a:endParaRPr lang="zh-CN" altLang="en-US" sz="5400" dirty="0">
              <a:solidFill>
                <a:srgbClr val="8F1E8C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文本框 78"/>
          <p:cNvSpPr txBox="1"/>
          <p:nvPr/>
        </p:nvSpPr>
        <p:spPr>
          <a:xfrm>
            <a:off x="640947" y="1389032"/>
            <a:ext cx="109101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序列模型：</a:t>
            </a:r>
            <a:r>
              <a:rPr lang="en-US" altLang="zh-CN" sz="2400" dirty="0"/>
              <a:t>RNN</a:t>
            </a:r>
            <a:r>
              <a:rPr lang="zh-CN" altLang="en-US" sz="2400" dirty="0"/>
              <a:t>、</a:t>
            </a:r>
            <a:r>
              <a:rPr lang="en-US" altLang="zh-CN" sz="2400" dirty="0"/>
              <a:t>LSTM</a:t>
            </a:r>
          </a:p>
        </p:txBody>
      </p:sp>
      <p:sp>
        <p:nvSpPr>
          <p:cNvPr id="80" name="半闭框 79"/>
          <p:cNvSpPr/>
          <p:nvPr/>
        </p:nvSpPr>
        <p:spPr>
          <a:xfrm rot="10800000">
            <a:off x="9383613" y="4024213"/>
            <a:ext cx="2313087" cy="2313087"/>
          </a:xfrm>
          <a:prstGeom prst="halfFrame">
            <a:avLst>
              <a:gd name="adj1" fmla="val 11965"/>
              <a:gd name="adj2" fmla="val 10896"/>
            </a:avLst>
          </a:prstGeom>
          <a:solidFill>
            <a:srgbClr val="891D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891D86"/>
                </a:solidFill>
              </a:rPr>
              <a:t>Motivation</a:t>
            </a:r>
            <a:endParaRPr lang="zh-CN" altLang="en-US" dirty="0"/>
          </a:p>
        </p:txBody>
      </p:sp>
      <p:sp>
        <p:nvSpPr>
          <p:cNvPr id="2" name="AutoShape 2" descr="在这里插入图片描述">
            <a:extLst>
              <a:ext uri="{FF2B5EF4-FFF2-40B4-BE49-F238E27FC236}">
                <a16:creationId xmlns:a16="http://schemas.microsoft.com/office/drawing/2014/main" id="{E6D29F26-3D9A-AC02-5524-F6101B7DCBC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E7855035-6EC1-3477-5A82-86BE390BF4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8540" y="2103753"/>
            <a:ext cx="9450119" cy="3077004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1248FA0E-902A-8BAA-35CB-295E733A481A}"/>
              </a:ext>
            </a:extLst>
          </p:cNvPr>
          <p:cNvSpPr txBox="1"/>
          <p:nvPr/>
        </p:nvSpPr>
        <p:spPr>
          <a:xfrm>
            <a:off x="640947" y="5433813"/>
            <a:ext cx="109101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Challenge</a:t>
            </a:r>
            <a:r>
              <a:rPr lang="zh-CN" altLang="en-US" sz="2400" dirty="0"/>
              <a:t>：串行训练，效率低；难以建模长距离依赖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E38305-3C0E-AF68-AEEC-89647D410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文本框 78">
            <a:extLst>
              <a:ext uri="{FF2B5EF4-FFF2-40B4-BE49-F238E27FC236}">
                <a16:creationId xmlns:a16="http://schemas.microsoft.com/office/drawing/2014/main" id="{705F60FC-41C4-058B-93F4-660031714F96}"/>
              </a:ext>
            </a:extLst>
          </p:cNvPr>
          <p:cNvSpPr txBox="1"/>
          <p:nvPr/>
        </p:nvSpPr>
        <p:spPr>
          <a:xfrm>
            <a:off x="640947" y="1389032"/>
            <a:ext cx="109101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序列模型：</a:t>
            </a:r>
            <a:r>
              <a:rPr lang="en-US" altLang="zh-CN" sz="2400" dirty="0"/>
              <a:t>RNN</a:t>
            </a:r>
            <a:r>
              <a:rPr lang="zh-CN" altLang="en-US" sz="2400" dirty="0"/>
              <a:t>、</a:t>
            </a:r>
            <a:r>
              <a:rPr lang="en-US" altLang="zh-CN" sz="2400" dirty="0"/>
              <a:t>LSTM</a:t>
            </a:r>
          </a:p>
        </p:txBody>
      </p:sp>
      <p:sp>
        <p:nvSpPr>
          <p:cNvPr id="80" name="半闭框 79">
            <a:extLst>
              <a:ext uri="{FF2B5EF4-FFF2-40B4-BE49-F238E27FC236}">
                <a16:creationId xmlns:a16="http://schemas.microsoft.com/office/drawing/2014/main" id="{95ACB5C0-DDCB-BBDB-2E63-15DDC6AB9665}"/>
              </a:ext>
            </a:extLst>
          </p:cNvPr>
          <p:cNvSpPr/>
          <p:nvPr/>
        </p:nvSpPr>
        <p:spPr>
          <a:xfrm rot="10800000">
            <a:off x="9383613" y="4024213"/>
            <a:ext cx="2313087" cy="2313087"/>
          </a:xfrm>
          <a:prstGeom prst="halfFrame">
            <a:avLst>
              <a:gd name="adj1" fmla="val 11965"/>
              <a:gd name="adj2" fmla="val 10896"/>
            </a:avLst>
          </a:prstGeom>
          <a:solidFill>
            <a:srgbClr val="891D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3AF50422-D77D-E134-0BFD-EABFDCECF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891D86"/>
                </a:solidFill>
              </a:rPr>
              <a:t>Motivation</a:t>
            </a:r>
            <a:endParaRPr lang="zh-CN" altLang="en-US" dirty="0"/>
          </a:p>
        </p:txBody>
      </p:sp>
      <p:sp>
        <p:nvSpPr>
          <p:cNvPr id="2" name="AutoShape 2" descr="在这里插入图片描述">
            <a:extLst>
              <a:ext uri="{FF2B5EF4-FFF2-40B4-BE49-F238E27FC236}">
                <a16:creationId xmlns:a16="http://schemas.microsoft.com/office/drawing/2014/main" id="{6D97EA27-0292-E928-1D0E-799B2425C34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9D6BB0-8BD1-64CD-34FA-397F1A650BDB}"/>
              </a:ext>
            </a:extLst>
          </p:cNvPr>
          <p:cNvSpPr txBox="1"/>
          <p:nvPr/>
        </p:nvSpPr>
        <p:spPr>
          <a:xfrm>
            <a:off x="640947" y="2329648"/>
            <a:ext cx="1091010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Challenge</a:t>
            </a:r>
            <a:r>
              <a:rPr lang="zh-CN" altLang="en-US" sz="2400" dirty="0"/>
              <a:t>：串行训练，效率低；难以建模长距离依赖</a:t>
            </a:r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b="1" dirty="0"/>
          </a:p>
          <a:p>
            <a:endParaRPr lang="en-US" altLang="zh-CN" sz="2400" b="1" dirty="0"/>
          </a:p>
          <a:p>
            <a:endParaRPr lang="en-US" altLang="zh-CN" sz="2400" b="1" dirty="0"/>
          </a:p>
          <a:p>
            <a:endParaRPr lang="en-US" altLang="zh-CN" sz="2400" b="1" dirty="0"/>
          </a:p>
          <a:p>
            <a:r>
              <a:rPr lang="en-US" altLang="zh-CN" sz="2400" b="1" dirty="0"/>
              <a:t>Transformer</a:t>
            </a:r>
            <a:r>
              <a:rPr lang="zh-CN" altLang="en-US" sz="2400" dirty="0"/>
              <a:t>：并行训练；建模全局依赖</a:t>
            </a:r>
            <a:endParaRPr lang="en-US" altLang="zh-CN" sz="2400" dirty="0"/>
          </a:p>
        </p:txBody>
      </p:sp>
      <p:sp>
        <p:nvSpPr>
          <p:cNvPr id="4" name="箭头: 下 3">
            <a:extLst>
              <a:ext uri="{FF2B5EF4-FFF2-40B4-BE49-F238E27FC236}">
                <a16:creationId xmlns:a16="http://schemas.microsoft.com/office/drawing/2014/main" id="{DF17EC1F-01A7-65CF-7C64-6C4D09CDD32E}"/>
              </a:ext>
            </a:extLst>
          </p:cNvPr>
          <p:cNvSpPr/>
          <p:nvPr/>
        </p:nvSpPr>
        <p:spPr>
          <a:xfrm>
            <a:off x="3854245" y="2871019"/>
            <a:ext cx="639097" cy="1543665"/>
          </a:xfrm>
          <a:prstGeom prst="downArrow">
            <a:avLst/>
          </a:prstGeom>
          <a:solidFill>
            <a:srgbClr val="D99ED8"/>
          </a:solidFill>
          <a:ln>
            <a:solidFill>
              <a:srgbClr val="B871B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A460BE4-5DE7-5226-2B06-6BC326830923}"/>
              </a:ext>
            </a:extLst>
          </p:cNvPr>
          <p:cNvSpPr txBox="1"/>
          <p:nvPr/>
        </p:nvSpPr>
        <p:spPr>
          <a:xfrm>
            <a:off x="4550803" y="3314429"/>
            <a:ext cx="51502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8F1E8C"/>
                </a:solidFill>
              </a:rPr>
              <a:t>摒弃</a:t>
            </a:r>
            <a:r>
              <a:rPr lang="en-US" altLang="zh-CN" sz="2400" dirty="0">
                <a:solidFill>
                  <a:srgbClr val="8F1E8C"/>
                </a:solidFill>
              </a:rPr>
              <a:t>RNN</a:t>
            </a:r>
            <a:r>
              <a:rPr lang="zh-CN" altLang="en-US" sz="2400" dirty="0">
                <a:solidFill>
                  <a:srgbClr val="8F1E8C"/>
                </a:solidFill>
              </a:rPr>
              <a:t>结构，完全使用注意力</a:t>
            </a:r>
            <a:endParaRPr lang="en-US" altLang="zh-CN" sz="2400" dirty="0">
              <a:solidFill>
                <a:srgbClr val="8F1E8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64994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30967B-4FE3-3DE8-91EE-10DE14BC7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613CB4D9-5378-8E61-3066-6F915668E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Architecture</a:t>
            </a:r>
            <a:endParaRPr lang="zh-CN" altLang="en-US" dirty="0"/>
          </a:p>
        </p:txBody>
      </p:sp>
      <p:sp>
        <p:nvSpPr>
          <p:cNvPr id="80" name="半闭框 79">
            <a:extLst>
              <a:ext uri="{FF2B5EF4-FFF2-40B4-BE49-F238E27FC236}">
                <a16:creationId xmlns:a16="http://schemas.microsoft.com/office/drawing/2014/main" id="{37DCB7E1-B816-3881-24B0-20B6FE6E002A}"/>
              </a:ext>
            </a:extLst>
          </p:cNvPr>
          <p:cNvSpPr/>
          <p:nvPr/>
        </p:nvSpPr>
        <p:spPr>
          <a:xfrm rot="10800000">
            <a:off x="9383613" y="4024213"/>
            <a:ext cx="2313087" cy="2313087"/>
          </a:xfrm>
          <a:prstGeom prst="halfFrame">
            <a:avLst>
              <a:gd name="adj1" fmla="val 11965"/>
              <a:gd name="adj2" fmla="val 10896"/>
            </a:avLst>
          </a:prstGeom>
          <a:solidFill>
            <a:srgbClr val="891D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49658CC-3015-8E05-91E9-355B42E6CA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3235" y="1151179"/>
            <a:ext cx="3705529" cy="5186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2936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46A601-5B07-3005-F175-AD4C5E3DC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BB03BC5E-C70D-9298-D0A4-96446A41B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Architecture</a:t>
            </a:r>
            <a:endParaRPr lang="zh-CN" altLang="en-US" dirty="0"/>
          </a:p>
        </p:txBody>
      </p:sp>
      <p:sp>
        <p:nvSpPr>
          <p:cNvPr id="80" name="半闭框 79">
            <a:extLst>
              <a:ext uri="{FF2B5EF4-FFF2-40B4-BE49-F238E27FC236}">
                <a16:creationId xmlns:a16="http://schemas.microsoft.com/office/drawing/2014/main" id="{D4366A60-3143-0A72-A52A-62188A6EFF4D}"/>
              </a:ext>
            </a:extLst>
          </p:cNvPr>
          <p:cNvSpPr/>
          <p:nvPr/>
        </p:nvSpPr>
        <p:spPr>
          <a:xfrm rot="10800000">
            <a:off x="9383613" y="4024213"/>
            <a:ext cx="2313087" cy="2313087"/>
          </a:xfrm>
          <a:prstGeom prst="halfFrame">
            <a:avLst>
              <a:gd name="adj1" fmla="val 11965"/>
              <a:gd name="adj2" fmla="val 10896"/>
            </a:avLst>
          </a:prstGeom>
          <a:solidFill>
            <a:srgbClr val="891D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D0389AB-D283-8066-DA03-CE89F18379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5743" y="2205049"/>
            <a:ext cx="2010056" cy="310558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181BD4F-A993-7EB0-D575-A5A26E0615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6258" y="3177916"/>
            <a:ext cx="5372850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4835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21469A-9D80-6735-CB3F-5947D39AC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4EF3B95E-71BF-8FC8-9473-2681FFEC5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Architecture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8215609-8BC8-4ECD-2963-CE0B0DE128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3559" y="1151179"/>
            <a:ext cx="3705529" cy="5186122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BEF4C949-04E1-C6BD-52B4-D8D4964E8062}"/>
              </a:ext>
            </a:extLst>
          </p:cNvPr>
          <p:cNvSpPr txBox="1"/>
          <p:nvPr/>
        </p:nvSpPr>
        <p:spPr>
          <a:xfrm>
            <a:off x="683200" y="1285992"/>
            <a:ext cx="34210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8F1E8C"/>
                </a:solidFill>
              </a:rPr>
              <a:t>翻译任务</a:t>
            </a:r>
            <a:endParaRPr lang="en-US" altLang="zh-CN" sz="2400" dirty="0">
              <a:solidFill>
                <a:srgbClr val="8F1E8C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22B7DEC-EFAF-6B8C-9C52-A4951C0DFBC4}"/>
              </a:ext>
            </a:extLst>
          </p:cNvPr>
          <p:cNvSpPr txBox="1"/>
          <p:nvPr/>
        </p:nvSpPr>
        <p:spPr>
          <a:xfrm>
            <a:off x="1185977" y="3462355"/>
            <a:ext cx="39070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8F1E8C"/>
                </a:solidFill>
              </a:rPr>
              <a:t>Token</a:t>
            </a:r>
            <a:r>
              <a:rPr lang="zh-CN" altLang="en-US" sz="2400" dirty="0">
                <a:solidFill>
                  <a:srgbClr val="8F1E8C"/>
                </a:solidFill>
              </a:rPr>
              <a:t>序列</a:t>
            </a:r>
            <a:r>
              <a:rPr lang="en-US" altLang="zh-CN" sz="2400" dirty="0">
                <a:solidFill>
                  <a:srgbClr val="8F1E8C"/>
                </a:solidFill>
              </a:rPr>
              <a:t>x: </a:t>
            </a:r>
            <a:r>
              <a:rPr lang="en-US" altLang="zh-CN" sz="2400" dirty="0"/>
              <a:t>(3*1)-&gt;(3*512)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B0E82D5-660B-AF35-0D16-779FFDD6C1ED}"/>
              </a:ext>
            </a:extLst>
          </p:cNvPr>
          <p:cNvSpPr txBox="1"/>
          <p:nvPr/>
        </p:nvSpPr>
        <p:spPr>
          <a:xfrm>
            <a:off x="1315806" y="5803103"/>
            <a:ext cx="39182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Input</a:t>
            </a:r>
            <a:r>
              <a:rPr lang="zh-CN" altLang="en-US" sz="2400" dirty="0"/>
              <a:t>：</a:t>
            </a:r>
            <a:r>
              <a:rPr lang="en-US" altLang="zh-CN" sz="2400" dirty="0"/>
              <a:t>[‘I’ ,‘love’ ,‘computer’]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C5D24F8-5A8C-DF7D-09C1-1049E9CDBF41}"/>
              </a:ext>
            </a:extLst>
          </p:cNvPr>
          <p:cNvSpPr/>
          <p:nvPr/>
        </p:nvSpPr>
        <p:spPr>
          <a:xfrm>
            <a:off x="6319526" y="4902833"/>
            <a:ext cx="1947556" cy="1224735"/>
          </a:xfrm>
          <a:prstGeom prst="rect">
            <a:avLst/>
          </a:prstGeom>
          <a:noFill/>
          <a:ln w="28575">
            <a:solidFill>
              <a:srgbClr val="891D8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35BF3BD-BB69-AA2D-B18D-C5D46496A8FE}"/>
              </a:ext>
            </a:extLst>
          </p:cNvPr>
          <p:cNvSpPr txBox="1"/>
          <p:nvPr/>
        </p:nvSpPr>
        <p:spPr>
          <a:xfrm>
            <a:off x="1696610" y="4662338"/>
            <a:ext cx="28858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8F1E8C"/>
                </a:solidFill>
              </a:rPr>
              <a:t>索引序列：</a:t>
            </a:r>
            <a:r>
              <a:rPr lang="en-US" altLang="zh-CN" sz="2400" dirty="0"/>
              <a:t>[3,12,5]</a:t>
            </a:r>
          </a:p>
        </p:txBody>
      </p:sp>
      <p:sp>
        <p:nvSpPr>
          <p:cNvPr id="9" name="箭头: 下 8">
            <a:extLst>
              <a:ext uri="{FF2B5EF4-FFF2-40B4-BE49-F238E27FC236}">
                <a16:creationId xmlns:a16="http://schemas.microsoft.com/office/drawing/2014/main" id="{A5F990EE-AD7D-4989-6723-165EC9920B71}"/>
              </a:ext>
            </a:extLst>
          </p:cNvPr>
          <p:cNvSpPr/>
          <p:nvPr/>
        </p:nvSpPr>
        <p:spPr>
          <a:xfrm rot="10800000">
            <a:off x="2908464" y="5203430"/>
            <a:ext cx="462116" cy="619432"/>
          </a:xfrm>
          <a:prstGeom prst="downArrow">
            <a:avLst/>
          </a:prstGeom>
          <a:solidFill>
            <a:srgbClr val="D99ED8"/>
          </a:solidFill>
          <a:ln>
            <a:solidFill>
              <a:srgbClr val="B871B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箭头: 下 9">
            <a:extLst>
              <a:ext uri="{FF2B5EF4-FFF2-40B4-BE49-F238E27FC236}">
                <a16:creationId xmlns:a16="http://schemas.microsoft.com/office/drawing/2014/main" id="{6B815060-FF36-9BCE-69AE-62D8F579673E}"/>
              </a:ext>
            </a:extLst>
          </p:cNvPr>
          <p:cNvSpPr/>
          <p:nvPr/>
        </p:nvSpPr>
        <p:spPr>
          <a:xfrm rot="10800000">
            <a:off x="2908464" y="3976361"/>
            <a:ext cx="462116" cy="619432"/>
          </a:xfrm>
          <a:prstGeom prst="downArrow">
            <a:avLst/>
          </a:prstGeom>
          <a:solidFill>
            <a:srgbClr val="D99ED8"/>
          </a:solidFill>
          <a:ln>
            <a:solidFill>
              <a:srgbClr val="B871B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半闭框 79">
            <a:extLst>
              <a:ext uri="{FF2B5EF4-FFF2-40B4-BE49-F238E27FC236}">
                <a16:creationId xmlns:a16="http://schemas.microsoft.com/office/drawing/2014/main" id="{07C30AB7-CC20-07D2-41B0-DBE059788FA1}"/>
              </a:ext>
            </a:extLst>
          </p:cNvPr>
          <p:cNvSpPr/>
          <p:nvPr/>
        </p:nvSpPr>
        <p:spPr>
          <a:xfrm rot="10800000">
            <a:off x="9383613" y="4024213"/>
            <a:ext cx="2313087" cy="2313087"/>
          </a:xfrm>
          <a:prstGeom prst="halfFrame">
            <a:avLst>
              <a:gd name="adj1" fmla="val 11965"/>
              <a:gd name="adj2" fmla="val 10896"/>
            </a:avLst>
          </a:prstGeom>
          <a:solidFill>
            <a:srgbClr val="891D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C36CA86-73D0-AEEE-36D8-7151EC2F5F7B}"/>
              </a:ext>
            </a:extLst>
          </p:cNvPr>
          <p:cNvSpPr txBox="1"/>
          <p:nvPr/>
        </p:nvSpPr>
        <p:spPr>
          <a:xfrm>
            <a:off x="1564453" y="2373930"/>
            <a:ext cx="34210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x = x + </a:t>
            </a:r>
            <a:r>
              <a:rPr lang="en-US" altLang="zh-CN" sz="2400" dirty="0" err="1"/>
              <a:t>pos_enc</a:t>
            </a:r>
            <a:r>
              <a:rPr lang="en-US" altLang="zh-CN" sz="2400" dirty="0"/>
              <a:t> (3*512)</a:t>
            </a:r>
          </a:p>
        </p:txBody>
      </p:sp>
      <p:sp>
        <p:nvSpPr>
          <p:cNvPr id="12" name="箭头: 下 11">
            <a:extLst>
              <a:ext uri="{FF2B5EF4-FFF2-40B4-BE49-F238E27FC236}">
                <a16:creationId xmlns:a16="http://schemas.microsoft.com/office/drawing/2014/main" id="{497BD9EB-B34F-DF11-782F-5967B393A737}"/>
              </a:ext>
            </a:extLst>
          </p:cNvPr>
          <p:cNvSpPr/>
          <p:nvPr/>
        </p:nvSpPr>
        <p:spPr>
          <a:xfrm rot="10800000">
            <a:off x="2908464" y="2835595"/>
            <a:ext cx="462116" cy="619432"/>
          </a:xfrm>
          <a:prstGeom prst="downArrow">
            <a:avLst/>
          </a:prstGeom>
          <a:solidFill>
            <a:srgbClr val="D99ED8"/>
          </a:solidFill>
          <a:ln>
            <a:solidFill>
              <a:srgbClr val="B871B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箭头: 下 12">
            <a:extLst>
              <a:ext uri="{FF2B5EF4-FFF2-40B4-BE49-F238E27FC236}">
                <a16:creationId xmlns:a16="http://schemas.microsoft.com/office/drawing/2014/main" id="{41C1564B-D62B-86DA-3B8E-E3EB7EFA57D4}"/>
              </a:ext>
            </a:extLst>
          </p:cNvPr>
          <p:cNvSpPr/>
          <p:nvPr/>
        </p:nvSpPr>
        <p:spPr>
          <a:xfrm rot="10800000">
            <a:off x="2908463" y="1861616"/>
            <a:ext cx="462116" cy="619432"/>
          </a:xfrm>
          <a:prstGeom prst="downArrow">
            <a:avLst/>
          </a:prstGeom>
          <a:solidFill>
            <a:srgbClr val="D99ED8"/>
          </a:solidFill>
          <a:ln>
            <a:solidFill>
              <a:srgbClr val="B871B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7481AA1-A492-6E54-94E3-6BB4EDF2DEA5}"/>
              </a:ext>
            </a:extLst>
          </p:cNvPr>
          <p:cNvSpPr txBox="1"/>
          <p:nvPr/>
        </p:nvSpPr>
        <p:spPr>
          <a:xfrm>
            <a:off x="3415851" y="5270086"/>
            <a:ext cx="14292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查词汇表</a:t>
            </a:r>
            <a:endParaRPr lang="en-US" altLang="zh-CN" sz="24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468315D-DA5D-1D79-3947-D504A25A544C}"/>
              </a:ext>
            </a:extLst>
          </p:cNvPr>
          <p:cNvSpPr txBox="1"/>
          <p:nvPr/>
        </p:nvSpPr>
        <p:spPr>
          <a:xfrm>
            <a:off x="3457806" y="1912265"/>
            <a:ext cx="21727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输入编码器</a:t>
            </a:r>
            <a:endParaRPr lang="en-US" altLang="zh-CN" sz="24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6AEF946-D29F-F77E-768D-3756088B8B9A}"/>
              </a:ext>
            </a:extLst>
          </p:cNvPr>
          <p:cNvSpPr txBox="1"/>
          <p:nvPr/>
        </p:nvSpPr>
        <p:spPr>
          <a:xfrm>
            <a:off x="3400733" y="4088628"/>
            <a:ext cx="21727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通过嵌入层</a:t>
            </a:r>
            <a:endParaRPr lang="en-US" altLang="zh-CN" sz="2400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04896AB-5864-A92E-8BB5-108868DB942D}"/>
              </a:ext>
            </a:extLst>
          </p:cNvPr>
          <p:cNvSpPr txBox="1"/>
          <p:nvPr/>
        </p:nvSpPr>
        <p:spPr>
          <a:xfrm>
            <a:off x="3426182" y="2952796"/>
            <a:ext cx="21727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位置编码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18912233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290D10-A843-B4B1-1204-4A6DABFC1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8AFF8F3A-9E08-ABDB-3D13-B227D6034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Architecture</a:t>
            </a:r>
            <a:endParaRPr lang="zh-CN" altLang="en-US" dirty="0"/>
          </a:p>
        </p:txBody>
      </p:sp>
      <p:sp>
        <p:nvSpPr>
          <p:cNvPr id="80" name="半闭框 79">
            <a:extLst>
              <a:ext uri="{FF2B5EF4-FFF2-40B4-BE49-F238E27FC236}">
                <a16:creationId xmlns:a16="http://schemas.microsoft.com/office/drawing/2014/main" id="{6E879824-A9EC-2221-9C08-21F345386144}"/>
              </a:ext>
            </a:extLst>
          </p:cNvPr>
          <p:cNvSpPr/>
          <p:nvPr/>
        </p:nvSpPr>
        <p:spPr>
          <a:xfrm rot="10800000">
            <a:off x="9383613" y="4024213"/>
            <a:ext cx="2313087" cy="2313087"/>
          </a:xfrm>
          <a:prstGeom prst="halfFrame">
            <a:avLst>
              <a:gd name="adj1" fmla="val 11965"/>
              <a:gd name="adj2" fmla="val 10896"/>
            </a:avLst>
          </a:prstGeom>
          <a:solidFill>
            <a:srgbClr val="891D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4692882-CAAB-1167-A9E6-6C1DAA9B2B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441" y="2512093"/>
            <a:ext cx="4972744" cy="1105054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764C86B7-DB0E-917B-E8F9-1DC01E29AE4F}"/>
              </a:ext>
            </a:extLst>
          </p:cNvPr>
          <p:cNvSpPr txBox="1"/>
          <p:nvPr/>
        </p:nvSpPr>
        <p:spPr>
          <a:xfrm>
            <a:off x="683200" y="1285992"/>
            <a:ext cx="34210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8F1E8C"/>
                </a:solidFill>
              </a:rPr>
              <a:t>位置编码</a:t>
            </a:r>
            <a:r>
              <a:rPr lang="en-US" altLang="zh-CN" sz="2400" dirty="0">
                <a:solidFill>
                  <a:srgbClr val="8F1E8C"/>
                </a:solidFill>
              </a:rPr>
              <a:t>(3*512)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B615C96-ED8F-18B0-8C33-C86E6221EDA6}"/>
              </a:ext>
            </a:extLst>
          </p:cNvPr>
          <p:cNvSpPr txBox="1"/>
          <p:nvPr/>
        </p:nvSpPr>
        <p:spPr>
          <a:xfrm>
            <a:off x="861441" y="3852374"/>
            <a:ext cx="549637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pos:</a:t>
            </a:r>
            <a:r>
              <a:rPr lang="zh-CN" altLang="en-US" sz="2400" dirty="0"/>
              <a:t>序列中第</a:t>
            </a:r>
            <a:r>
              <a:rPr lang="en-US" altLang="zh-CN" sz="2400" dirty="0"/>
              <a:t>pos</a:t>
            </a:r>
            <a:r>
              <a:rPr lang="zh-CN" altLang="en-US" sz="2400" dirty="0"/>
              <a:t>个位置</a:t>
            </a:r>
            <a:r>
              <a:rPr lang="en-US" altLang="zh-CN" sz="2400" dirty="0"/>
              <a:t>(pos=1,2,3)</a:t>
            </a:r>
          </a:p>
          <a:p>
            <a:r>
              <a:rPr lang="en-US" altLang="zh-CN" sz="2400" dirty="0" err="1"/>
              <a:t>d_model</a:t>
            </a:r>
            <a:r>
              <a:rPr lang="en-US" altLang="zh-CN" sz="2400" dirty="0"/>
              <a:t>=512,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=0,1,2,…,255</a:t>
            </a:r>
          </a:p>
          <a:p>
            <a:endParaRPr lang="en-US" altLang="zh-CN" sz="2400" dirty="0"/>
          </a:p>
          <a:p>
            <a:r>
              <a:rPr lang="zh-CN" altLang="en-US" sz="2400" dirty="0"/>
              <a:t>综合表达绝对位置和相对位置</a:t>
            </a:r>
            <a:endParaRPr lang="en-US" altLang="zh-CN" sz="24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A9D0C65-F2DC-DB8D-75EE-4D9F032D656E}"/>
              </a:ext>
            </a:extLst>
          </p:cNvPr>
          <p:cNvSpPr txBox="1"/>
          <p:nvPr/>
        </p:nvSpPr>
        <p:spPr>
          <a:xfrm>
            <a:off x="2877320" y="1982884"/>
            <a:ext cx="10128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8F1E8C"/>
                </a:solidFill>
              </a:rPr>
              <a:t>固定</a:t>
            </a:r>
            <a:endParaRPr lang="en-US" altLang="zh-CN" sz="2400" dirty="0">
              <a:solidFill>
                <a:srgbClr val="8F1E8C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EE32D6E-B739-F4A5-B3D3-64444DA7643F}"/>
              </a:ext>
            </a:extLst>
          </p:cNvPr>
          <p:cNvSpPr txBox="1"/>
          <p:nvPr/>
        </p:nvSpPr>
        <p:spPr>
          <a:xfrm>
            <a:off x="8364749" y="1982883"/>
            <a:ext cx="13582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8F1E8C"/>
                </a:solidFill>
              </a:rPr>
              <a:t>可学习</a:t>
            </a:r>
            <a:endParaRPr lang="en-US" altLang="zh-CN" sz="2400" dirty="0">
              <a:solidFill>
                <a:srgbClr val="8F1E8C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CF255DA-EE5B-095D-3FD8-928547B78BAD}"/>
              </a:ext>
            </a:extLst>
          </p:cNvPr>
          <p:cNvSpPr txBox="1"/>
          <p:nvPr/>
        </p:nvSpPr>
        <p:spPr>
          <a:xfrm>
            <a:off x="7409867" y="3424048"/>
            <a:ext cx="32679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(3*1)</a:t>
            </a:r>
            <a:r>
              <a:rPr lang="zh-CN" altLang="en-US" sz="2400" dirty="0"/>
              <a:t>索引序列</a:t>
            </a:r>
            <a:endParaRPr lang="en-US" altLang="zh-CN" sz="2400" dirty="0"/>
          </a:p>
          <a:p>
            <a:r>
              <a:rPr lang="en-US" altLang="zh-CN" sz="2400" dirty="0"/>
              <a:t>-&gt;</a:t>
            </a:r>
            <a:r>
              <a:rPr lang="zh-CN" altLang="en-US" sz="2400" dirty="0"/>
              <a:t>通过</a:t>
            </a:r>
            <a:r>
              <a:rPr lang="en-US" altLang="zh-CN" sz="2400" dirty="0"/>
              <a:t>embedding</a:t>
            </a:r>
            <a:r>
              <a:rPr lang="zh-CN" altLang="en-US" sz="2400" dirty="0"/>
              <a:t>层</a:t>
            </a:r>
            <a:endParaRPr lang="en-US" altLang="zh-CN" sz="2400" dirty="0"/>
          </a:p>
          <a:p>
            <a:r>
              <a:rPr lang="en-US" altLang="zh-CN" sz="2400" dirty="0"/>
              <a:t>-&gt;(3*512)</a:t>
            </a:r>
            <a:r>
              <a:rPr lang="zh-CN" altLang="en-US" sz="2400" dirty="0"/>
              <a:t>位置编码序列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37080204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B0D4BB-5477-83EF-3610-DD2C37B44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3ADD78F1-10B6-82FA-3CBC-EB1BCA9C1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Architecture</a:t>
            </a:r>
            <a:endParaRPr lang="zh-CN" altLang="en-US" dirty="0"/>
          </a:p>
        </p:txBody>
      </p:sp>
      <p:sp>
        <p:nvSpPr>
          <p:cNvPr id="80" name="半闭框 79">
            <a:extLst>
              <a:ext uri="{FF2B5EF4-FFF2-40B4-BE49-F238E27FC236}">
                <a16:creationId xmlns:a16="http://schemas.microsoft.com/office/drawing/2014/main" id="{832AA142-7B3D-B585-02FD-1094F000B187}"/>
              </a:ext>
            </a:extLst>
          </p:cNvPr>
          <p:cNvSpPr/>
          <p:nvPr/>
        </p:nvSpPr>
        <p:spPr>
          <a:xfrm rot="10800000">
            <a:off x="9383613" y="4024213"/>
            <a:ext cx="2313087" cy="2313087"/>
          </a:xfrm>
          <a:prstGeom prst="halfFrame">
            <a:avLst>
              <a:gd name="adj1" fmla="val 11965"/>
              <a:gd name="adj2" fmla="val 10896"/>
            </a:avLst>
          </a:prstGeom>
          <a:solidFill>
            <a:srgbClr val="891D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FCFC895-266E-259F-56EB-FE04304607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843" y="2621334"/>
            <a:ext cx="2010056" cy="310558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ABDB524-CCBF-1016-AEB0-B2BCD65BF5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6120" y="2461302"/>
            <a:ext cx="5372850" cy="924054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BF44B073-8AEC-5D11-CD98-451CAD413683}"/>
              </a:ext>
            </a:extLst>
          </p:cNvPr>
          <p:cNvSpPr txBox="1"/>
          <p:nvPr/>
        </p:nvSpPr>
        <p:spPr>
          <a:xfrm>
            <a:off x="683201" y="1285992"/>
            <a:ext cx="39772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8F1E8C"/>
                </a:solidFill>
              </a:rPr>
              <a:t>单头注意力</a:t>
            </a:r>
            <a:r>
              <a:rPr lang="en-US" altLang="zh-CN" sz="2400" dirty="0">
                <a:solidFill>
                  <a:srgbClr val="8F1E8C"/>
                </a:solidFill>
              </a:rPr>
              <a:t>-&gt;</a:t>
            </a:r>
            <a:r>
              <a:rPr lang="zh-CN" altLang="en-US" sz="2400" dirty="0">
                <a:solidFill>
                  <a:srgbClr val="8F1E8C"/>
                </a:solidFill>
              </a:rPr>
              <a:t>多头注意力</a:t>
            </a:r>
            <a:endParaRPr lang="en-US" altLang="zh-CN" sz="2400" dirty="0">
              <a:solidFill>
                <a:srgbClr val="8F1E8C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FFC21AF-A89D-930A-4120-1A1A8B5CE052}"/>
              </a:ext>
            </a:extLst>
          </p:cNvPr>
          <p:cNvSpPr txBox="1"/>
          <p:nvPr/>
        </p:nvSpPr>
        <p:spPr>
          <a:xfrm>
            <a:off x="6621859" y="5344042"/>
            <a:ext cx="39182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Input</a:t>
            </a:r>
            <a:r>
              <a:rPr lang="zh-CN" altLang="en-US" sz="2400" dirty="0"/>
              <a:t>：</a:t>
            </a:r>
            <a:r>
              <a:rPr lang="en-US" altLang="zh-CN" sz="2400" dirty="0"/>
              <a:t>token</a:t>
            </a:r>
            <a:r>
              <a:rPr lang="zh-CN" altLang="en-US" sz="2400" dirty="0"/>
              <a:t>序列</a:t>
            </a:r>
            <a:r>
              <a:rPr lang="en-US" altLang="zh-CN" sz="2400" dirty="0"/>
              <a:t>(3*512)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B88E9F5-4B55-BD3E-928E-45D2AE388B76}"/>
              </a:ext>
            </a:extLst>
          </p:cNvPr>
          <p:cNvSpPr txBox="1"/>
          <p:nvPr/>
        </p:nvSpPr>
        <p:spPr>
          <a:xfrm>
            <a:off x="7434649" y="4137626"/>
            <a:ext cx="2143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8F1E8C"/>
                </a:solidFill>
              </a:rPr>
              <a:t>Q/K/V(3*512)</a:t>
            </a:r>
            <a:endParaRPr lang="en-US" altLang="zh-CN" sz="2400" dirty="0"/>
          </a:p>
        </p:txBody>
      </p:sp>
      <p:sp>
        <p:nvSpPr>
          <p:cNvPr id="9" name="箭头: 下 8">
            <a:extLst>
              <a:ext uri="{FF2B5EF4-FFF2-40B4-BE49-F238E27FC236}">
                <a16:creationId xmlns:a16="http://schemas.microsoft.com/office/drawing/2014/main" id="{ABD0E09A-954B-DFDC-329B-6298D91D095D}"/>
              </a:ext>
            </a:extLst>
          </p:cNvPr>
          <p:cNvSpPr/>
          <p:nvPr/>
        </p:nvSpPr>
        <p:spPr>
          <a:xfrm rot="10800000">
            <a:off x="8275410" y="4676170"/>
            <a:ext cx="462116" cy="619432"/>
          </a:xfrm>
          <a:prstGeom prst="downArrow">
            <a:avLst/>
          </a:prstGeom>
          <a:solidFill>
            <a:srgbClr val="D99ED8"/>
          </a:solidFill>
          <a:ln>
            <a:solidFill>
              <a:srgbClr val="B871B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箭头: 下 9">
            <a:extLst>
              <a:ext uri="{FF2B5EF4-FFF2-40B4-BE49-F238E27FC236}">
                <a16:creationId xmlns:a16="http://schemas.microsoft.com/office/drawing/2014/main" id="{842ABBAB-5D2A-222E-7F94-60CE6A7FC5EC}"/>
              </a:ext>
            </a:extLst>
          </p:cNvPr>
          <p:cNvSpPr/>
          <p:nvPr/>
        </p:nvSpPr>
        <p:spPr>
          <a:xfrm rot="10800000">
            <a:off x="8275410" y="3449101"/>
            <a:ext cx="462116" cy="619432"/>
          </a:xfrm>
          <a:prstGeom prst="downArrow">
            <a:avLst/>
          </a:prstGeom>
          <a:solidFill>
            <a:srgbClr val="D99ED8"/>
          </a:solidFill>
          <a:ln>
            <a:solidFill>
              <a:srgbClr val="B871B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B34B51E-B3F6-EDF9-259B-FE10A1BB4D1F}"/>
              </a:ext>
            </a:extLst>
          </p:cNvPr>
          <p:cNvSpPr txBox="1"/>
          <p:nvPr/>
        </p:nvSpPr>
        <p:spPr>
          <a:xfrm>
            <a:off x="8782797" y="4742826"/>
            <a:ext cx="14292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线性变换</a:t>
            </a:r>
            <a:endParaRPr lang="en-US" altLang="zh-CN" sz="24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D1EA841-0927-1F5D-CE1E-3089AAF3AAC7}"/>
              </a:ext>
            </a:extLst>
          </p:cNvPr>
          <p:cNvSpPr txBox="1"/>
          <p:nvPr/>
        </p:nvSpPr>
        <p:spPr>
          <a:xfrm>
            <a:off x="8782797" y="3537833"/>
            <a:ext cx="29854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计算注意力分数</a:t>
            </a:r>
            <a:r>
              <a:rPr lang="en-US" altLang="zh-CN" sz="2400" dirty="0"/>
              <a:t>(x)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F2589B9-2FE2-664B-EDB4-4DD6AA4E6CFE}"/>
              </a:ext>
            </a:extLst>
          </p:cNvPr>
          <p:cNvSpPr txBox="1"/>
          <p:nvPr/>
        </p:nvSpPr>
        <p:spPr>
          <a:xfrm>
            <a:off x="4811781" y="4706734"/>
            <a:ext cx="36140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(n*</a:t>
            </a:r>
            <a:r>
              <a:rPr lang="en-US" altLang="zh-CN" sz="2400" dirty="0" err="1"/>
              <a:t>d_model</a:t>
            </a:r>
            <a:r>
              <a:rPr lang="en-US" altLang="zh-CN" sz="2400" dirty="0"/>
              <a:t>)-&gt;(n*</a:t>
            </a:r>
            <a:r>
              <a:rPr lang="en-US" altLang="zh-CN" sz="2400" dirty="0" err="1"/>
              <a:t>d_q</a:t>
            </a:r>
            <a:r>
              <a:rPr lang="en-US" altLang="zh-CN" sz="2400" dirty="0"/>
              <a:t>/k/v)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0A4F98E-C2B9-D2FE-70F7-2BC2D8BF915D}"/>
              </a:ext>
            </a:extLst>
          </p:cNvPr>
          <p:cNvSpPr txBox="1"/>
          <p:nvPr/>
        </p:nvSpPr>
        <p:spPr>
          <a:xfrm>
            <a:off x="6355485" y="2060820"/>
            <a:ext cx="41407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注意力分数：本质上是编码</a:t>
            </a:r>
            <a:endParaRPr lang="en-US" altLang="zh-CN" sz="24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5746659-3273-8EC0-E879-FB28F4219F01}"/>
              </a:ext>
            </a:extLst>
          </p:cNvPr>
          <p:cNvSpPr txBox="1"/>
          <p:nvPr/>
        </p:nvSpPr>
        <p:spPr>
          <a:xfrm>
            <a:off x="742441" y="5737508"/>
            <a:ext cx="42697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包含语义和位置信息的编码</a:t>
            </a:r>
            <a:endParaRPr lang="en-US" altLang="zh-CN" sz="2400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9E8D99E-A367-8DEF-1074-2549181A8983}"/>
              </a:ext>
            </a:extLst>
          </p:cNvPr>
          <p:cNvSpPr txBox="1"/>
          <p:nvPr/>
        </p:nvSpPr>
        <p:spPr>
          <a:xfrm>
            <a:off x="354103" y="2052225"/>
            <a:ext cx="52908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包含语义、位置和</a:t>
            </a:r>
            <a:r>
              <a:rPr lang="zh-CN" altLang="en-US" sz="2400" dirty="0">
                <a:solidFill>
                  <a:srgbClr val="891D86"/>
                </a:solidFill>
              </a:rPr>
              <a:t>上下文信息</a:t>
            </a:r>
            <a:r>
              <a:rPr lang="zh-CN" altLang="en-US" sz="2400" dirty="0"/>
              <a:t>的编码</a:t>
            </a:r>
            <a:endParaRPr lang="en-US" altLang="zh-CN" sz="2400" dirty="0"/>
          </a:p>
        </p:txBody>
      </p:sp>
      <p:sp>
        <p:nvSpPr>
          <p:cNvPr id="21" name="十字形 20">
            <a:extLst>
              <a:ext uri="{FF2B5EF4-FFF2-40B4-BE49-F238E27FC236}">
                <a16:creationId xmlns:a16="http://schemas.microsoft.com/office/drawing/2014/main" id="{DE1FB413-AB98-23C5-B783-2A10F0C63064}"/>
              </a:ext>
            </a:extLst>
          </p:cNvPr>
          <p:cNvSpPr/>
          <p:nvPr/>
        </p:nvSpPr>
        <p:spPr>
          <a:xfrm rot="2711268">
            <a:off x="1750142" y="3768666"/>
            <a:ext cx="462116" cy="461665"/>
          </a:xfrm>
          <a:prstGeom prst="plus">
            <a:avLst>
              <a:gd name="adj" fmla="val 42002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34693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5F82DE-9EA3-D98D-0715-5775A7D40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6A2F91F8-0B4B-242A-3372-5A762851F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Architecture</a:t>
            </a:r>
            <a:endParaRPr lang="zh-CN" altLang="en-US" dirty="0"/>
          </a:p>
        </p:txBody>
      </p:sp>
      <p:sp>
        <p:nvSpPr>
          <p:cNvPr id="80" name="半闭框 79">
            <a:extLst>
              <a:ext uri="{FF2B5EF4-FFF2-40B4-BE49-F238E27FC236}">
                <a16:creationId xmlns:a16="http://schemas.microsoft.com/office/drawing/2014/main" id="{86753643-A380-A3C0-3B67-10E733C1CA6A}"/>
              </a:ext>
            </a:extLst>
          </p:cNvPr>
          <p:cNvSpPr/>
          <p:nvPr/>
        </p:nvSpPr>
        <p:spPr>
          <a:xfrm rot="10800000">
            <a:off x="9383613" y="4024213"/>
            <a:ext cx="2313087" cy="2313087"/>
          </a:xfrm>
          <a:prstGeom prst="halfFrame">
            <a:avLst>
              <a:gd name="adj1" fmla="val 11965"/>
              <a:gd name="adj2" fmla="val 10896"/>
            </a:avLst>
          </a:prstGeom>
          <a:solidFill>
            <a:srgbClr val="891D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280141D-AD07-90BD-DC4E-471B49B03F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9575" y="1852035"/>
            <a:ext cx="5372850" cy="924054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503D49A2-2FC3-A494-4704-8E9362234A9E}"/>
              </a:ext>
            </a:extLst>
          </p:cNvPr>
          <p:cNvSpPr txBox="1"/>
          <p:nvPr/>
        </p:nvSpPr>
        <p:spPr>
          <a:xfrm>
            <a:off x="683201" y="1285992"/>
            <a:ext cx="39772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8F1E8C"/>
                </a:solidFill>
              </a:rPr>
              <a:t>单头注意力</a:t>
            </a:r>
            <a:r>
              <a:rPr lang="en-US" altLang="zh-CN" sz="2400" dirty="0">
                <a:solidFill>
                  <a:srgbClr val="8F1E8C"/>
                </a:solidFill>
              </a:rPr>
              <a:t>-&gt;</a:t>
            </a:r>
            <a:r>
              <a:rPr lang="zh-CN" altLang="en-US" sz="2400" dirty="0">
                <a:solidFill>
                  <a:srgbClr val="8F1E8C"/>
                </a:solidFill>
              </a:rPr>
              <a:t>多头注意力</a:t>
            </a:r>
            <a:endParaRPr lang="en-US" altLang="zh-CN" sz="2400" dirty="0">
              <a:solidFill>
                <a:srgbClr val="8F1E8C"/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A6EC421-F6E2-A0E1-05F7-4D95D19AD1C4}"/>
              </a:ext>
            </a:extLst>
          </p:cNvPr>
          <p:cNvSpPr txBox="1"/>
          <p:nvPr/>
        </p:nvSpPr>
        <p:spPr>
          <a:xfrm>
            <a:off x="683201" y="2823371"/>
            <a:ext cx="847281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891D86"/>
                </a:solidFill>
              </a:rPr>
              <a:t>Q(query):</a:t>
            </a:r>
            <a:r>
              <a:rPr lang="zh-CN" altLang="en-US" sz="2400" dirty="0"/>
              <a:t>问题列表，引导注意力</a:t>
            </a:r>
            <a:endParaRPr lang="en-US" altLang="zh-CN" sz="2400" dirty="0"/>
          </a:p>
          <a:p>
            <a:r>
              <a:rPr lang="en-US" altLang="zh-CN" sz="2400" dirty="0"/>
              <a:t>	3</a:t>
            </a:r>
            <a:r>
              <a:rPr lang="zh-CN" altLang="en-US" sz="2400" dirty="0"/>
              <a:t>个问题</a:t>
            </a:r>
            <a:r>
              <a:rPr lang="en-US" altLang="zh-CN" sz="2400" dirty="0"/>
              <a:t>*512</a:t>
            </a:r>
            <a:r>
              <a:rPr lang="zh-CN" altLang="en-US" sz="2400" dirty="0"/>
              <a:t>维具体问题（</a:t>
            </a:r>
            <a:r>
              <a:rPr lang="en-US" altLang="zh-CN" sz="2400" dirty="0"/>
              <a:t>’I’</a:t>
            </a:r>
            <a:r>
              <a:rPr lang="zh-CN" altLang="en-US" sz="2400" dirty="0"/>
              <a:t>是</a:t>
            </a:r>
            <a:r>
              <a:rPr lang="en-US" altLang="zh-CN" sz="2400" dirty="0"/>
              <a:t>’</a:t>
            </a:r>
            <a:r>
              <a:rPr lang="zh-CN" altLang="en-US" sz="2400" dirty="0"/>
              <a:t>我</a:t>
            </a:r>
            <a:r>
              <a:rPr lang="en-US" altLang="zh-CN" sz="2400" dirty="0"/>
              <a:t>’/’</a:t>
            </a:r>
            <a:r>
              <a:rPr lang="zh-CN" altLang="en-US" sz="2400" dirty="0"/>
              <a:t>字母</a:t>
            </a:r>
            <a:r>
              <a:rPr lang="en-US" altLang="zh-CN" sz="2400" dirty="0"/>
              <a:t>I’</a:t>
            </a:r>
            <a:r>
              <a:rPr lang="zh-CN" altLang="en-US" sz="2400" dirty="0"/>
              <a:t>）</a:t>
            </a:r>
            <a:endParaRPr lang="en-US" altLang="zh-CN" sz="2400" dirty="0"/>
          </a:p>
          <a:p>
            <a:r>
              <a:rPr lang="en-US" altLang="zh-CN" sz="2400" dirty="0">
                <a:solidFill>
                  <a:srgbClr val="891D86"/>
                </a:solidFill>
              </a:rPr>
              <a:t>K(key):</a:t>
            </a:r>
            <a:r>
              <a:rPr lang="zh-CN" altLang="en-US" sz="2400" dirty="0"/>
              <a:t>线索列表，与</a:t>
            </a:r>
            <a:r>
              <a:rPr lang="en-US" altLang="zh-CN" sz="2400" dirty="0"/>
              <a:t>Q</a:t>
            </a:r>
            <a:r>
              <a:rPr lang="zh-CN" altLang="en-US" sz="2400" dirty="0"/>
              <a:t>相乘计算注意力权重</a:t>
            </a:r>
            <a:endParaRPr lang="en-US" altLang="zh-CN" sz="2400" dirty="0"/>
          </a:p>
          <a:p>
            <a:r>
              <a:rPr lang="en-US" altLang="zh-CN" sz="2400" dirty="0"/>
              <a:t>	3</a:t>
            </a:r>
            <a:r>
              <a:rPr lang="zh-CN" altLang="en-US" sz="2400" dirty="0"/>
              <a:t>个线索</a:t>
            </a:r>
            <a:r>
              <a:rPr lang="en-US" altLang="zh-CN" sz="2400" dirty="0"/>
              <a:t>*512</a:t>
            </a:r>
            <a:r>
              <a:rPr lang="zh-CN" altLang="en-US" sz="2400" dirty="0"/>
              <a:t>维线索性质（</a:t>
            </a:r>
            <a:r>
              <a:rPr lang="en-US" altLang="zh-CN" sz="2400" dirty="0"/>
              <a:t>’love’</a:t>
            </a:r>
            <a:r>
              <a:rPr lang="zh-CN" altLang="en-US" sz="2400" dirty="0"/>
              <a:t>是谓语）</a:t>
            </a:r>
            <a:endParaRPr lang="en-US" altLang="zh-CN" sz="2400" dirty="0"/>
          </a:p>
          <a:p>
            <a:r>
              <a:rPr lang="en-US" altLang="zh-CN" sz="2400" dirty="0">
                <a:solidFill>
                  <a:srgbClr val="891D86"/>
                </a:solidFill>
              </a:rPr>
              <a:t>V(value):</a:t>
            </a:r>
            <a:r>
              <a:rPr lang="zh-CN" altLang="en-US" sz="2400" dirty="0"/>
              <a:t>线索内容列表，与</a:t>
            </a:r>
            <a:r>
              <a:rPr lang="zh-CN" altLang="en-US" sz="2400" dirty="0">
                <a:solidFill>
                  <a:srgbClr val="891D86"/>
                </a:solidFill>
              </a:rPr>
              <a:t>权重矩阵</a:t>
            </a:r>
            <a:r>
              <a:rPr lang="zh-CN" altLang="en-US" sz="2400" dirty="0"/>
              <a:t>相乘编入上下文语义</a:t>
            </a:r>
            <a:endParaRPr lang="en-US" altLang="zh-CN" sz="2400" dirty="0"/>
          </a:p>
          <a:p>
            <a:r>
              <a:rPr lang="en-US" altLang="zh-CN" sz="2400" dirty="0"/>
              <a:t>	3</a:t>
            </a:r>
            <a:r>
              <a:rPr lang="zh-CN" altLang="en-US" sz="2400" dirty="0"/>
              <a:t>个线索</a:t>
            </a:r>
            <a:r>
              <a:rPr lang="en-US" altLang="zh-CN" sz="2400" dirty="0"/>
              <a:t>*512</a:t>
            </a:r>
            <a:r>
              <a:rPr lang="zh-CN" altLang="en-US" sz="2400" dirty="0"/>
              <a:t>维具体语义（</a:t>
            </a:r>
            <a:r>
              <a:rPr lang="en-US" altLang="zh-CN" sz="2400" dirty="0"/>
              <a:t>’love’</a:t>
            </a:r>
            <a:r>
              <a:rPr lang="zh-CN" altLang="en-US" sz="2400" dirty="0"/>
              <a:t>是爱）</a:t>
            </a:r>
            <a:endParaRPr lang="en-US" altLang="zh-CN" sz="2400" dirty="0"/>
          </a:p>
          <a:p>
            <a:r>
              <a:rPr lang="zh-CN" altLang="en-US" sz="2400" dirty="0">
                <a:solidFill>
                  <a:srgbClr val="891D86"/>
                </a:solidFill>
              </a:rPr>
              <a:t>权重矩阵</a:t>
            </a:r>
            <a:r>
              <a:rPr lang="en-US" altLang="zh-CN" sz="2400" dirty="0">
                <a:solidFill>
                  <a:srgbClr val="891D86"/>
                </a:solidFill>
              </a:rPr>
              <a:t>:</a:t>
            </a:r>
            <a:r>
              <a:rPr lang="zh-CN" altLang="en-US" sz="2400" dirty="0"/>
              <a:t>表达</a:t>
            </a:r>
            <a:r>
              <a:rPr lang="en-US" altLang="zh-CN" sz="2400" dirty="0"/>
              <a:t>Q</a:t>
            </a:r>
            <a:r>
              <a:rPr lang="zh-CN" altLang="en-US" sz="2400" dirty="0"/>
              <a:t>和</a:t>
            </a:r>
            <a:r>
              <a:rPr lang="en-US" altLang="zh-CN" sz="2400" dirty="0"/>
              <a:t>K</a:t>
            </a:r>
            <a:r>
              <a:rPr lang="zh-CN" altLang="en-US" sz="2400" dirty="0"/>
              <a:t>列表元素两两之间的相关性</a:t>
            </a:r>
            <a:endParaRPr lang="en-US" altLang="zh-CN" sz="2400" dirty="0"/>
          </a:p>
          <a:p>
            <a:r>
              <a:rPr lang="en-US" altLang="zh-CN" sz="2400" dirty="0"/>
              <a:t>	</a:t>
            </a:r>
            <a:r>
              <a:rPr lang="zh-CN" altLang="en-US" sz="2400" dirty="0"/>
              <a:t>对于每个问题</a:t>
            </a:r>
            <a:r>
              <a:rPr lang="en-US" altLang="zh-CN" sz="2400" dirty="0"/>
              <a:t>Q</a:t>
            </a:r>
            <a:r>
              <a:rPr lang="zh-CN" altLang="en-US" sz="2400" dirty="0"/>
              <a:t>，应该去哪些</a:t>
            </a:r>
            <a:r>
              <a:rPr lang="en-US" altLang="zh-CN" sz="2400" dirty="0"/>
              <a:t>K</a:t>
            </a:r>
            <a:r>
              <a:rPr lang="zh-CN" altLang="en-US" sz="2400" dirty="0"/>
              <a:t>找答案（</a:t>
            </a:r>
            <a:r>
              <a:rPr lang="zh-CN" altLang="en-US" sz="2400" dirty="0">
                <a:solidFill>
                  <a:srgbClr val="891D86"/>
                </a:solidFill>
              </a:rPr>
              <a:t>全局建模</a:t>
            </a:r>
            <a:r>
              <a:rPr lang="zh-CN" altLang="en-US" sz="2400" dirty="0"/>
              <a:t>）</a:t>
            </a:r>
            <a:endParaRPr lang="en-US" altLang="zh-CN" sz="2400" dirty="0"/>
          </a:p>
          <a:p>
            <a:r>
              <a:rPr lang="en-US" altLang="zh-CN" sz="2400" dirty="0">
                <a:solidFill>
                  <a:srgbClr val="891D86"/>
                </a:solidFill>
              </a:rPr>
              <a:t>Attention</a:t>
            </a:r>
            <a:r>
              <a:rPr lang="zh-CN" altLang="en-US" sz="2400" dirty="0">
                <a:solidFill>
                  <a:srgbClr val="891D86"/>
                </a:solidFill>
              </a:rPr>
              <a:t>分数</a:t>
            </a:r>
            <a:r>
              <a:rPr lang="en-US" altLang="zh-CN" sz="2400" dirty="0">
                <a:solidFill>
                  <a:srgbClr val="891D86"/>
                </a:solidFill>
              </a:rPr>
              <a:t>: </a:t>
            </a:r>
            <a:r>
              <a:rPr lang="en-US" altLang="zh-CN" sz="2400" dirty="0" err="1"/>
              <a:t>n_Q</a:t>
            </a:r>
            <a:r>
              <a:rPr lang="en-US" altLang="zh-CN" sz="2400" dirty="0"/>
              <a:t>*</a:t>
            </a:r>
            <a:r>
              <a:rPr lang="en-US" altLang="zh-CN" sz="2400" dirty="0" err="1"/>
              <a:t>d_V</a:t>
            </a:r>
            <a:r>
              <a:rPr lang="en-US" altLang="zh-CN" sz="2400" dirty="0"/>
              <a:t>   3*512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7A344CB1-BB9F-568D-3A63-CE4D8B895D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8281019"/>
              </p:ext>
            </p:extLst>
          </p:nvPr>
        </p:nvGraphicFramePr>
        <p:xfrm>
          <a:off x="9156017" y="3871033"/>
          <a:ext cx="2107380" cy="20564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2460">
                  <a:extLst>
                    <a:ext uri="{9D8B030D-6E8A-4147-A177-3AD203B41FA5}">
                      <a16:colId xmlns:a16="http://schemas.microsoft.com/office/drawing/2014/main" val="474200551"/>
                    </a:ext>
                  </a:extLst>
                </a:gridCol>
                <a:gridCol w="702460">
                  <a:extLst>
                    <a:ext uri="{9D8B030D-6E8A-4147-A177-3AD203B41FA5}">
                      <a16:colId xmlns:a16="http://schemas.microsoft.com/office/drawing/2014/main" val="1479108034"/>
                    </a:ext>
                  </a:extLst>
                </a:gridCol>
                <a:gridCol w="702460">
                  <a:extLst>
                    <a:ext uri="{9D8B030D-6E8A-4147-A177-3AD203B41FA5}">
                      <a16:colId xmlns:a16="http://schemas.microsoft.com/office/drawing/2014/main" val="2317489774"/>
                    </a:ext>
                  </a:extLst>
                </a:gridCol>
              </a:tblGrid>
              <a:tr h="685474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4637355"/>
                  </a:ext>
                </a:extLst>
              </a:tr>
              <a:tr h="685474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60620"/>
                  </a:ext>
                </a:extLst>
              </a:tr>
              <a:tr h="685474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5807634"/>
                  </a:ext>
                </a:extLst>
              </a:tr>
            </a:tbl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B6F3D141-315C-5C64-B18F-B37EC5B32405}"/>
              </a:ext>
            </a:extLst>
          </p:cNvPr>
          <p:cNvSpPr txBox="1"/>
          <p:nvPr/>
        </p:nvSpPr>
        <p:spPr>
          <a:xfrm>
            <a:off x="9283835" y="3495960"/>
            <a:ext cx="617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K1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57A94F9-D9C2-AC90-2054-C1B32DBD952E}"/>
              </a:ext>
            </a:extLst>
          </p:cNvPr>
          <p:cNvSpPr txBox="1"/>
          <p:nvPr/>
        </p:nvSpPr>
        <p:spPr>
          <a:xfrm>
            <a:off x="9964992" y="3495960"/>
            <a:ext cx="617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K2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3483B48-4D0F-0552-00C5-8DFA50E7529A}"/>
              </a:ext>
            </a:extLst>
          </p:cNvPr>
          <p:cNvSpPr txBox="1"/>
          <p:nvPr/>
        </p:nvSpPr>
        <p:spPr>
          <a:xfrm>
            <a:off x="10707599" y="3495960"/>
            <a:ext cx="617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K3</a:t>
            </a:r>
            <a:endParaRPr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7938F9D-A2D8-1575-38C0-AE7712AD00D6}"/>
              </a:ext>
            </a:extLst>
          </p:cNvPr>
          <p:cNvSpPr txBox="1"/>
          <p:nvPr/>
        </p:nvSpPr>
        <p:spPr>
          <a:xfrm>
            <a:off x="8686251" y="4034629"/>
            <a:ext cx="617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Q1</a:t>
            </a:r>
            <a:endParaRPr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F2E49E2-083D-FDAA-9412-411D1F238463}"/>
              </a:ext>
            </a:extLst>
          </p:cNvPr>
          <p:cNvSpPr txBox="1"/>
          <p:nvPr/>
        </p:nvSpPr>
        <p:spPr>
          <a:xfrm>
            <a:off x="8666587" y="4714578"/>
            <a:ext cx="617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Q2</a:t>
            </a:r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F0811A3-96B3-6DC7-9578-F72605D4B079}"/>
              </a:ext>
            </a:extLst>
          </p:cNvPr>
          <p:cNvSpPr txBox="1"/>
          <p:nvPr/>
        </p:nvSpPr>
        <p:spPr>
          <a:xfrm>
            <a:off x="8656754" y="5394527"/>
            <a:ext cx="617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Q3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432193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6E4419-0B58-FD86-2061-41A3DA989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F1CB5F3-FE4C-E982-2E0D-6A04ACE41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Architecture</a:t>
            </a:r>
            <a:endParaRPr lang="zh-CN" altLang="en-US" dirty="0"/>
          </a:p>
        </p:txBody>
      </p:sp>
      <p:sp>
        <p:nvSpPr>
          <p:cNvPr id="80" name="半闭框 79">
            <a:extLst>
              <a:ext uri="{FF2B5EF4-FFF2-40B4-BE49-F238E27FC236}">
                <a16:creationId xmlns:a16="http://schemas.microsoft.com/office/drawing/2014/main" id="{6BB6C9CE-F06C-B77E-77C2-C90E629FF0EB}"/>
              </a:ext>
            </a:extLst>
          </p:cNvPr>
          <p:cNvSpPr/>
          <p:nvPr/>
        </p:nvSpPr>
        <p:spPr>
          <a:xfrm rot="10800000">
            <a:off x="9383613" y="4024213"/>
            <a:ext cx="2313087" cy="2313087"/>
          </a:xfrm>
          <a:prstGeom prst="halfFrame">
            <a:avLst>
              <a:gd name="adj1" fmla="val 11965"/>
              <a:gd name="adj2" fmla="val 10896"/>
            </a:avLst>
          </a:prstGeom>
          <a:solidFill>
            <a:srgbClr val="891D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DF2FF8A-CEBC-BF69-FB14-2EBF20D524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56749" y="2513890"/>
            <a:ext cx="2513931" cy="313759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9D3B024-6FEF-36F3-2359-20FD870342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26120" y="2543610"/>
            <a:ext cx="5372850" cy="759438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498F7027-F537-7B20-2627-344BDA973741}"/>
              </a:ext>
            </a:extLst>
          </p:cNvPr>
          <p:cNvSpPr txBox="1"/>
          <p:nvPr/>
        </p:nvSpPr>
        <p:spPr>
          <a:xfrm>
            <a:off x="683201" y="1285992"/>
            <a:ext cx="39772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8F1E8C"/>
                </a:solidFill>
              </a:rPr>
              <a:t>单头注意力</a:t>
            </a:r>
            <a:r>
              <a:rPr lang="en-US" altLang="zh-CN" sz="2400" dirty="0">
                <a:solidFill>
                  <a:srgbClr val="8F1E8C"/>
                </a:solidFill>
              </a:rPr>
              <a:t>-&gt;</a:t>
            </a:r>
            <a:r>
              <a:rPr lang="zh-CN" altLang="en-US" sz="2400" b="1" dirty="0">
                <a:solidFill>
                  <a:srgbClr val="8F1E8C"/>
                </a:solidFill>
              </a:rPr>
              <a:t>多头注意力</a:t>
            </a:r>
            <a:endParaRPr lang="en-US" altLang="zh-CN" sz="2400" b="1" dirty="0">
              <a:solidFill>
                <a:srgbClr val="8F1E8C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052A014-BD7C-4AA3-E7F4-841D2259904F}"/>
              </a:ext>
            </a:extLst>
          </p:cNvPr>
          <p:cNvSpPr txBox="1"/>
          <p:nvPr/>
        </p:nvSpPr>
        <p:spPr>
          <a:xfrm>
            <a:off x="6621859" y="5344042"/>
            <a:ext cx="39182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Input</a:t>
            </a:r>
            <a:r>
              <a:rPr lang="zh-CN" altLang="en-US" sz="2400" dirty="0"/>
              <a:t>：</a:t>
            </a:r>
            <a:r>
              <a:rPr lang="en-US" altLang="zh-CN" sz="2400" dirty="0"/>
              <a:t>token</a:t>
            </a:r>
            <a:r>
              <a:rPr lang="zh-CN" altLang="en-US" sz="2400" dirty="0"/>
              <a:t>序列</a:t>
            </a:r>
            <a:r>
              <a:rPr lang="en-US" altLang="zh-CN" sz="2400" dirty="0"/>
              <a:t>(3*512)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64A5681-88C4-C0F4-73B2-FE2A690A2B8C}"/>
              </a:ext>
            </a:extLst>
          </p:cNvPr>
          <p:cNvSpPr txBox="1"/>
          <p:nvPr/>
        </p:nvSpPr>
        <p:spPr>
          <a:xfrm>
            <a:off x="7434649" y="4137626"/>
            <a:ext cx="2143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8F1E8C"/>
                </a:solidFill>
              </a:rPr>
              <a:t>Q/K/V(3*64)*8</a:t>
            </a:r>
            <a:endParaRPr lang="en-US" altLang="zh-CN" sz="2400" dirty="0"/>
          </a:p>
        </p:txBody>
      </p:sp>
      <p:sp>
        <p:nvSpPr>
          <p:cNvPr id="9" name="箭头: 下 8">
            <a:extLst>
              <a:ext uri="{FF2B5EF4-FFF2-40B4-BE49-F238E27FC236}">
                <a16:creationId xmlns:a16="http://schemas.microsoft.com/office/drawing/2014/main" id="{80439BCF-104B-166E-5255-895D14C68B41}"/>
              </a:ext>
            </a:extLst>
          </p:cNvPr>
          <p:cNvSpPr/>
          <p:nvPr/>
        </p:nvSpPr>
        <p:spPr>
          <a:xfrm rot="10800000">
            <a:off x="8275410" y="4676170"/>
            <a:ext cx="462116" cy="619432"/>
          </a:xfrm>
          <a:prstGeom prst="downArrow">
            <a:avLst/>
          </a:prstGeom>
          <a:solidFill>
            <a:srgbClr val="D99ED8"/>
          </a:solidFill>
          <a:ln>
            <a:solidFill>
              <a:srgbClr val="B871B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箭头: 下 9">
            <a:extLst>
              <a:ext uri="{FF2B5EF4-FFF2-40B4-BE49-F238E27FC236}">
                <a16:creationId xmlns:a16="http://schemas.microsoft.com/office/drawing/2014/main" id="{1027823D-8384-DC95-B1A8-BFC19D6901B4}"/>
              </a:ext>
            </a:extLst>
          </p:cNvPr>
          <p:cNvSpPr/>
          <p:nvPr/>
        </p:nvSpPr>
        <p:spPr>
          <a:xfrm rot="10800000">
            <a:off x="8275410" y="3449101"/>
            <a:ext cx="462116" cy="619432"/>
          </a:xfrm>
          <a:prstGeom prst="downArrow">
            <a:avLst/>
          </a:prstGeom>
          <a:solidFill>
            <a:srgbClr val="D99ED8"/>
          </a:solidFill>
          <a:ln>
            <a:solidFill>
              <a:srgbClr val="B871B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7A61DE4-CD05-9D0B-364D-C5513AA74996}"/>
              </a:ext>
            </a:extLst>
          </p:cNvPr>
          <p:cNvSpPr txBox="1"/>
          <p:nvPr/>
        </p:nvSpPr>
        <p:spPr>
          <a:xfrm>
            <a:off x="8782797" y="4742826"/>
            <a:ext cx="14292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线性变换</a:t>
            </a:r>
            <a:endParaRPr lang="en-US" altLang="zh-CN" sz="24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59C406E-26E2-CC93-1151-1BCBF44D62B3}"/>
              </a:ext>
            </a:extLst>
          </p:cNvPr>
          <p:cNvSpPr txBox="1"/>
          <p:nvPr/>
        </p:nvSpPr>
        <p:spPr>
          <a:xfrm>
            <a:off x="4904285" y="3568517"/>
            <a:ext cx="36140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分别计算注意力分数</a:t>
            </a:r>
            <a:r>
              <a:rPr lang="en-US" altLang="zh-CN" sz="2400" dirty="0"/>
              <a:t>(x)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19ED5B3-61D2-FBBC-1171-4996DC75A653}"/>
              </a:ext>
            </a:extLst>
          </p:cNvPr>
          <p:cNvSpPr txBox="1"/>
          <p:nvPr/>
        </p:nvSpPr>
        <p:spPr>
          <a:xfrm>
            <a:off x="4811781" y="4706734"/>
            <a:ext cx="36140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(n*</a:t>
            </a:r>
            <a:r>
              <a:rPr lang="en-US" altLang="zh-CN" sz="2400" dirty="0" err="1"/>
              <a:t>d_model</a:t>
            </a:r>
            <a:r>
              <a:rPr lang="en-US" altLang="zh-CN" sz="2400" dirty="0"/>
              <a:t>)-&gt;(n*</a:t>
            </a:r>
            <a:r>
              <a:rPr lang="en-US" altLang="zh-CN" sz="2400" dirty="0" err="1"/>
              <a:t>d_q</a:t>
            </a:r>
            <a:r>
              <a:rPr lang="en-US" altLang="zh-CN" sz="2400" dirty="0"/>
              <a:t>/k/v)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0BEEDC-4ACE-DAEC-4196-FFDAD7568E36}"/>
              </a:ext>
            </a:extLst>
          </p:cNvPr>
          <p:cNvSpPr txBox="1"/>
          <p:nvPr/>
        </p:nvSpPr>
        <p:spPr>
          <a:xfrm>
            <a:off x="6355485" y="2060820"/>
            <a:ext cx="41407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特征提取能力 </a:t>
            </a:r>
            <a:r>
              <a:rPr lang="en-US" altLang="zh-CN" sz="2400" dirty="0"/>
              <a:t>vs. </a:t>
            </a:r>
            <a:r>
              <a:rPr lang="zh-CN" altLang="en-US" sz="2400" dirty="0"/>
              <a:t>模型复杂度</a:t>
            </a:r>
            <a:endParaRPr lang="en-US" altLang="zh-CN" sz="24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3BE7D22-01B4-18F2-20B3-47133BB93E24}"/>
              </a:ext>
            </a:extLst>
          </p:cNvPr>
          <p:cNvSpPr txBox="1"/>
          <p:nvPr/>
        </p:nvSpPr>
        <p:spPr>
          <a:xfrm>
            <a:off x="742441" y="5737508"/>
            <a:ext cx="42697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包含语义和位置信息的编码</a:t>
            </a:r>
            <a:endParaRPr lang="en-US" altLang="zh-CN" sz="2400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1BD2F9D-E4F2-ADFD-9B76-805027179112}"/>
              </a:ext>
            </a:extLst>
          </p:cNvPr>
          <p:cNvSpPr txBox="1"/>
          <p:nvPr/>
        </p:nvSpPr>
        <p:spPr>
          <a:xfrm>
            <a:off x="354103" y="2052225"/>
            <a:ext cx="52908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包含语义、位置和上下文信息的编码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41849704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6659BE-30A4-C8F4-DC7A-8F0108C37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FEB46B11-1313-F684-1343-4CFCF8097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Architecture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242669E-ECCA-2DF0-F588-9CE6DB87D5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3559" y="1151179"/>
            <a:ext cx="3705529" cy="5186122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916676C6-0836-9598-3630-CC6B74384BFE}"/>
              </a:ext>
            </a:extLst>
          </p:cNvPr>
          <p:cNvSpPr txBox="1"/>
          <p:nvPr/>
        </p:nvSpPr>
        <p:spPr>
          <a:xfrm>
            <a:off x="683200" y="1285992"/>
            <a:ext cx="34210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8F1E8C"/>
                </a:solidFill>
              </a:rPr>
              <a:t>翻译任务</a:t>
            </a:r>
            <a:endParaRPr lang="en-US" altLang="zh-CN" sz="2400" dirty="0">
              <a:solidFill>
                <a:srgbClr val="8F1E8C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9BCB163-1440-F465-E960-922BB753BD18}"/>
              </a:ext>
            </a:extLst>
          </p:cNvPr>
          <p:cNvSpPr txBox="1"/>
          <p:nvPr/>
        </p:nvSpPr>
        <p:spPr>
          <a:xfrm>
            <a:off x="1185977" y="3462355"/>
            <a:ext cx="39070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8F1E8C"/>
                </a:solidFill>
              </a:rPr>
              <a:t>Token</a:t>
            </a:r>
            <a:r>
              <a:rPr lang="zh-CN" altLang="en-US" sz="2400" dirty="0">
                <a:solidFill>
                  <a:srgbClr val="8F1E8C"/>
                </a:solidFill>
              </a:rPr>
              <a:t>序列</a:t>
            </a:r>
            <a:r>
              <a:rPr lang="en-US" altLang="zh-CN" sz="2400" dirty="0">
                <a:solidFill>
                  <a:srgbClr val="8F1E8C"/>
                </a:solidFill>
              </a:rPr>
              <a:t>x: </a:t>
            </a:r>
            <a:r>
              <a:rPr lang="en-US" altLang="zh-CN" sz="2400" dirty="0"/>
              <a:t>(5*1)-&gt;(5*512)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33DB016-CD63-FBEF-66A9-9ABF11D06ADB}"/>
              </a:ext>
            </a:extLst>
          </p:cNvPr>
          <p:cNvSpPr txBox="1"/>
          <p:nvPr/>
        </p:nvSpPr>
        <p:spPr>
          <a:xfrm>
            <a:off x="1315806" y="5803103"/>
            <a:ext cx="47113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Input</a:t>
            </a:r>
            <a:r>
              <a:rPr lang="zh-CN" altLang="en-US" sz="2400" dirty="0"/>
              <a:t>：</a:t>
            </a:r>
            <a:r>
              <a:rPr lang="en-US" altLang="zh-CN" sz="2400" dirty="0"/>
              <a:t>[‘</a:t>
            </a:r>
            <a:r>
              <a:rPr lang="zh-CN" altLang="en-US" sz="2400" dirty="0"/>
              <a:t>我</a:t>
            </a:r>
            <a:r>
              <a:rPr lang="en-US" altLang="zh-CN" sz="2400" dirty="0"/>
              <a:t>’ ,‘</a:t>
            </a:r>
            <a:r>
              <a:rPr lang="zh-CN" altLang="en-US" sz="2400" dirty="0"/>
              <a:t>爱</a:t>
            </a:r>
            <a:r>
              <a:rPr lang="en-US" altLang="zh-CN" sz="2400" dirty="0"/>
              <a:t>’ ,‘</a:t>
            </a:r>
            <a:r>
              <a:rPr lang="zh-CN" altLang="en-US" sz="2400" dirty="0"/>
              <a:t>计</a:t>
            </a:r>
            <a:r>
              <a:rPr lang="en-US" altLang="zh-CN" sz="2400" dirty="0"/>
              <a:t>’, ‘</a:t>
            </a:r>
            <a:r>
              <a:rPr lang="zh-CN" altLang="en-US" sz="2400" dirty="0"/>
              <a:t>算</a:t>
            </a:r>
            <a:r>
              <a:rPr lang="en-US" altLang="zh-CN" sz="2400" dirty="0"/>
              <a:t>’ , ‘</a:t>
            </a:r>
            <a:r>
              <a:rPr lang="zh-CN" altLang="en-US" sz="2400" dirty="0"/>
              <a:t>机</a:t>
            </a:r>
            <a:r>
              <a:rPr lang="en-US" altLang="zh-CN" sz="2400" dirty="0"/>
              <a:t>’ ]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0C882C3-4B9E-CD72-671A-EC30945200D1}"/>
              </a:ext>
            </a:extLst>
          </p:cNvPr>
          <p:cNvSpPr/>
          <p:nvPr/>
        </p:nvSpPr>
        <p:spPr>
          <a:xfrm>
            <a:off x="8223285" y="4900778"/>
            <a:ext cx="1947556" cy="1436523"/>
          </a:xfrm>
          <a:prstGeom prst="rect">
            <a:avLst/>
          </a:prstGeom>
          <a:noFill/>
          <a:ln w="28575">
            <a:solidFill>
              <a:srgbClr val="891D8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1C5E410-FD84-3392-D1E0-87667E9CCDE6}"/>
              </a:ext>
            </a:extLst>
          </p:cNvPr>
          <p:cNvSpPr txBox="1"/>
          <p:nvPr/>
        </p:nvSpPr>
        <p:spPr>
          <a:xfrm>
            <a:off x="2394999" y="4669945"/>
            <a:ext cx="14890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8F1E8C"/>
                </a:solidFill>
              </a:rPr>
              <a:t>索引序列</a:t>
            </a:r>
            <a:endParaRPr lang="en-US" altLang="zh-CN" sz="2400" dirty="0"/>
          </a:p>
        </p:txBody>
      </p:sp>
      <p:sp>
        <p:nvSpPr>
          <p:cNvPr id="9" name="箭头: 下 8">
            <a:extLst>
              <a:ext uri="{FF2B5EF4-FFF2-40B4-BE49-F238E27FC236}">
                <a16:creationId xmlns:a16="http://schemas.microsoft.com/office/drawing/2014/main" id="{FF7DF883-D6B5-F0D6-2ADC-FC5059676BAA}"/>
              </a:ext>
            </a:extLst>
          </p:cNvPr>
          <p:cNvSpPr/>
          <p:nvPr/>
        </p:nvSpPr>
        <p:spPr>
          <a:xfrm rot="10800000">
            <a:off x="2908464" y="5203430"/>
            <a:ext cx="462116" cy="619432"/>
          </a:xfrm>
          <a:prstGeom prst="downArrow">
            <a:avLst/>
          </a:prstGeom>
          <a:solidFill>
            <a:srgbClr val="D99ED8"/>
          </a:solidFill>
          <a:ln>
            <a:solidFill>
              <a:srgbClr val="B871B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箭头: 下 9">
            <a:extLst>
              <a:ext uri="{FF2B5EF4-FFF2-40B4-BE49-F238E27FC236}">
                <a16:creationId xmlns:a16="http://schemas.microsoft.com/office/drawing/2014/main" id="{C2033087-7C90-6417-042A-2A9B43D37A6D}"/>
              </a:ext>
            </a:extLst>
          </p:cNvPr>
          <p:cNvSpPr/>
          <p:nvPr/>
        </p:nvSpPr>
        <p:spPr>
          <a:xfrm rot="10800000">
            <a:off x="2908464" y="3976361"/>
            <a:ext cx="462116" cy="619432"/>
          </a:xfrm>
          <a:prstGeom prst="downArrow">
            <a:avLst/>
          </a:prstGeom>
          <a:solidFill>
            <a:srgbClr val="D99ED8"/>
          </a:solidFill>
          <a:ln>
            <a:solidFill>
              <a:srgbClr val="B871B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半闭框 79">
            <a:extLst>
              <a:ext uri="{FF2B5EF4-FFF2-40B4-BE49-F238E27FC236}">
                <a16:creationId xmlns:a16="http://schemas.microsoft.com/office/drawing/2014/main" id="{CC33CA5B-A259-7BC1-CC55-3CE68F2A388A}"/>
              </a:ext>
            </a:extLst>
          </p:cNvPr>
          <p:cNvSpPr/>
          <p:nvPr/>
        </p:nvSpPr>
        <p:spPr>
          <a:xfrm rot="10800000">
            <a:off x="9383613" y="4024213"/>
            <a:ext cx="2313087" cy="2313087"/>
          </a:xfrm>
          <a:prstGeom prst="halfFrame">
            <a:avLst>
              <a:gd name="adj1" fmla="val 11965"/>
              <a:gd name="adj2" fmla="val 10896"/>
            </a:avLst>
          </a:prstGeom>
          <a:solidFill>
            <a:srgbClr val="891D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831A038-D502-D35E-4CFD-F7E369F0D21D}"/>
              </a:ext>
            </a:extLst>
          </p:cNvPr>
          <p:cNvSpPr txBox="1"/>
          <p:nvPr/>
        </p:nvSpPr>
        <p:spPr>
          <a:xfrm>
            <a:off x="1564453" y="2373930"/>
            <a:ext cx="34210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x = x + </a:t>
            </a:r>
            <a:r>
              <a:rPr lang="en-US" altLang="zh-CN" sz="2400" dirty="0" err="1"/>
              <a:t>pos_enc</a:t>
            </a:r>
            <a:r>
              <a:rPr lang="en-US" altLang="zh-CN" sz="2400" dirty="0"/>
              <a:t> (5*512)</a:t>
            </a:r>
          </a:p>
        </p:txBody>
      </p:sp>
      <p:sp>
        <p:nvSpPr>
          <p:cNvPr id="12" name="箭头: 下 11">
            <a:extLst>
              <a:ext uri="{FF2B5EF4-FFF2-40B4-BE49-F238E27FC236}">
                <a16:creationId xmlns:a16="http://schemas.microsoft.com/office/drawing/2014/main" id="{A7E17475-904C-5BAC-776D-0AEEF439543E}"/>
              </a:ext>
            </a:extLst>
          </p:cNvPr>
          <p:cNvSpPr/>
          <p:nvPr/>
        </p:nvSpPr>
        <p:spPr>
          <a:xfrm rot="10800000">
            <a:off x="2908464" y="2835595"/>
            <a:ext cx="462116" cy="619432"/>
          </a:xfrm>
          <a:prstGeom prst="downArrow">
            <a:avLst/>
          </a:prstGeom>
          <a:solidFill>
            <a:srgbClr val="D99ED8"/>
          </a:solidFill>
          <a:ln>
            <a:solidFill>
              <a:srgbClr val="B871B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箭头: 下 12">
            <a:extLst>
              <a:ext uri="{FF2B5EF4-FFF2-40B4-BE49-F238E27FC236}">
                <a16:creationId xmlns:a16="http://schemas.microsoft.com/office/drawing/2014/main" id="{C621E69D-A8B2-183F-333A-41D07142E796}"/>
              </a:ext>
            </a:extLst>
          </p:cNvPr>
          <p:cNvSpPr/>
          <p:nvPr/>
        </p:nvSpPr>
        <p:spPr>
          <a:xfrm rot="10800000">
            <a:off x="2908463" y="1861616"/>
            <a:ext cx="462116" cy="619432"/>
          </a:xfrm>
          <a:prstGeom prst="downArrow">
            <a:avLst/>
          </a:prstGeom>
          <a:solidFill>
            <a:srgbClr val="D99ED8"/>
          </a:solidFill>
          <a:ln>
            <a:solidFill>
              <a:srgbClr val="B871B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63FAD37-FA71-3BD9-C2C3-6709A4A020A2}"/>
              </a:ext>
            </a:extLst>
          </p:cNvPr>
          <p:cNvSpPr txBox="1"/>
          <p:nvPr/>
        </p:nvSpPr>
        <p:spPr>
          <a:xfrm>
            <a:off x="3415851" y="5270086"/>
            <a:ext cx="14292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查词汇表</a:t>
            </a:r>
            <a:endParaRPr lang="en-US" altLang="zh-CN" sz="24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BA1BB9F-9F46-58E9-D1BF-4633B6C7071D}"/>
              </a:ext>
            </a:extLst>
          </p:cNvPr>
          <p:cNvSpPr txBox="1"/>
          <p:nvPr/>
        </p:nvSpPr>
        <p:spPr>
          <a:xfrm>
            <a:off x="3457806" y="1912265"/>
            <a:ext cx="21727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输入解码器</a:t>
            </a:r>
            <a:endParaRPr lang="en-US" altLang="zh-CN" sz="24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AC3EAF5-A2CF-C91B-BF52-428E0BCA1F55}"/>
              </a:ext>
            </a:extLst>
          </p:cNvPr>
          <p:cNvSpPr txBox="1"/>
          <p:nvPr/>
        </p:nvSpPr>
        <p:spPr>
          <a:xfrm>
            <a:off x="3400733" y="4088628"/>
            <a:ext cx="21727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通过嵌入层</a:t>
            </a:r>
            <a:endParaRPr lang="en-US" altLang="zh-CN" sz="2400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C44092D-F0AB-9837-CEC4-6260DD40A07B}"/>
              </a:ext>
            </a:extLst>
          </p:cNvPr>
          <p:cNvSpPr txBox="1"/>
          <p:nvPr/>
        </p:nvSpPr>
        <p:spPr>
          <a:xfrm>
            <a:off x="3426182" y="2952796"/>
            <a:ext cx="21727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位置编码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24640007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371350-8158-4FD6-EE8D-8CADC2E7A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532515DD-E197-4E2A-7C93-B7092756A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Architecture</a:t>
            </a:r>
            <a:endParaRPr lang="zh-CN" altLang="en-US" dirty="0"/>
          </a:p>
        </p:txBody>
      </p:sp>
      <p:sp>
        <p:nvSpPr>
          <p:cNvPr id="80" name="半闭框 79">
            <a:extLst>
              <a:ext uri="{FF2B5EF4-FFF2-40B4-BE49-F238E27FC236}">
                <a16:creationId xmlns:a16="http://schemas.microsoft.com/office/drawing/2014/main" id="{5433C6BE-B679-56BF-AC3D-26000EB86876}"/>
              </a:ext>
            </a:extLst>
          </p:cNvPr>
          <p:cNvSpPr/>
          <p:nvPr/>
        </p:nvSpPr>
        <p:spPr>
          <a:xfrm rot="10800000">
            <a:off x="9383613" y="4024213"/>
            <a:ext cx="2313087" cy="2313087"/>
          </a:xfrm>
          <a:prstGeom prst="halfFrame">
            <a:avLst>
              <a:gd name="adj1" fmla="val 11965"/>
              <a:gd name="adj2" fmla="val 10896"/>
            </a:avLst>
          </a:prstGeom>
          <a:solidFill>
            <a:srgbClr val="891D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6AD71D7-6EB6-1556-40AF-BE2F273486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843" y="2621334"/>
            <a:ext cx="2010056" cy="3105583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463289D1-BBA7-B7E7-CB3B-F642D054B857}"/>
              </a:ext>
            </a:extLst>
          </p:cNvPr>
          <p:cNvSpPr txBox="1"/>
          <p:nvPr/>
        </p:nvSpPr>
        <p:spPr>
          <a:xfrm>
            <a:off x="683201" y="1285992"/>
            <a:ext cx="39772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8F1E8C"/>
                </a:solidFill>
              </a:rPr>
              <a:t>单头注意力</a:t>
            </a:r>
            <a:r>
              <a:rPr lang="en-US" altLang="zh-CN" sz="2400" dirty="0">
                <a:solidFill>
                  <a:srgbClr val="8F1E8C"/>
                </a:solidFill>
              </a:rPr>
              <a:t>-&gt;</a:t>
            </a:r>
            <a:r>
              <a:rPr lang="zh-CN" altLang="en-US" sz="2400" b="1" dirty="0">
                <a:solidFill>
                  <a:srgbClr val="8F1E8C"/>
                </a:solidFill>
              </a:rPr>
              <a:t>多头注意力</a:t>
            </a:r>
            <a:endParaRPr lang="en-US" altLang="zh-CN" sz="2400" b="1" dirty="0">
              <a:solidFill>
                <a:srgbClr val="8F1E8C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089DB55-0DD3-8C9B-33D8-49FFB16C7FA0}"/>
              </a:ext>
            </a:extLst>
          </p:cNvPr>
          <p:cNvSpPr txBox="1"/>
          <p:nvPr/>
        </p:nvSpPr>
        <p:spPr>
          <a:xfrm>
            <a:off x="6621859" y="5344042"/>
            <a:ext cx="39182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Input</a:t>
            </a:r>
            <a:r>
              <a:rPr lang="zh-CN" altLang="en-US" sz="2400" dirty="0"/>
              <a:t>：</a:t>
            </a:r>
            <a:r>
              <a:rPr lang="en-US" altLang="zh-CN" sz="2400" dirty="0"/>
              <a:t>token</a:t>
            </a:r>
            <a:r>
              <a:rPr lang="zh-CN" altLang="en-US" sz="2400" dirty="0"/>
              <a:t>序列</a:t>
            </a:r>
            <a:r>
              <a:rPr lang="en-US" altLang="zh-CN" sz="2400" dirty="0"/>
              <a:t>(5*512)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F0154B9-1CB9-03B3-7D9A-F0530653339F}"/>
              </a:ext>
            </a:extLst>
          </p:cNvPr>
          <p:cNvSpPr txBox="1"/>
          <p:nvPr/>
        </p:nvSpPr>
        <p:spPr>
          <a:xfrm>
            <a:off x="7434649" y="4137626"/>
            <a:ext cx="2143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8F1E8C"/>
                </a:solidFill>
              </a:rPr>
              <a:t>Q/K/V(5*64)*8</a:t>
            </a:r>
            <a:endParaRPr lang="en-US" altLang="zh-CN" sz="2400" dirty="0"/>
          </a:p>
        </p:txBody>
      </p:sp>
      <p:sp>
        <p:nvSpPr>
          <p:cNvPr id="9" name="箭头: 下 8">
            <a:extLst>
              <a:ext uri="{FF2B5EF4-FFF2-40B4-BE49-F238E27FC236}">
                <a16:creationId xmlns:a16="http://schemas.microsoft.com/office/drawing/2014/main" id="{557A2DCF-050C-94FD-1E45-6A18589A3E7C}"/>
              </a:ext>
            </a:extLst>
          </p:cNvPr>
          <p:cNvSpPr/>
          <p:nvPr/>
        </p:nvSpPr>
        <p:spPr>
          <a:xfrm rot="10800000">
            <a:off x="8275410" y="4676170"/>
            <a:ext cx="462116" cy="619432"/>
          </a:xfrm>
          <a:prstGeom prst="downArrow">
            <a:avLst/>
          </a:prstGeom>
          <a:solidFill>
            <a:srgbClr val="D99ED8"/>
          </a:solidFill>
          <a:ln>
            <a:solidFill>
              <a:srgbClr val="B871B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箭头: 下 9">
            <a:extLst>
              <a:ext uri="{FF2B5EF4-FFF2-40B4-BE49-F238E27FC236}">
                <a16:creationId xmlns:a16="http://schemas.microsoft.com/office/drawing/2014/main" id="{29BD89E0-FA4C-0080-3DC1-BEA455F359CF}"/>
              </a:ext>
            </a:extLst>
          </p:cNvPr>
          <p:cNvSpPr/>
          <p:nvPr/>
        </p:nvSpPr>
        <p:spPr>
          <a:xfrm rot="10800000">
            <a:off x="8275410" y="3449101"/>
            <a:ext cx="462116" cy="619432"/>
          </a:xfrm>
          <a:prstGeom prst="downArrow">
            <a:avLst/>
          </a:prstGeom>
          <a:solidFill>
            <a:srgbClr val="D99ED8"/>
          </a:solidFill>
          <a:ln>
            <a:solidFill>
              <a:srgbClr val="B871B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5ED67C7-EB1C-A3C9-A1B3-9C24787A7219}"/>
              </a:ext>
            </a:extLst>
          </p:cNvPr>
          <p:cNvSpPr txBox="1"/>
          <p:nvPr/>
        </p:nvSpPr>
        <p:spPr>
          <a:xfrm>
            <a:off x="8782797" y="4742826"/>
            <a:ext cx="14292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线性变换</a:t>
            </a:r>
            <a:endParaRPr lang="en-US" altLang="zh-CN" sz="24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8FEA091-F088-63D9-CDC4-33289AF4855D}"/>
              </a:ext>
            </a:extLst>
          </p:cNvPr>
          <p:cNvSpPr txBox="1"/>
          <p:nvPr/>
        </p:nvSpPr>
        <p:spPr>
          <a:xfrm>
            <a:off x="8782797" y="3537833"/>
            <a:ext cx="29854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计算注意力分数</a:t>
            </a:r>
            <a:r>
              <a:rPr lang="en-US" altLang="zh-CN" sz="2400" dirty="0"/>
              <a:t>(x)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08AA061-E251-6D15-BD37-ED19F2F5B82C}"/>
              </a:ext>
            </a:extLst>
          </p:cNvPr>
          <p:cNvSpPr txBox="1"/>
          <p:nvPr/>
        </p:nvSpPr>
        <p:spPr>
          <a:xfrm>
            <a:off x="4811781" y="4706734"/>
            <a:ext cx="36140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(n*</a:t>
            </a:r>
            <a:r>
              <a:rPr lang="en-US" altLang="zh-CN" sz="2400" dirty="0" err="1"/>
              <a:t>d_model</a:t>
            </a:r>
            <a:r>
              <a:rPr lang="en-US" altLang="zh-CN" sz="2400" dirty="0"/>
              <a:t>)-&gt;(n*</a:t>
            </a:r>
            <a:r>
              <a:rPr lang="en-US" altLang="zh-CN" sz="2400" dirty="0" err="1"/>
              <a:t>d_q</a:t>
            </a:r>
            <a:r>
              <a:rPr lang="en-US" altLang="zh-CN" sz="2400" dirty="0"/>
              <a:t>/k/v)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BAB77A8-E7A5-4485-8BBB-9434A8A8FEE0}"/>
              </a:ext>
            </a:extLst>
          </p:cNvPr>
          <p:cNvSpPr txBox="1"/>
          <p:nvPr/>
        </p:nvSpPr>
        <p:spPr>
          <a:xfrm>
            <a:off x="6355485" y="2060820"/>
            <a:ext cx="41407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注意力分数：本质上是编码</a:t>
            </a:r>
            <a:endParaRPr lang="en-US" altLang="zh-CN" sz="24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B48EF11-407B-85E1-987F-A08541A687E8}"/>
              </a:ext>
            </a:extLst>
          </p:cNvPr>
          <p:cNvSpPr txBox="1"/>
          <p:nvPr/>
        </p:nvSpPr>
        <p:spPr>
          <a:xfrm>
            <a:off x="742441" y="5737508"/>
            <a:ext cx="42697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包含语义和位置信息的编码</a:t>
            </a:r>
            <a:endParaRPr lang="en-US" altLang="zh-CN" sz="2400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3D508DD-24FF-3F5A-D57B-7363A0FE6A74}"/>
              </a:ext>
            </a:extLst>
          </p:cNvPr>
          <p:cNvSpPr txBox="1"/>
          <p:nvPr/>
        </p:nvSpPr>
        <p:spPr>
          <a:xfrm>
            <a:off x="354103" y="2052225"/>
            <a:ext cx="52908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包含语义、位置和上下文信息的编码</a:t>
            </a:r>
            <a:endParaRPr lang="en-US" altLang="zh-CN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CF156652-0CC1-9F2A-E2F0-202A5B487107}"/>
                  </a:ext>
                </a:extLst>
              </p:cNvPr>
              <p:cNvSpPr txBox="1"/>
              <p:nvPr/>
            </p:nvSpPr>
            <p:spPr>
              <a:xfrm>
                <a:off x="6256011" y="2635898"/>
                <a:ext cx="4701287" cy="7159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i="1" smtClean="0">
                          <a:latin typeface="Cambria Math" panose="02040503050406030204" pitchFamily="18" charset="0"/>
                        </a:rPr>
                        <m:t>Attention</m:t>
                      </m:r>
                      <m:d>
                        <m:dPr>
                          <m:sepChr m:val=","/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e>
                          <m: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e>
                          <m: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i="1" smtClean="0">
                          <a:latin typeface="Cambria Math" panose="02040503050406030204" pitchFamily="18" charset="0"/>
                        </a:rPr>
                        <m:t>softmax</m:t>
                      </m:r>
                      <m:d>
                        <m:d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𝑀𝑎𝑠𝑘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sSup>
                                <m:sSup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p>
                                  <m: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b>
                                    <m:sSubPr>
                                      <m:ctrlPr>
                                        <a:rPr lang="en-US" altLang="zh-CN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altLang="zh-CN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rad>
                            </m:den>
                          </m:f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CF156652-0CC1-9F2A-E2F0-202A5B4871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6011" y="2635898"/>
                <a:ext cx="4701287" cy="71590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55351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580DD9-9A12-317E-7DB6-49F01C0DB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B34183E2-4662-1CCE-D9EB-4CA4A348B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Architecture</a:t>
            </a:r>
            <a:endParaRPr lang="zh-CN" altLang="en-US" dirty="0"/>
          </a:p>
        </p:txBody>
      </p:sp>
      <p:sp>
        <p:nvSpPr>
          <p:cNvPr id="80" name="半闭框 79">
            <a:extLst>
              <a:ext uri="{FF2B5EF4-FFF2-40B4-BE49-F238E27FC236}">
                <a16:creationId xmlns:a16="http://schemas.microsoft.com/office/drawing/2014/main" id="{696A51C3-135B-C630-1268-CF8AEEC3D857}"/>
              </a:ext>
            </a:extLst>
          </p:cNvPr>
          <p:cNvSpPr/>
          <p:nvPr/>
        </p:nvSpPr>
        <p:spPr>
          <a:xfrm rot="10800000">
            <a:off x="9383613" y="4024213"/>
            <a:ext cx="2313087" cy="2313087"/>
          </a:xfrm>
          <a:prstGeom prst="halfFrame">
            <a:avLst>
              <a:gd name="adj1" fmla="val 11965"/>
              <a:gd name="adj2" fmla="val 10896"/>
            </a:avLst>
          </a:prstGeom>
          <a:solidFill>
            <a:srgbClr val="891D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645E0D-1977-F0B3-BEF1-9C708EA109C8}"/>
              </a:ext>
            </a:extLst>
          </p:cNvPr>
          <p:cNvSpPr txBox="1"/>
          <p:nvPr/>
        </p:nvSpPr>
        <p:spPr>
          <a:xfrm>
            <a:off x="683201" y="1285992"/>
            <a:ext cx="39772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8F1E8C"/>
                </a:solidFill>
              </a:rPr>
              <a:t>单头注意力</a:t>
            </a:r>
            <a:r>
              <a:rPr lang="en-US" altLang="zh-CN" sz="2400" dirty="0">
                <a:solidFill>
                  <a:srgbClr val="8F1E8C"/>
                </a:solidFill>
              </a:rPr>
              <a:t>-&gt;</a:t>
            </a:r>
            <a:r>
              <a:rPr lang="zh-CN" altLang="en-US" sz="2400" b="1" dirty="0">
                <a:solidFill>
                  <a:srgbClr val="8F1E8C"/>
                </a:solidFill>
              </a:rPr>
              <a:t>多头注意力</a:t>
            </a:r>
            <a:endParaRPr lang="en-US" altLang="zh-CN" sz="2400" b="1" dirty="0">
              <a:solidFill>
                <a:srgbClr val="8F1E8C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BF6A4BF-A3C0-74B9-E4D5-8A18A876420A}"/>
              </a:ext>
            </a:extLst>
          </p:cNvPr>
          <p:cNvSpPr txBox="1"/>
          <p:nvPr/>
        </p:nvSpPr>
        <p:spPr>
          <a:xfrm>
            <a:off x="8704005" y="3059668"/>
            <a:ext cx="617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K1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9F9ADE0-0A34-8008-9E3D-021CFB2C0735}"/>
              </a:ext>
            </a:extLst>
          </p:cNvPr>
          <p:cNvSpPr txBox="1"/>
          <p:nvPr/>
        </p:nvSpPr>
        <p:spPr>
          <a:xfrm>
            <a:off x="9237890" y="3047994"/>
            <a:ext cx="617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K2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CCEE7BB-0DDC-E5F7-6CD8-004BAAADE468}"/>
              </a:ext>
            </a:extLst>
          </p:cNvPr>
          <p:cNvSpPr txBox="1"/>
          <p:nvPr/>
        </p:nvSpPr>
        <p:spPr>
          <a:xfrm>
            <a:off x="9771775" y="3047994"/>
            <a:ext cx="617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K3</a:t>
            </a:r>
            <a:endParaRPr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A87F253-9CF7-FAC6-6359-6739BA37F08D}"/>
              </a:ext>
            </a:extLst>
          </p:cNvPr>
          <p:cNvSpPr txBox="1"/>
          <p:nvPr/>
        </p:nvSpPr>
        <p:spPr>
          <a:xfrm>
            <a:off x="8166784" y="3465386"/>
            <a:ext cx="617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Q1</a:t>
            </a:r>
            <a:endParaRPr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D05BCB7-4B3C-C19A-1C1C-B2497774A7A3}"/>
              </a:ext>
            </a:extLst>
          </p:cNvPr>
          <p:cNvSpPr txBox="1"/>
          <p:nvPr/>
        </p:nvSpPr>
        <p:spPr>
          <a:xfrm>
            <a:off x="8166784" y="3973859"/>
            <a:ext cx="617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Q2</a:t>
            </a:r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1791F16-80C4-A5DC-9197-77A15FE5C815}"/>
              </a:ext>
            </a:extLst>
          </p:cNvPr>
          <p:cNvSpPr txBox="1"/>
          <p:nvPr/>
        </p:nvSpPr>
        <p:spPr>
          <a:xfrm>
            <a:off x="8166784" y="4505492"/>
            <a:ext cx="617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Q3</a:t>
            </a:r>
            <a:endParaRPr lang="zh-CN" altLang="en-US" dirty="0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9F4A6BB4-63C3-FF27-95E5-B939E04901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8655923"/>
              </p:ext>
            </p:extLst>
          </p:nvPr>
        </p:nvGraphicFramePr>
        <p:xfrm>
          <a:off x="8617306" y="3392613"/>
          <a:ext cx="2756310" cy="25950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1262">
                  <a:extLst>
                    <a:ext uri="{9D8B030D-6E8A-4147-A177-3AD203B41FA5}">
                      <a16:colId xmlns:a16="http://schemas.microsoft.com/office/drawing/2014/main" val="3926081490"/>
                    </a:ext>
                  </a:extLst>
                </a:gridCol>
                <a:gridCol w="551262">
                  <a:extLst>
                    <a:ext uri="{9D8B030D-6E8A-4147-A177-3AD203B41FA5}">
                      <a16:colId xmlns:a16="http://schemas.microsoft.com/office/drawing/2014/main" val="4189978290"/>
                    </a:ext>
                  </a:extLst>
                </a:gridCol>
                <a:gridCol w="551262">
                  <a:extLst>
                    <a:ext uri="{9D8B030D-6E8A-4147-A177-3AD203B41FA5}">
                      <a16:colId xmlns:a16="http://schemas.microsoft.com/office/drawing/2014/main" val="1863816384"/>
                    </a:ext>
                  </a:extLst>
                </a:gridCol>
                <a:gridCol w="551262">
                  <a:extLst>
                    <a:ext uri="{9D8B030D-6E8A-4147-A177-3AD203B41FA5}">
                      <a16:colId xmlns:a16="http://schemas.microsoft.com/office/drawing/2014/main" val="3773945333"/>
                    </a:ext>
                  </a:extLst>
                </a:gridCol>
                <a:gridCol w="551262">
                  <a:extLst>
                    <a:ext uri="{9D8B030D-6E8A-4147-A177-3AD203B41FA5}">
                      <a16:colId xmlns:a16="http://schemas.microsoft.com/office/drawing/2014/main" val="1762794236"/>
                    </a:ext>
                  </a:extLst>
                </a:gridCol>
              </a:tblGrid>
              <a:tr h="519018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-∞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5282276"/>
                  </a:ext>
                </a:extLst>
              </a:tr>
              <a:tr h="519018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6329582"/>
                  </a:ext>
                </a:extLst>
              </a:tr>
              <a:tr h="519018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2919461"/>
                  </a:ext>
                </a:extLst>
              </a:tr>
              <a:tr h="519018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3708714"/>
                  </a:ext>
                </a:extLst>
              </a:tr>
              <a:tr h="519018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1451210"/>
                  </a:ext>
                </a:extLst>
              </a:tr>
            </a:tbl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C4B741C8-F072-12EE-C933-304C677B3027}"/>
              </a:ext>
            </a:extLst>
          </p:cNvPr>
          <p:cNvSpPr txBox="1"/>
          <p:nvPr/>
        </p:nvSpPr>
        <p:spPr>
          <a:xfrm>
            <a:off x="10305660" y="3047994"/>
            <a:ext cx="617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K4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EC78F74-9A0E-6B9F-395E-3FEA1F553531}"/>
              </a:ext>
            </a:extLst>
          </p:cNvPr>
          <p:cNvSpPr txBox="1"/>
          <p:nvPr/>
        </p:nvSpPr>
        <p:spPr>
          <a:xfrm>
            <a:off x="10885032" y="3059668"/>
            <a:ext cx="617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K5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3697B54-D648-DE98-83DF-7DB61824BC26}"/>
              </a:ext>
            </a:extLst>
          </p:cNvPr>
          <p:cNvSpPr txBox="1"/>
          <p:nvPr/>
        </p:nvSpPr>
        <p:spPr>
          <a:xfrm>
            <a:off x="8166784" y="5037125"/>
            <a:ext cx="617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Q4</a:t>
            </a:r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F41B2E9-E461-4F18-047B-2DBF7789FEE8}"/>
              </a:ext>
            </a:extLst>
          </p:cNvPr>
          <p:cNvSpPr txBox="1"/>
          <p:nvPr/>
        </p:nvSpPr>
        <p:spPr>
          <a:xfrm>
            <a:off x="8166784" y="5514856"/>
            <a:ext cx="617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Q5</a:t>
            </a:r>
            <a:endParaRPr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8A2C3FD-AED3-31CF-DF25-E8AA34AFD633}"/>
              </a:ext>
            </a:extLst>
          </p:cNvPr>
          <p:cNvSpPr txBox="1"/>
          <p:nvPr/>
        </p:nvSpPr>
        <p:spPr>
          <a:xfrm>
            <a:off x="689720" y="1994637"/>
            <a:ext cx="7393701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891D86"/>
                </a:solidFill>
              </a:rPr>
              <a:t>Q(query):</a:t>
            </a:r>
            <a:r>
              <a:rPr lang="zh-CN" altLang="en-US" sz="2400" dirty="0"/>
              <a:t>问题列表，引导注意力</a:t>
            </a:r>
            <a:endParaRPr lang="en-US" altLang="zh-CN" sz="2400" dirty="0"/>
          </a:p>
          <a:p>
            <a:r>
              <a:rPr lang="en-US" altLang="zh-CN" sz="2400" dirty="0"/>
              <a:t>	5</a:t>
            </a:r>
            <a:r>
              <a:rPr lang="zh-CN" altLang="en-US" sz="2400" dirty="0"/>
              <a:t>个问题</a:t>
            </a:r>
            <a:r>
              <a:rPr lang="en-US" altLang="zh-CN" sz="2400" dirty="0"/>
              <a:t>(5</a:t>
            </a:r>
            <a:r>
              <a:rPr lang="zh-CN" altLang="en-US" sz="2400" dirty="0"/>
              <a:t>个时间步</a:t>
            </a:r>
            <a:r>
              <a:rPr lang="en-US" altLang="zh-CN" sz="2400" dirty="0"/>
              <a:t>)*64</a:t>
            </a:r>
            <a:r>
              <a:rPr lang="zh-CN" altLang="en-US" sz="2400" dirty="0"/>
              <a:t>维具体问题</a:t>
            </a:r>
            <a:endParaRPr lang="en-US" altLang="zh-CN" sz="2400" dirty="0"/>
          </a:p>
          <a:p>
            <a:r>
              <a:rPr lang="en-US" altLang="zh-CN" sz="2400" dirty="0">
                <a:solidFill>
                  <a:srgbClr val="891D86"/>
                </a:solidFill>
              </a:rPr>
              <a:t>K(key):</a:t>
            </a:r>
            <a:r>
              <a:rPr lang="zh-CN" altLang="en-US" sz="2400" dirty="0"/>
              <a:t>线索列表，与</a:t>
            </a:r>
            <a:r>
              <a:rPr lang="en-US" altLang="zh-CN" sz="2400" dirty="0"/>
              <a:t>Q</a:t>
            </a:r>
            <a:r>
              <a:rPr lang="zh-CN" altLang="en-US" sz="2400" dirty="0"/>
              <a:t>相乘计算注意力权重</a:t>
            </a:r>
            <a:endParaRPr lang="en-US" altLang="zh-CN" sz="2400" dirty="0"/>
          </a:p>
          <a:p>
            <a:r>
              <a:rPr lang="en-US" altLang="zh-CN" sz="2400" dirty="0"/>
              <a:t>	5</a:t>
            </a:r>
            <a:r>
              <a:rPr lang="zh-CN" altLang="en-US" sz="2400" dirty="0"/>
              <a:t>个线索</a:t>
            </a:r>
            <a:r>
              <a:rPr lang="en-US" altLang="zh-CN" sz="2400" dirty="0"/>
              <a:t>*64</a:t>
            </a:r>
            <a:r>
              <a:rPr lang="zh-CN" altLang="en-US" sz="2400" dirty="0"/>
              <a:t>维线索性质</a:t>
            </a:r>
            <a:endParaRPr lang="en-US" altLang="zh-CN" sz="2400" dirty="0"/>
          </a:p>
          <a:p>
            <a:r>
              <a:rPr lang="en-US" altLang="zh-CN" sz="2400" dirty="0">
                <a:solidFill>
                  <a:srgbClr val="891D86"/>
                </a:solidFill>
              </a:rPr>
              <a:t>V(value):</a:t>
            </a:r>
            <a:r>
              <a:rPr lang="zh-CN" altLang="en-US" sz="2400" dirty="0"/>
              <a:t>线索内容列表，与</a:t>
            </a:r>
            <a:r>
              <a:rPr lang="zh-CN" altLang="en-US" sz="2400" dirty="0">
                <a:solidFill>
                  <a:srgbClr val="891D86"/>
                </a:solidFill>
              </a:rPr>
              <a:t>权重矩阵</a:t>
            </a:r>
            <a:r>
              <a:rPr lang="zh-CN" altLang="en-US" sz="2400" dirty="0"/>
              <a:t>相乘编入上下文</a:t>
            </a:r>
            <a:r>
              <a:rPr lang="en-US" altLang="zh-CN" sz="2400" dirty="0"/>
              <a:t>	</a:t>
            </a:r>
            <a:r>
              <a:rPr lang="zh-CN" altLang="en-US" sz="2400" dirty="0"/>
              <a:t>语义</a:t>
            </a:r>
            <a:endParaRPr lang="en-US" altLang="zh-CN" sz="2400" dirty="0"/>
          </a:p>
          <a:p>
            <a:r>
              <a:rPr lang="en-US" altLang="zh-CN" sz="2400" dirty="0">
                <a:solidFill>
                  <a:srgbClr val="891D86"/>
                </a:solidFill>
              </a:rPr>
              <a:t>Attention</a:t>
            </a:r>
            <a:r>
              <a:rPr lang="zh-CN" altLang="en-US" sz="2400" dirty="0">
                <a:solidFill>
                  <a:srgbClr val="891D86"/>
                </a:solidFill>
              </a:rPr>
              <a:t>分数</a:t>
            </a:r>
            <a:r>
              <a:rPr lang="en-US" altLang="zh-CN" sz="2400" dirty="0">
                <a:solidFill>
                  <a:srgbClr val="891D86"/>
                </a:solidFill>
              </a:rPr>
              <a:t>: </a:t>
            </a:r>
            <a:r>
              <a:rPr lang="en-US" altLang="zh-CN" sz="2400" dirty="0" err="1"/>
              <a:t>n_Q</a:t>
            </a:r>
            <a:r>
              <a:rPr lang="en-US" altLang="zh-CN" sz="2400" dirty="0"/>
              <a:t>*</a:t>
            </a:r>
            <a:r>
              <a:rPr lang="en-US" altLang="zh-CN" sz="2400" dirty="0" err="1"/>
              <a:t>d_V</a:t>
            </a:r>
            <a:r>
              <a:rPr lang="en-US" altLang="zh-CN" sz="2400" dirty="0"/>
              <a:t>   5*64</a:t>
            </a:r>
          </a:p>
          <a:p>
            <a:endParaRPr lang="en-US" altLang="zh-CN" sz="2400" dirty="0"/>
          </a:p>
          <a:p>
            <a:r>
              <a:rPr lang="zh-CN" altLang="en-US" sz="2400" dirty="0"/>
              <a:t>每个位置只能与序列中之前位置计算相关性</a:t>
            </a:r>
            <a:endParaRPr lang="en-US" altLang="zh-CN" sz="2400" dirty="0"/>
          </a:p>
          <a:p>
            <a:r>
              <a:rPr lang="zh-CN" altLang="en-US" sz="2400" dirty="0"/>
              <a:t>每个</a:t>
            </a:r>
            <a:r>
              <a:rPr lang="en-US" altLang="zh-CN" sz="2400" dirty="0"/>
              <a:t>token</a:t>
            </a:r>
            <a:r>
              <a:rPr lang="zh-CN" altLang="en-US" sz="2400" dirty="0"/>
              <a:t>只能编码上文信息</a:t>
            </a:r>
            <a:endParaRPr lang="en-US" altLang="zh-CN" sz="2400" dirty="0"/>
          </a:p>
          <a:p>
            <a:r>
              <a:rPr lang="zh-CN" altLang="en-US" sz="2400" dirty="0"/>
              <a:t>使用一个矩阵模拟不同时间步，实现</a:t>
            </a:r>
            <a:r>
              <a:rPr lang="zh-CN" altLang="en-US" sz="2400" dirty="0">
                <a:solidFill>
                  <a:srgbClr val="891D86"/>
                </a:solidFill>
              </a:rPr>
              <a:t>并行计算</a:t>
            </a:r>
            <a:endParaRPr lang="en-US" altLang="zh-CN" sz="2400" dirty="0">
              <a:solidFill>
                <a:srgbClr val="891D8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11438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43A9EC-2C03-EEE7-2599-2F671D802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BE705A5-3D14-82BA-16C0-3752ED101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Architecture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602F317-94C2-47E9-011E-BD92F7A807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3559" y="1151179"/>
            <a:ext cx="3705529" cy="5186122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3924970A-A0EA-91F2-3E87-26F7C10C27C6}"/>
              </a:ext>
            </a:extLst>
          </p:cNvPr>
          <p:cNvSpPr txBox="1"/>
          <p:nvPr/>
        </p:nvSpPr>
        <p:spPr>
          <a:xfrm>
            <a:off x="683200" y="1285992"/>
            <a:ext cx="34210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8F1E8C"/>
                </a:solidFill>
              </a:rPr>
              <a:t>翻译任务</a:t>
            </a:r>
            <a:endParaRPr lang="en-US" altLang="zh-CN" sz="2400" dirty="0">
              <a:solidFill>
                <a:srgbClr val="8F1E8C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5B29364-7241-6D40-93D3-F310E1B310E7}"/>
              </a:ext>
            </a:extLst>
          </p:cNvPr>
          <p:cNvSpPr txBox="1"/>
          <p:nvPr/>
        </p:nvSpPr>
        <p:spPr>
          <a:xfrm>
            <a:off x="1185977" y="3462355"/>
            <a:ext cx="39070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8F1E8C"/>
                </a:solidFill>
              </a:rPr>
              <a:t>Token</a:t>
            </a:r>
            <a:r>
              <a:rPr lang="zh-CN" altLang="en-US" sz="2400" dirty="0">
                <a:solidFill>
                  <a:srgbClr val="8F1E8C"/>
                </a:solidFill>
              </a:rPr>
              <a:t>序列</a:t>
            </a:r>
            <a:r>
              <a:rPr lang="en-US" altLang="zh-CN" sz="2400" dirty="0">
                <a:solidFill>
                  <a:srgbClr val="8F1E8C"/>
                </a:solidFill>
              </a:rPr>
              <a:t>x: </a:t>
            </a:r>
            <a:r>
              <a:rPr lang="en-US" altLang="zh-CN" sz="2400" dirty="0"/>
              <a:t>(5*1)-&gt;(5*512)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10786A2-1D45-53D0-EB29-9742EA92C927}"/>
              </a:ext>
            </a:extLst>
          </p:cNvPr>
          <p:cNvSpPr txBox="1"/>
          <p:nvPr/>
        </p:nvSpPr>
        <p:spPr>
          <a:xfrm>
            <a:off x="1315806" y="5803103"/>
            <a:ext cx="47113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Input</a:t>
            </a:r>
            <a:r>
              <a:rPr lang="zh-CN" altLang="en-US" sz="2400" dirty="0"/>
              <a:t>：</a:t>
            </a:r>
            <a:r>
              <a:rPr lang="en-US" altLang="zh-CN" sz="2400" dirty="0"/>
              <a:t>[‘</a:t>
            </a:r>
            <a:r>
              <a:rPr lang="zh-CN" altLang="en-US" sz="2400" dirty="0"/>
              <a:t>我</a:t>
            </a:r>
            <a:r>
              <a:rPr lang="en-US" altLang="zh-CN" sz="2400" dirty="0"/>
              <a:t>’ ,‘</a:t>
            </a:r>
            <a:r>
              <a:rPr lang="zh-CN" altLang="en-US" sz="2400" dirty="0"/>
              <a:t>爱</a:t>
            </a:r>
            <a:r>
              <a:rPr lang="en-US" altLang="zh-CN" sz="2400" dirty="0"/>
              <a:t>’ ,‘</a:t>
            </a:r>
            <a:r>
              <a:rPr lang="zh-CN" altLang="en-US" sz="2400" dirty="0"/>
              <a:t>计</a:t>
            </a:r>
            <a:r>
              <a:rPr lang="en-US" altLang="zh-CN" sz="2400" dirty="0"/>
              <a:t>’, ‘</a:t>
            </a:r>
            <a:r>
              <a:rPr lang="zh-CN" altLang="en-US" sz="2400" dirty="0"/>
              <a:t>算</a:t>
            </a:r>
            <a:r>
              <a:rPr lang="en-US" altLang="zh-CN" sz="2400" dirty="0"/>
              <a:t>’ , ‘</a:t>
            </a:r>
            <a:r>
              <a:rPr lang="zh-CN" altLang="en-US" sz="2400" dirty="0"/>
              <a:t>机</a:t>
            </a:r>
            <a:r>
              <a:rPr lang="en-US" altLang="zh-CN" sz="2400" dirty="0"/>
              <a:t>’ ]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457CF42-2D5B-A378-BD0F-DF9A2A89A77C}"/>
              </a:ext>
            </a:extLst>
          </p:cNvPr>
          <p:cNvSpPr txBox="1"/>
          <p:nvPr/>
        </p:nvSpPr>
        <p:spPr>
          <a:xfrm>
            <a:off x="2394999" y="4669945"/>
            <a:ext cx="14890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8F1E8C"/>
                </a:solidFill>
              </a:rPr>
              <a:t>索引序列</a:t>
            </a:r>
            <a:endParaRPr lang="en-US" altLang="zh-CN" sz="2400" dirty="0"/>
          </a:p>
        </p:txBody>
      </p:sp>
      <p:sp>
        <p:nvSpPr>
          <p:cNvPr id="9" name="箭头: 下 8">
            <a:extLst>
              <a:ext uri="{FF2B5EF4-FFF2-40B4-BE49-F238E27FC236}">
                <a16:creationId xmlns:a16="http://schemas.microsoft.com/office/drawing/2014/main" id="{BA0F7F2E-5CE3-B2A8-C162-1F9C53D9BEA5}"/>
              </a:ext>
            </a:extLst>
          </p:cNvPr>
          <p:cNvSpPr/>
          <p:nvPr/>
        </p:nvSpPr>
        <p:spPr>
          <a:xfrm rot="10800000">
            <a:off x="2908464" y="5203430"/>
            <a:ext cx="462116" cy="619432"/>
          </a:xfrm>
          <a:prstGeom prst="downArrow">
            <a:avLst/>
          </a:prstGeom>
          <a:solidFill>
            <a:srgbClr val="D99ED8"/>
          </a:solidFill>
          <a:ln>
            <a:solidFill>
              <a:srgbClr val="B871B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箭头: 下 9">
            <a:extLst>
              <a:ext uri="{FF2B5EF4-FFF2-40B4-BE49-F238E27FC236}">
                <a16:creationId xmlns:a16="http://schemas.microsoft.com/office/drawing/2014/main" id="{58A7CBAB-1D35-FEA2-A4D1-C10ED1CDC092}"/>
              </a:ext>
            </a:extLst>
          </p:cNvPr>
          <p:cNvSpPr/>
          <p:nvPr/>
        </p:nvSpPr>
        <p:spPr>
          <a:xfrm rot="10800000">
            <a:off x="2908464" y="3976361"/>
            <a:ext cx="462116" cy="619432"/>
          </a:xfrm>
          <a:prstGeom prst="downArrow">
            <a:avLst/>
          </a:prstGeom>
          <a:solidFill>
            <a:srgbClr val="D99ED8"/>
          </a:solidFill>
          <a:ln>
            <a:solidFill>
              <a:srgbClr val="B871B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半闭框 79">
            <a:extLst>
              <a:ext uri="{FF2B5EF4-FFF2-40B4-BE49-F238E27FC236}">
                <a16:creationId xmlns:a16="http://schemas.microsoft.com/office/drawing/2014/main" id="{6DB0A7F0-0EDF-12B7-71BB-E5EBCF63134C}"/>
              </a:ext>
            </a:extLst>
          </p:cNvPr>
          <p:cNvSpPr/>
          <p:nvPr/>
        </p:nvSpPr>
        <p:spPr>
          <a:xfrm rot="10800000">
            <a:off x="9383613" y="4024213"/>
            <a:ext cx="2313087" cy="2313087"/>
          </a:xfrm>
          <a:prstGeom prst="halfFrame">
            <a:avLst>
              <a:gd name="adj1" fmla="val 11965"/>
              <a:gd name="adj2" fmla="val 10896"/>
            </a:avLst>
          </a:prstGeom>
          <a:solidFill>
            <a:srgbClr val="891D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D9A024C-B977-19F4-085C-07323C087F4B}"/>
              </a:ext>
            </a:extLst>
          </p:cNvPr>
          <p:cNvSpPr txBox="1"/>
          <p:nvPr/>
        </p:nvSpPr>
        <p:spPr>
          <a:xfrm>
            <a:off x="1564453" y="2373930"/>
            <a:ext cx="34210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x = x + </a:t>
            </a:r>
            <a:r>
              <a:rPr lang="en-US" altLang="zh-CN" sz="2400" dirty="0" err="1"/>
              <a:t>pos_enc</a:t>
            </a:r>
            <a:r>
              <a:rPr lang="en-US" altLang="zh-CN" sz="2400" dirty="0"/>
              <a:t> (5*512)</a:t>
            </a:r>
          </a:p>
        </p:txBody>
      </p:sp>
      <p:sp>
        <p:nvSpPr>
          <p:cNvPr id="12" name="箭头: 下 11">
            <a:extLst>
              <a:ext uri="{FF2B5EF4-FFF2-40B4-BE49-F238E27FC236}">
                <a16:creationId xmlns:a16="http://schemas.microsoft.com/office/drawing/2014/main" id="{3B65D446-B7AB-B2A6-899B-C47057D10008}"/>
              </a:ext>
            </a:extLst>
          </p:cNvPr>
          <p:cNvSpPr/>
          <p:nvPr/>
        </p:nvSpPr>
        <p:spPr>
          <a:xfrm rot="10800000">
            <a:off x="2908464" y="2835595"/>
            <a:ext cx="462116" cy="619432"/>
          </a:xfrm>
          <a:prstGeom prst="downArrow">
            <a:avLst/>
          </a:prstGeom>
          <a:solidFill>
            <a:srgbClr val="D99ED8"/>
          </a:solidFill>
          <a:ln>
            <a:solidFill>
              <a:srgbClr val="B871B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箭头: 下 12">
            <a:extLst>
              <a:ext uri="{FF2B5EF4-FFF2-40B4-BE49-F238E27FC236}">
                <a16:creationId xmlns:a16="http://schemas.microsoft.com/office/drawing/2014/main" id="{7B2D2BB9-93EE-A0BD-4EA9-B96E629269DC}"/>
              </a:ext>
            </a:extLst>
          </p:cNvPr>
          <p:cNvSpPr/>
          <p:nvPr/>
        </p:nvSpPr>
        <p:spPr>
          <a:xfrm rot="10800000">
            <a:off x="2908463" y="1861616"/>
            <a:ext cx="462116" cy="619432"/>
          </a:xfrm>
          <a:prstGeom prst="downArrow">
            <a:avLst/>
          </a:prstGeom>
          <a:solidFill>
            <a:srgbClr val="D99ED8"/>
          </a:solidFill>
          <a:ln>
            <a:solidFill>
              <a:srgbClr val="B871B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42CD052-581A-7196-D15D-899EC5E332C5}"/>
              </a:ext>
            </a:extLst>
          </p:cNvPr>
          <p:cNvSpPr txBox="1"/>
          <p:nvPr/>
        </p:nvSpPr>
        <p:spPr>
          <a:xfrm>
            <a:off x="3415851" y="5270086"/>
            <a:ext cx="14292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查词汇表</a:t>
            </a:r>
            <a:endParaRPr lang="en-US" altLang="zh-CN" sz="24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1BA157F-4399-DAFB-B33C-03322675A36C}"/>
              </a:ext>
            </a:extLst>
          </p:cNvPr>
          <p:cNvSpPr txBox="1"/>
          <p:nvPr/>
        </p:nvSpPr>
        <p:spPr>
          <a:xfrm>
            <a:off x="3457806" y="1912265"/>
            <a:ext cx="21727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输入解码器</a:t>
            </a:r>
            <a:endParaRPr lang="en-US" altLang="zh-CN" sz="24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F1A0E9F-C38E-3841-59AB-9CA2B03C19A1}"/>
              </a:ext>
            </a:extLst>
          </p:cNvPr>
          <p:cNvSpPr txBox="1"/>
          <p:nvPr/>
        </p:nvSpPr>
        <p:spPr>
          <a:xfrm>
            <a:off x="3400733" y="4088628"/>
            <a:ext cx="21727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通过嵌入层</a:t>
            </a:r>
            <a:endParaRPr lang="en-US" altLang="zh-CN" sz="2400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46E89E9-6001-0C0D-A22B-E064F9092592}"/>
              </a:ext>
            </a:extLst>
          </p:cNvPr>
          <p:cNvSpPr txBox="1"/>
          <p:nvPr/>
        </p:nvSpPr>
        <p:spPr>
          <a:xfrm>
            <a:off x="3426182" y="2952796"/>
            <a:ext cx="21727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位置编码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17234840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025E6F-DE05-4E03-68A9-E88D97DBE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A76A5164-CDCD-9111-6691-599B888F3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Architecture</a:t>
            </a:r>
            <a:endParaRPr lang="zh-CN" altLang="en-US" dirty="0"/>
          </a:p>
        </p:txBody>
      </p:sp>
      <p:sp>
        <p:nvSpPr>
          <p:cNvPr id="80" name="半闭框 79">
            <a:extLst>
              <a:ext uri="{FF2B5EF4-FFF2-40B4-BE49-F238E27FC236}">
                <a16:creationId xmlns:a16="http://schemas.microsoft.com/office/drawing/2014/main" id="{8705C6F1-4470-9482-9BDC-09228E8CBE1F}"/>
              </a:ext>
            </a:extLst>
          </p:cNvPr>
          <p:cNvSpPr/>
          <p:nvPr/>
        </p:nvSpPr>
        <p:spPr>
          <a:xfrm rot="10800000">
            <a:off x="9383613" y="4024213"/>
            <a:ext cx="2313087" cy="2313087"/>
          </a:xfrm>
          <a:prstGeom prst="halfFrame">
            <a:avLst>
              <a:gd name="adj1" fmla="val 11965"/>
              <a:gd name="adj2" fmla="val 10896"/>
            </a:avLst>
          </a:prstGeom>
          <a:solidFill>
            <a:srgbClr val="891D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A159C3C-6CF1-510F-61F1-942D08BC2E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843" y="2621334"/>
            <a:ext cx="2010056" cy="3105583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78FAE1DC-A20B-DABD-A9CE-027CF2E8EBC8}"/>
              </a:ext>
            </a:extLst>
          </p:cNvPr>
          <p:cNvSpPr txBox="1"/>
          <p:nvPr/>
        </p:nvSpPr>
        <p:spPr>
          <a:xfrm>
            <a:off x="683201" y="1285992"/>
            <a:ext cx="39772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8F1E8C"/>
                </a:solidFill>
              </a:rPr>
              <a:t>单头注意力</a:t>
            </a:r>
            <a:r>
              <a:rPr lang="en-US" altLang="zh-CN" sz="2400" dirty="0">
                <a:solidFill>
                  <a:srgbClr val="8F1E8C"/>
                </a:solidFill>
              </a:rPr>
              <a:t>-&gt;</a:t>
            </a:r>
            <a:r>
              <a:rPr lang="zh-CN" altLang="en-US" sz="2400" b="1" dirty="0">
                <a:solidFill>
                  <a:srgbClr val="8F1E8C"/>
                </a:solidFill>
              </a:rPr>
              <a:t>多头注意力</a:t>
            </a:r>
            <a:endParaRPr lang="en-US" altLang="zh-CN" sz="2400" b="1" dirty="0">
              <a:solidFill>
                <a:srgbClr val="8F1E8C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5771306-03D0-1F2B-1A90-3A86C32C840C}"/>
              </a:ext>
            </a:extLst>
          </p:cNvPr>
          <p:cNvSpPr txBox="1"/>
          <p:nvPr/>
        </p:nvSpPr>
        <p:spPr>
          <a:xfrm>
            <a:off x="6027861" y="5403046"/>
            <a:ext cx="47462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Input</a:t>
            </a:r>
            <a:r>
              <a:rPr lang="zh-CN" altLang="en-US" sz="2400" dirty="0"/>
              <a:t>：</a:t>
            </a:r>
            <a:r>
              <a:rPr lang="en-US" altLang="zh-CN" sz="2400" dirty="0"/>
              <a:t>token</a:t>
            </a:r>
            <a:r>
              <a:rPr lang="zh-CN" altLang="en-US" sz="2400" dirty="0"/>
              <a:t>序列</a:t>
            </a:r>
            <a:r>
              <a:rPr lang="en-US" altLang="zh-CN" sz="2400" dirty="0"/>
              <a:t>(5*512)</a:t>
            </a:r>
            <a:r>
              <a:rPr lang="zh-CN" altLang="en-US" sz="2400" dirty="0"/>
              <a:t>和</a:t>
            </a:r>
            <a:r>
              <a:rPr lang="en-US" altLang="zh-CN" sz="2400" dirty="0"/>
              <a:t>(3*512)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12C766D-08C0-AD26-6540-5B0F3B218AC1}"/>
              </a:ext>
            </a:extLst>
          </p:cNvPr>
          <p:cNvSpPr txBox="1"/>
          <p:nvPr/>
        </p:nvSpPr>
        <p:spPr>
          <a:xfrm>
            <a:off x="6793255" y="4117865"/>
            <a:ext cx="34822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8F1E8C"/>
                </a:solidFill>
              </a:rPr>
              <a:t>Q(5*64)*8/KV(3*64)*8</a:t>
            </a:r>
            <a:endParaRPr lang="en-US" altLang="zh-CN" sz="2400" dirty="0"/>
          </a:p>
        </p:txBody>
      </p:sp>
      <p:sp>
        <p:nvSpPr>
          <p:cNvPr id="9" name="箭头: 下 8">
            <a:extLst>
              <a:ext uri="{FF2B5EF4-FFF2-40B4-BE49-F238E27FC236}">
                <a16:creationId xmlns:a16="http://schemas.microsoft.com/office/drawing/2014/main" id="{6E7DD697-B00B-CF9C-58ED-9515779032EC}"/>
              </a:ext>
            </a:extLst>
          </p:cNvPr>
          <p:cNvSpPr/>
          <p:nvPr/>
        </p:nvSpPr>
        <p:spPr>
          <a:xfrm rot="10800000">
            <a:off x="8275410" y="4676170"/>
            <a:ext cx="462116" cy="619432"/>
          </a:xfrm>
          <a:prstGeom prst="downArrow">
            <a:avLst/>
          </a:prstGeom>
          <a:solidFill>
            <a:srgbClr val="D99ED8"/>
          </a:solidFill>
          <a:ln>
            <a:solidFill>
              <a:srgbClr val="B871B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箭头: 下 9">
            <a:extLst>
              <a:ext uri="{FF2B5EF4-FFF2-40B4-BE49-F238E27FC236}">
                <a16:creationId xmlns:a16="http://schemas.microsoft.com/office/drawing/2014/main" id="{E0FBDC95-C8A2-579A-DC63-E5A9645BC457}"/>
              </a:ext>
            </a:extLst>
          </p:cNvPr>
          <p:cNvSpPr/>
          <p:nvPr/>
        </p:nvSpPr>
        <p:spPr>
          <a:xfrm rot="10800000">
            <a:off x="8275410" y="3449101"/>
            <a:ext cx="462116" cy="619432"/>
          </a:xfrm>
          <a:prstGeom prst="downArrow">
            <a:avLst/>
          </a:prstGeom>
          <a:solidFill>
            <a:srgbClr val="D99ED8"/>
          </a:solidFill>
          <a:ln>
            <a:solidFill>
              <a:srgbClr val="B871B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562F22B-0029-B32F-FD8D-D09DB236AC9B}"/>
              </a:ext>
            </a:extLst>
          </p:cNvPr>
          <p:cNvSpPr txBox="1"/>
          <p:nvPr/>
        </p:nvSpPr>
        <p:spPr>
          <a:xfrm>
            <a:off x="8782797" y="4742826"/>
            <a:ext cx="14292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线性变换</a:t>
            </a:r>
            <a:endParaRPr lang="en-US" altLang="zh-CN" sz="24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B49351B-3594-5F7B-92E3-C91B796E4752}"/>
              </a:ext>
            </a:extLst>
          </p:cNvPr>
          <p:cNvSpPr txBox="1"/>
          <p:nvPr/>
        </p:nvSpPr>
        <p:spPr>
          <a:xfrm>
            <a:off x="8782797" y="3537833"/>
            <a:ext cx="29854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计算注意力分数</a:t>
            </a:r>
            <a:r>
              <a:rPr lang="en-US" altLang="zh-CN" sz="2400" dirty="0"/>
              <a:t>(x)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E612801-C3D6-4ED1-734A-21DD2CC0B987}"/>
              </a:ext>
            </a:extLst>
          </p:cNvPr>
          <p:cNvSpPr txBox="1"/>
          <p:nvPr/>
        </p:nvSpPr>
        <p:spPr>
          <a:xfrm>
            <a:off x="4811781" y="4706734"/>
            <a:ext cx="36140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(n*</a:t>
            </a:r>
            <a:r>
              <a:rPr lang="en-US" altLang="zh-CN" sz="2400" dirty="0" err="1"/>
              <a:t>d_model</a:t>
            </a:r>
            <a:r>
              <a:rPr lang="en-US" altLang="zh-CN" sz="2400" dirty="0"/>
              <a:t>)-&gt;(n*</a:t>
            </a:r>
            <a:r>
              <a:rPr lang="en-US" altLang="zh-CN" sz="2400" dirty="0" err="1"/>
              <a:t>d_q</a:t>
            </a:r>
            <a:r>
              <a:rPr lang="en-US" altLang="zh-CN" sz="2400" dirty="0"/>
              <a:t>/k/v)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5755866-79E8-86B2-FCAC-CA55BAE6023F}"/>
              </a:ext>
            </a:extLst>
          </p:cNvPr>
          <p:cNvSpPr txBox="1"/>
          <p:nvPr/>
        </p:nvSpPr>
        <p:spPr>
          <a:xfrm>
            <a:off x="4025610" y="3869597"/>
            <a:ext cx="41407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"</a:t>
            </a:r>
            <a:r>
              <a:rPr lang="zh-CN" altLang="en-US" dirty="0"/>
              <a:t>接下来应该生成什么词？</a:t>
            </a:r>
            <a:r>
              <a:rPr lang="en-US" altLang="zh-CN" dirty="0"/>
              <a:t>“</a:t>
            </a:r>
          </a:p>
          <a:p>
            <a:r>
              <a:rPr lang="zh-CN" altLang="en-US" dirty="0"/>
              <a:t>携带了已生成上文的信息</a:t>
            </a:r>
            <a:endParaRPr lang="en-US" altLang="zh-CN" sz="2400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1DB81C0-FF3B-C9C5-9FC7-38C6F18548B2}"/>
              </a:ext>
            </a:extLst>
          </p:cNvPr>
          <p:cNvSpPr txBox="1"/>
          <p:nvPr/>
        </p:nvSpPr>
        <p:spPr>
          <a:xfrm>
            <a:off x="1996663" y="5572008"/>
            <a:ext cx="18483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编码器输出</a:t>
            </a:r>
            <a:endParaRPr lang="en-US" altLang="zh-CN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B15D5DDC-CFC9-0C3D-D1E8-FE436631D448}"/>
                  </a:ext>
                </a:extLst>
              </p:cNvPr>
              <p:cNvSpPr txBox="1"/>
              <p:nvPr/>
            </p:nvSpPr>
            <p:spPr>
              <a:xfrm>
                <a:off x="6256011" y="2635898"/>
                <a:ext cx="4038926" cy="7159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i="1" smtClean="0">
                          <a:latin typeface="Cambria Math" panose="02040503050406030204" pitchFamily="18" charset="0"/>
                        </a:rPr>
                        <m:t>Attention</m:t>
                      </m:r>
                      <m:d>
                        <m:dPr>
                          <m:sepChr m:val=","/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e>
                          <m: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e>
                          <m: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i="1" smtClean="0">
                          <a:latin typeface="Cambria Math" panose="02040503050406030204" pitchFamily="18" charset="0"/>
                        </a:rPr>
                        <m:t>softmax</m:t>
                      </m:r>
                      <m:d>
                        <m:d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sSup>
                                <m:sSup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p>
                                  <m: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b>
                                    <m:sSubPr>
                                      <m:ctrlPr>
                                        <a:rPr lang="en-US" altLang="zh-CN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altLang="zh-CN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rad>
                            </m:den>
                          </m:f>
                        </m:e>
                      </m:d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B15D5DDC-CFC9-0C3D-D1E8-FE436631D4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6011" y="2635898"/>
                <a:ext cx="4038926" cy="71590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>
            <a:extLst>
              <a:ext uri="{FF2B5EF4-FFF2-40B4-BE49-F238E27FC236}">
                <a16:creationId xmlns:a16="http://schemas.microsoft.com/office/drawing/2014/main" id="{64D028D3-21FA-890A-759C-492CD6F1D4FC}"/>
              </a:ext>
            </a:extLst>
          </p:cNvPr>
          <p:cNvSpPr txBox="1"/>
          <p:nvPr/>
        </p:nvSpPr>
        <p:spPr>
          <a:xfrm>
            <a:off x="799969" y="5572008"/>
            <a:ext cx="11012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解码器</a:t>
            </a:r>
            <a:endParaRPr lang="en-US" altLang="zh-CN" sz="2400" dirty="0"/>
          </a:p>
        </p:txBody>
      </p:sp>
      <p:sp>
        <p:nvSpPr>
          <p:cNvPr id="11" name="十字形 10">
            <a:extLst>
              <a:ext uri="{FF2B5EF4-FFF2-40B4-BE49-F238E27FC236}">
                <a16:creationId xmlns:a16="http://schemas.microsoft.com/office/drawing/2014/main" id="{0E70425E-5CA0-095B-F929-4A62597A8BA8}"/>
              </a:ext>
            </a:extLst>
          </p:cNvPr>
          <p:cNvSpPr/>
          <p:nvPr/>
        </p:nvSpPr>
        <p:spPr>
          <a:xfrm rot="2711268">
            <a:off x="1750142" y="3768666"/>
            <a:ext cx="462116" cy="461665"/>
          </a:xfrm>
          <a:prstGeom prst="plus">
            <a:avLst>
              <a:gd name="adj" fmla="val 42002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08EE10C-A146-784A-52AF-A572AACAC107}"/>
              </a:ext>
            </a:extLst>
          </p:cNvPr>
          <p:cNvSpPr txBox="1"/>
          <p:nvPr/>
        </p:nvSpPr>
        <p:spPr>
          <a:xfrm>
            <a:off x="6511911" y="2118101"/>
            <a:ext cx="41265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注意力分数：深层特征表示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22774914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4C0119-9036-99DB-0716-61AC87682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933EFBF4-DF3A-D6CA-3013-95097DC5F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Architecture</a:t>
            </a:r>
            <a:endParaRPr lang="zh-CN" altLang="en-US" dirty="0"/>
          </a:p>
        </p:txBody>
      </p:sp>
      <p:sp>
        <p:nvSpPr>
          <p:cNvPr id="80" name="半闭框 79">
            <a:extLst>
              <a:ext uri="{FF2B5EF4-FFF2-40B4-BE49-F238E27FC236}">
                <a16:creationId xmlns:a16="http://schemas.microsoft.com/office/drawing/2014/main" id="{EDC0C64D-1B13-A92B-4F0D-A9E07EE6D4B5}"/>
              </a:ext>
            </a:extLst>
          </p:cNvPr>
          <p:cNvSpPr/>
          <p:nvPr/>
        </p:nvSpPr>
        <p:spPr>
          <a:xfrm rot="10800000">
            <a:off x="9383613" y="4024213"/>
            <a:ext cx="2313087" cy="2313087"/>
          </a:xfrm>
          <a:prstGeom prst="halfFrame">
            <a:avLst>
              <a:gd name="adj1" fmla="val 11965"/>
              <a:gd name="adj2" fmla="val 10896"/>
            </a:avLst>
          </a:prstGeom>
          <a:solidFill>
            <a:srgbClr val="891D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3B93AC9-264E-A490-5F3E-0AE6EC3B4C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3235" y="1151179"/>
            <a:ext cx="3705529" cy="5186122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998907E2-B99B-97D8-2B74-465FA93D8568}"/>
              </a:ext>
            </a:extLst>
          </p:cNvPr>
          <p:cNvSpPr txBox="1"/>
          <p:nvPr/>
        </p:nvSpPr>
        <p:spPr>
          <a:xfrm>
            <a:off x="630726" y="1233901"/>
            <a:ext cx="41084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891D86"/>
                </a:solidFill>
              </a:rPr>
              <a:t>预测流程：</a:t>
            </a:r>
            <a:endParaRPr lang="en-US" altLang="zh-CN" sz="2400" dirty="0">
              <a:solidFill>
                <a:srgbClr val="891D86"/>
              </a:solidFill>
            </a:endParaRPr>
          </a:p>
          <a:p>
            <a:r>
              <a:rPr lang="zh-CN" altLang="en-US" sz="2400" dirty="0"/>
              <a:t>编码器</a:t>
            </a:r>
            <a:r>
              <a:rPr lang="en-US" altLang="zh-CN" sz="2400" dirty="0"/>
              <a:t>-</a:t>
            </a:r>
            <a:r>
              <a:rPr lang="zh-CN" altLang="en-US" sz="2400" dirty="0"/>
              <a:t>解码器：一对多连接</a:t>
            </a:r>
            <a:endParaRPr lang="en-US" altLang="zh-CN" sz="2400" dirty="0"/>
          </a:p>
          <a:p>
            <a:r>
              <a:rPr lang="zh-CN" altLang="en-US" sz="2400" dirty="0"/>
              <a:t>一次编码，循环解码</a:t>
            </a:r>
            <a:endParaRPr lang="en-US" altLang="zh-CN" sz="240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FBB2D4C-CDAC-7AF0-9BAE-E1E2164766FD}"/>
              </a:ext>
            </a:extLst>
          </p:cNvPr>
          <p:cNvSpPr/>
          <p:nvPr/>
        </p:nvSpPr>
        <p:spPr>
          <a:xfrm>
            <a:off x="4807973" y="3937217"/>
            <a:ext cx="1164493" cy="929752"/>
          </a:xfrm>
          <a:prstGeom prst="rect">
            <a:avLst/>
          </a:prstGeom>
          <a:noFill/>
          <a:ln w="28575">
            <a:solidFill>
              <a:srgbClr val="891D8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E0C2D32-0C1D-B507-92D8-2363DD0106E0}"/>
              </a:ext>
            </a:extLst>
          </p:cNvPr>
          <p:cNvSpPr/>
          <p:nvPr/>
        </p:nvSpPr>
        <p:spPr>
          <a:xfrm>
            <a:off x="6096000" y="3820914"/>
            <a:ext cx="1356854" cy="1124711"/>
          </a:xfrm>
          <a:prstGeom prst="rect">
            <a:avLst/>
          </a:prstGeom>
          <a:noFill/>
          <a:ln w="28575">
            <a:solidFill>
              <a:srgbClr val="891D8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5ECFE46-24D2-68D3-4D28-3B913D7B7977}"/>
              </a:ext>
            </a:extLst>
          </p:cNvPr>
          <p:cNvSpPr/>
          <p:nvPr/>
        </p:nvSpPr>
        <p:spPr>
          <a:xfrm>
            <a:off x="6137087" y="2983755"/>
            <a:ext cx="1274679" cy="802944"/>
          </a:xfrm>
          <a:prstGeom prst="rect">
            <a:avLst/>
          </a:prstGeom>
          <a:noFill/>
          <a:ln w="28575">
            <a:solidFill>
              <a:srgbClr val="891D8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84EE671-6790-1CFB-1E4F-2D9DC5374B55}"/>
              </a:ext>
            </a:extLst>
          </p:cNvPr>
          <p:cNvSpPr txBox="1"/>
          <p:nvPr/>
        </p:nvSpPr>
        <p:spPr>
          <a:xfrm>
            <a:off x="8513502" y="4250815"/>
            <a:ext cx="287655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891D86"/>
                </a:solidFill>
              </a:rPr>
              <a:t>有</a:t>
            </a:r>
            <a:r>
              <a:rPr lang="en-US" altLang="zh-CN" sz="2400" dirty="0">
                <a:solidFill>
                  <a:srgbClr val="891D86"/>
                </a:solidFill>
              </a:rPr>
              <a:t>Mask</a:t>
            </a:r>
            <a:r>
              <a:rPr lang="zh-CN" altLang="en-US" sz="2400" dirty="0">
                <a:solidFill>
                  <a:srgbClr val="891D86"/>
                </a:solidFill>
              </a:rPr>
              <a:t>自注意力：</a:t>
            </a:r>
            <a:endParaRPr lang="en-US" altLang="zh-CN" sz="2400" dirty="0">
              <a:solidFill>
                <a:srgbClr val="891D86"/>
              </a:solidFill>
            </a:endParaRPr>
          </a:p>
          <a:p>
            <a:r>
              <a:rPr lang="zh-CN" altLang="en-US" sz="2400" dirty="0"/>
              <a:t>编码上文语义信息</a:t>
            </a:r>
            <a:endParaRPr lang="en-US" altLang="zh-CN" sz="2400" dirty="0"/>
          </a:p>
          <a:p>
            <a:r>
              <a:rPr lang="zh-CN" altLang="en-US" sz="2400" dirty="0"/>
              <a:t>模拟时间步，实现并行计算</a:t>
            </a:r>
            <a:endParaRPr lang="en-US" altLang="zh-CN" sz="24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20A407B-72B0-EB2F-9996-E8BC4F23EB3C}"/>
              </a:ext>
            </a:extLst>
          </p:cNvPr>
          <p:cNvSpPr txBox="1"/>
          <p:nvPr/>
        </p:nvSpPr>
        <p:spPr>
          <a:xfrm>
            <a:off x="906575" y="4132828"/>
            <a:ext cx="41084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891D86"/>
                </a:solidFill>
              </a:rPr>
              <a:t>无</a:t>
            </a:r>
            <a:r>
              <a:rPr lang="en-US" altLang="zh-CN" sz="2400" dirty="0">
                <a:solidFill>
                  <a:srgbClr val="891D86"/>
                </a:solidFill>
              </a:rPr>
              <a:t>Mask</a:t>
            </a:r>
            <a:r>
              <a:rPr lang="zh-CN" altLang="en-US" sz="2400" dirty="0">
                <a:solidFill>
                  <a:srgbClr val="891D86"/>
                </a:solidFill>
              </a:rPr>
              <a:t>自注意力：</a:t>
            </a:r>
            <a:endParaRPr lang="en-US" altLang="zh-CN" sz="2400" dirty="0">
              <a:solidFill>
                <a:srgbClr val="891D86"/>
              </a:solidFill>
            </a:endParaRPr>
          </a:p>
          <a:p>
            <a:r>
              <a:rPr lang="zh-CN" altLang="en-US" sz="2400" dirty="0"/>
              <a:t>编码上下文语义信息</a:t>
            </a:r>
            <a:endParaRPr lang="en-US" altLang="zh-CN" sz="2400" dirty="0"/>
          </a:p>
          <a:p>
            <a:r>
              <a:rPr lang="zh-CN" altLang="en-US" sz="2400" dirty="0"/>
              <a:t>实现全局关系建模</a:t>
            </a:r>
            <a:endParaRPr lang="en-US" altLang="zh-CN" sz="24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376A372-9B24-042A-8AB9-AB6078F4EA41}"/>
              </a:ext>
            </a:extLst>
          </p:cNvPr>
          <p:cNvSpPr txBox="1"/>
          <p:nvPr/>
        </p:nvSpPr>
        <p:spPr>
          <a:xfrm>
            <a:off x="8075808" y="2110419"/>
            <a:ext cx="41084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891D86"/>
                </a:solidFill>
              </a:rPr>
              <a:t>无</a:t>
            </a:r>
            <a:r>
              <a:rPr lang="en-US" altLang="zh-CN" sz="2400" dirty="0">
                <a:solidFill>
                  <a:srgbClr val="891D86"/>
                </a:solidFill>
              </a:rPr>
              <a:t>Mask</a:t>
            </a:r>
            <a:r>
              <a:rPr lang="zh-CN" altLang="en-US" sz="2400" dirty="0">
                <a:solidFill>
                  <a:srgbClr val="891D86"/>
                </a:solidFill>
              </a:rPr>
              <a:t>交叉注意力：</a:t>
            </a:r>
            <a:endParaRPr lang="en-US" altLang="zh-CN" sz="2400" dirty="0">
              <a:solidFill>
                <a:srgbClr val="891D86"/>
              </a:solidFill>
            </a:endParaRPr>
          </a:p>
          <a:p>
            <a:r>
              <a:rPr lang="zh-CN" altLang="en-US" sz="2400" dirty="0"/>
              <a:t>在</a:t>
            </a:r>
            <a:r>
              <a:rPr lang="en-US" altLang="zh-CN" sz="2400" dirty="0"/>
              <a:t>Q</a:t>
            </a:r>
            <a:r>
              <a:rPr lang="zh-CN" altLang="en-US" sz="2400" dirty="0"/>
              <a:t>引导下融合特征</a:t>
            </a:r>
            <a:endParaRPr lang="en-US" altLang="zh-CN" sz="2400" dirty="0"/>
          </a:p>
          <a:p>
            <a:r>
              <a:rPr lang="zh-CN" altLang="en-US" sz="2400" dirty="0"/>
              <a:t>对编码器特征注意力分配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7095791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810AA8-7925-0E2E-0436-40D32E554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AF476340-7146-6F2F-549E-EA10E108D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交叉注意力变体</a:t>
            </a:r>
          </a:p>
        </p:txBody>
      </p:sp>
      <p:sp>
        <p:nvSpPr>
          <p:cNvPr id="80" name="半闭框 79">
            <a:extLst>
              <a:ext uri="{FF2B5EF4-FFF2-40B4-BE49-F238E27FC236}">
                <a16:creationId xmlns:a16="http://schemas.microsoft.com/office/drawing/2014/main" id="{8C815BE1-A612-D9F6-EB5F-0454973ED342}"/>
              </a:ext>
            </a:extLst>
          </p:cNvPr>
          <p:cNvSpPr/>
          <p:nvPr/>
        </p:nvSpPr>
        <p:spPr>
          <a:xfrm rot="10800000">
            <a:off x="9383613" y="4024213"/>
            <a:ext cx="2313087" cy="2313087"/>
          </a:xfrm>
          <a:prstGeom prst="halfFrame">
            <a:avLst>
              <a:gd name="adj1" fmla="val 11965"/>
              <a:gd name="adj2" fmla="val 10896"/>
            </a:avLst>
          </a:prstGeom>
          <a:solidFill>
            <a:srgbClr val="891D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1DD6B78-7801-3677-9FC6-77EC020721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84357" y="1571073"/>
            <a:ext cx="4861002" cy="4308615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DC095C6D-B185-647A-EEB7-036D2F0475D4}"/>
              </a:ext>
            </a:extLst>
          </p:cNvPr>
          <p:cNvSpPr txBox="1"/>
          <p:nvPr/>
        </p:nvSpPr>
        <p:spPr>
          <a:xfrm>
            <a:off x="1707068" y="4439216"/>
            <a:ext cx="24827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891D86"/>
                </a:solidFill>
              </a:rPr>
              <a:t>提取的图像特征</a:t>
            </a:r>
            <a:endParaRPr lang="en-US" altLang="zh-CN" sz="2400" dirty="0">
              <a:solidFill>
                <a:srgbClr val="891D86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0499477-AA74-2A76-0998-4E25F0947F42}"/>
              </a:ext>
            </a:extLst>
          </p:cNvPr>
          <p:cNvSpPr txBox="1"/>
          <p:nvPr/>
        </p:nvSpPr>
        <p:spPr>
          <a:xfrm>
            <a:off x="6383011" y="5048691"/>
            <a:ext cx="46691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891D86"/>
                </a:solidFill>
              </a:rPr>
              <a:t>模型生成的</a:t>
            </a:r>
            <a:r>
              <a:rPr lang="en-US" altLang="zh-CN" sz="2400" dirty="0">
                <a:solidFill>
                  <a:srgbClr val="891D86"/>
                </a:solidFill>
              </a:rPr>
              <a:t>Q</a:t>
            </a:r>
            <a:r>
              <a:rPr lang="zh-CN" altLang="en-US" sz="2400" dirty="0">
                <a:solidFill>
                  <a:srgbClr val="891D86"/>
                </a:solidFill>
              </a:rPr>
              <a:t>矩阵</a:t>
            </a:r>
            <a:endParaRPr lang="en-US" altLang="zh-CN" sz="2400" dirty="0">
              <a:solidFill>
                <a:srgbClr val="891D86"/>
              </a:solidFill>
            </a:endParaRPr>
          </a:p>
          <a:p>
            <a:r>
              <a:rPr lang="zh-CN" altLang="en-US" sz="2400" dirty="0">
                <a:solidFill>
                  <a:srgbClr val="891D86"/>
                </a:solidFill>
              </a:rPr>
              <a:t>数据驱动方式引导特征注意力</a:t>
            </a:r>
            <a:endParaRPr lang="en-US" altLang="zh-CN" sz="2400" dirty="0">
              <a:solidFill>
                <a:srgbClr val="891D8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04397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28000"/>
            <a:lum/>
          </a:blip>
          <a:srcRect/>
          <a:stretch>
            <a:fillRect t="-5000" b="-5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AF8517-CAA9-3525-7A79-6AB0E7173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4AB88A5-DEF7-6712-82C0-609CE4126D46}"/>
              </a:ext>
            </a:extLst>
          </p:cNvPr>
          <p:cNvSpPr/>
          <p:nvPr/>
        </p:nvSpPr>
        <p:spPr>
          <a:xfrm>
            <a:off x="7307531" y="0"/>
            <a:ext cx="4876800" cy="6858000"/>
          </a:xfrm>
          <a:prstGeom prst="rect">
            <a:avLst/>
          </a:prstGeom>
          <a:solidFill>
            <a:srgbClr val="8F1E8C"/>
          </a:solidFill>
          <a:ln>
            <a:noFill/>
          </a:ln>
          <a:effectLst>
            <a:glow>
              <a:schemeClr val="bg1">
                <a:alpha val="66000"/>
              </a:schemeClr>
            </a:glow>
            <a:outerShdw blurRad="952500" dir="11280000" sx="1000" sy="1000" algn="ctr" rotWithShape="0">
              <a:srgbClr val="000000">
                <a:alpha val="63000"/>
              </a:srgbClr>
            </a:outerShdw>
            <a:reflection stA="45000" endPos="0" dist="50800" dir="5400000" sy="-100000" algn="bl" rotWithShape="0"/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886A9A52-6FCA-CDFF-1A7C-00E9EDE231BE}"/>
              </a:ext>
            </a:extLst>
          </p:cNvPr>
          <p:cNvGrpSpPr/>
          <p:nvPr/>
        </p:nvGrpSpPr>
        <p:grpSpPr>
          <a:xfrm>
            <a:off x="7820025" y="1982450"/>
            <a:ext cx="3981451" cy="2893100"/>
            <a:chOff x="7715247" y="881638"/>
            <a:chExt cx="3981451" cy="2893100"/>
          </a:xfrm>
        </p:grpSpPr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9905C3A1-C1C1-13B5-239C-F6F03C888314}"/>
                </a:ext>
              </a:extLst>
            </p:cNvPr>
            <p:cNvSpPr txBox="1"/>
            <p:nvPr/>
          </p:nvSpPr>
          <p:spPr>
            <a:xfrm>
              <a:off x="8495102" y="2328188"/>
              <a:ext cx="2421743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8800" spc="6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mpact" panose="020B0806030902050204" pitchFamily="34" charset="0"/>
                </a:rPr>
                <a:t>0 2</a:t>
              </a:r>
              <a:endParaRPr lang="zh-CN" altLang="en-US" sz="8800" spc="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9D683512-913F-4F08-E0B3-EBC1050B1735}"/>
                </a:ext>
              </a:extLst>
            </p:cNvPr>
            <p:cNvSpPr txBox="1"/>
            <p:nvPr/>
          </p:nvSpPr>
          <p:spPr>
            <a:xfrm>
              <a:off x="7715247" y="881638"/>
              <a:ext cx="3981451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8800" spc="6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mpact" panose="020B0806030902050204" pitchFamily="34" charset="0"/>
                </a:rPr>
                <a:t>PART</a:t>
              </a:r>
              <a:endParaRPr lang="zh-CN" altLang="en-US" sz="8800" spc="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</a:endParaRPr>
            </a:p>
          </p:txBody>
        </p:sp>
      </p:grpSp>
      <p:sp>
        <p:nvSpPr>
          <p:cNvPr id="10" name="等腰三角形 9">
            <a:extLst>
              <a:ext uri="{FF2B5EF4-FFF2-40B4-BE49-F238E27FC236}">
                <a16:creationId xmlns:a16="http://schemas.microsoft.com/office/drawing/2014/main" id="{06958BA5-AD56-BFA3-E9A3-FC0A923174C7}"/>
              </a:ext>
            </a:extLst>
          </p:cNvPr>
          <p:cNvSpPr/>
          <p:nvPr/>
        </p:nvSpPr>
        <p:spPr>
          <a:xfrm rot="16200000">
            <a:off x="6201663" y="2936062"/>
            <a:ext cx="1143617" cy="985877"/>
          </a:xfrm>
          <a:prstGeom prst="triangle">
            <a:avLst/>
          </a:prstGeom>
          <a:solidFill>
            <a:srgbClr val="8F1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3316004-887D-D938-21F2-4A3731C9ACD9}"/>
              </a:ext>
            </a:extLst>
          </p:cNvPr>
          <p:cNvSpPr txBox="1"/>
          <p:nvPr/>
        </p:nvSpPr>
        <p:spPr>
          <a:xfrm>
            <a:off x="1016660" y="2798276"/>
            <a:ext cx="47852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>
                <a:solidFill>
                  <a:srgbClr val="8F1E8C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BERT</a:t>
            </a:r>
            <a:endParaRPr lang="zh-CN" altLang="en-US" sz="5400" dirty="0">
              <a:solidFill>
                <a:srgbClr val="8F1E8C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148284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7AF42-F01A-CF12-5615-794CD1552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半闭框 79">
            <a:extLst>
              <a:ext uri="{FF2B5EF4-FFF2-40B4-BE49-F238E27FC236}">
                <a16:creationId xmlns:a16="http://schemas.microsoft.com/office/drawing/2014/main" id="{424E74FE-70C7-C7F6-4D36-2163EB0E60D9}"/>
              </a:ext>
            </a:extLst>
          </p:cNvPr>
          <p:cNvSpPr/>
          <p:nvPr/>
        </p:nvSpPr>
        <p:spPr>
          <a:xfrm rot="10800000">
            <a:off x="9383613" y="4024213"/>
            <a:ext cx="2313087" cy="2313087"/>
          </a:xfrm>
          <a:prstGeom prst="halfFrame">
            <a:avLst>
              <a:gd name="adj1" fmla="val 11965"/>
              <a:gd name="adj2" fmla="val 10896"/>
            </a:avLst>
          </a:prstGeom>
          <a:solidFill>
            <a:srgbClr val="891D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48E61008-91F8-FD09-1B11-946A36C27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891D86"/>
                </a:solidFill>
              </a:rPr>
              <a:t>Motivation</a:t>
            </a: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EA1AF2A-D936-DC11-A593-F79E0CBCAD2C}"/>
              </a:ext>
            </a:extLst>
          </p:cNvPr>
          <p:cNvSpPr txBox="1"/>
          <p:nvPr/>
        </p:nvSpPr>
        <p:spPr>
          <a:xfrm>
            <a:off x="2504049" y="1413305"/>
            <a:ext cx="73380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B</a:t>
            </a:r>
            <a:r>
              <a:rPr lang="en-US" altLang="zh-CN" sz="2400" dirty="0"/>
              <a:t>idirectional </a:t>
            </a:r>
            <a:r>
              <a:rPr lang="en-US" altLang="zh-CN" sz="2400" b="1" dirty="0"/>
              <a:t>E</a:t>
            </a:r>
            <a:r>
              <a:rPr lang="en-US" altLang="zh-CN" sz="2400" dirty="0"/>
              <a:t>ncoder </a:t>
            </a:r>
            <a:r>
              <a:rPr lang="en-US" altLang="zh-CN" sz="2400" b="1" dirty="0"/>
              <a:t>R</a:t>
            </a:r>
            <a:r>
              <a:rPr lang="en-US" altLang="zh-CN" sz="2400" dirty="0"/>
              <a:t>epresentations from </a:t>
            </a:r>
            <a:r>
              <a:rPr lang="en-US" altLang="zh-CN" sz="2400" b="1" dirty="0"/>
              <a:t>T</a:t>
            </a:r>
            <a:r>
              <a:rPr lang="en-US" altLang="zh-CN" sz="2400" dirty="0"/>
              <a:t>ransformers</a:t>
            </a:r>
            <a:endParaRPr lang="zh-CN" altLang="en-US" sz="24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82403D4-E3A8-0FCF-05E4-39C079FF00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51" y="2272456"/>
            <a:ext cx="5380010" cy="175175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0E85FC81-1548-43BC-9E6A-1FF786CA617F}"/>
              </a:ext>
            </a:extLst>
          </p:cNvPr>
          <p:cNvPicPr>
            <a:picLocks/>
          </p:cNvPicPr>
          <p:nvPr/>
        </p:nvPicPr>
        <p:blipFill>
          <a:blip r:embed="rId4"/>
          <a:srcRect t="32801" r="49348"/>
          <a:stretch>
            <a:fillRect/>
          </a:stretch>
        </p:blipFill>
        <p:spPr>
          <a:xfrm>
            <a:off x="7628891" y="2032487"/>
            <a:ext cx="2409843" cy="3983452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956C34EB-861D-8136-8531-08669ECD6EB4}"/>
              </a:ext>
            </a:extLst>
          </p:cNvPr>
          <p:cNvSpPr txBox="1"/>
          <p:nvPr/>
        </p:nvSpPr>
        <p:spPr>
          <a:xfrm>
            <a:off x="1355360" y="4613698"/>
            <a:ext cx="53961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RNN</a:t>
            </a:r>
            <a:r>
              <a:rPr lang="zh-CN" altLang="en-US" sz="2400" dirty="0"/>
              <a:t>：只编码左侧</a:t>
            </a:r>
            <a:r>
              <a:rPr lang="en-US" altLang="zh-CN" sz="2400" dirty="0"/>
              <a:t>/</a:t>
            </a:r>
            <a:r>
              <a:rPr lang="zh-CN" altLang="en-US" sz="2400" dirty="0"/>
              <a:t>上文</a:t>
            </a:r>
            <a:endParaRPr lang="en-US" altLang="zh-CN" sz="2400" dirty="0"/>
          </a:p>
          <a:p>
            <a:r>
              <a:rPr lang="en-US" altLang="zh-CN" sz="2400" dirty="0"/>
              <a:t>Transformer encoder</a:t>
            </a:r>
            <a:r>
              <a:rPr lang="zh-CN" altLang="en-US" sz="2400" dirty="0"/>
              <a:t>：编码左右</a:t>
            </a:r>
            <a:r>
              <a:rPr lang="en-US" altLang="zh-CN" sz="2400" dirty="0"/>
              <a:t>/</a:t>
            </a:r>
            <a:r>
              <a:rPr lang="zh-CN" altLang="en-US" sz="2400" dirty="0"/>
              <a:t>上下文</a:t>
            </a:r>
          </a:p>
        </p:txBody>
      </p:sp>
    </p:spTree>
    <p:extLst>
      <p:ext uri="{BB962C8B-B14F-4D97-AF65-F5344CB8AC3E}">
        <p14:creationId xmlns:p14="http://schemas.microsoft.com/office/powerpoint/2010/main" val="18667894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D5F7AD-A315-AD2D-9917-36EA92C50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半闭框 79">
            <a:extLst>
              <a:ext uri="{FF2B5EF4-FFF2-40B4-BE49-F238E27FC236}">
                <a16:creationId xmlns:a16="http://schemas.microsoft.com/office/drawing/2014/main" id="{B5656849-F755-7414-64AB-AF54B6DCDB93}"/>
              </a:ext>
            </a:extLst>
          </p:cNvPr>
          <p:cNvSpPr/>
          <p:nvPr/>
        </p:nvSpPr>
        <p:spPr>
          <a:xfrm rot="10800000">
            <a:off x="9383613" y="4024213"/>
            <a:ext cx="2313087" cy="2313087"/>
          </a:xfrm>
          <a:prstGeom prst="halfFrame">
            <a:avLst>
              <a:gd name="adj1" fmla="val 11965"/>
              <a:gd name="adj2" fmla="val 10896"/>
            </a:avLst>
          </a:prstGeom>
          <a:solidFill>
            <a:srgbClr val="891D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9FB0B7F9-7A65-4405-99F9-75BE20817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891D86"/>
                </a:solidFill>
              </a:rPr>
              <a:t>Motivation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2197B73-2B64-81BF-D9FB-4F2110963228}"/>
              </a:ext>
            </a:extLst>
          </p:cNvPr>
          <p:cNvPicPr>
            <a:picLocks/>
          </p:cNvPicPr>
          <p:nvPr/>
        </p:nvPicPr>
        <p:blipFill>
          <a:blip r:embed="rId3"/>
          <a:srcRect t="36497" r="51382"/>
          <a:stretch>
            <a:fillRect/>
          </a:stretch>
        </p:blipFill>
        <p:spPr>
          <a:xfrm>
            <a:off x="1219200" y="2225558"/>
            <a:ext cx="2313087" cy="3764352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32242B0E-99FA-94BD-C03A-3A4C81DA3B2F}"/>
              </a:ext>
            </a:extLst>
          </p:cNvPr>
          <p:cNvSpPr txBox="1"/>
          <p:nvPr/>
        </p:nvSpPr>
        <p:spPr>
          <a:xfrm>
            <a:off x="4888348" y="1805160"/>
            <a:ext cx="608445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利用</a:t>
            </a:r>
            <a:r>
              <a:rPr lang="en-US" altLang="zh-CN" sz="2400" dirty="0"/>
              <a:t>transformer</a:t>
            </a:r>
            <a:r>
              <a:rPr lang="zh-CN" altLang="en-US" sz="2400" dirty="0"/>
              <a:t>中的双向编码器的特性，训练一个通用的序列特征提取模型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使用时，在预训练模型后加上输出层就可以微调以创建适用具体任务的模型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>
                <a:solidFill>
                  <a:srgbClr val="891D86"/>
                </a:solidFill>
              </a:rPr>
              <a:t>训练方法：</a:t>
            </a:r>
            <a:endParaRPr lang="en-US" altLang="zh-CN" sz="2400" dirty="0">
              <a:solidFill>
                <a:srgbClr val="891D86"/>
              </a:solidFill>
            </a:endParaRPr>
          </a:p>
          <a:p>
            <a:pPr lvl="1"/>
            <a:r>
              <a:rPr lang="en-US" altLang="zh-CN" sz="2400" dirty="0"/>
              <a:t>Masked LM</a:t>
            </a:r>
            <a:r>
              <a:rPr lang="zh-CN" altLang="en-US" sz="2400" dirty="0"/>
              <a:t>（</a:t>
            </a:r>
            <a:r>
              <a:rPr lang="en-US" altLang="zh-CN" sz="2400" dirty="0"/>
              <a:t>MLM</a:t>
            </a:r>
            <a:r>
              <a:rPr lang="zh-CN" altLang="en-US" sz="2400" dirty="0"/>
              <a:t>）</a:t>
            </a:r>
            <a:endParaRPr lang="en-US" altLang="zh-CN" sz="2400" dirty="0"/>
          </a:p>
          <a:p>
            <a:pPr lvl="1"/>
            <a:r>
              <a:rPr lang="en-US" altLang="zh-CN" sz="2400" dirty="0"/>
              <a:t>Next Sentence Prediction</a:t>
            </a:r>
            <a:r>
              <a:rPr lang="zh-CN" altLang="en-US" sz="2400" dirty="0"/>
              <a:t>（</a:t>
            </a:r>
            <a:r>
              <a:rPr lang="en-US" altLang="zh-CN" sz="2400" dirty="0"/>
              <a:t>NSP</a:t>
            </a:r>
            <a:r>
              <a:rPr lang="zh-CN" altLang="en-US" sz="2400" dirty="0"/>
              <a:t>）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568F616-C758-7305-82DE-00E5FF36356C}"/>
              </a:ext>
            </a:extLst>
          </p:cNvPr>
          <p:cNvSpPr txBox="1"/>
          <p:nvPr/>
        </p:nvSpPr>
        <p:spPr>
          <a:xfrm>
            <a:off x="2064558" y="1805160"/>
            <a:ext cx="16255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Task Head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1952447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6BCDE3-FBC5-ED34-1D3B-78B9207DB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半闭框 79">
            <a:extLst>
              <a:ext uri="{FF2B5EF4-FFF2-40B4-BE49-F238E27FC236}">
                <a16:creationId xmlns:a16="http://schemas.microsoft.com/office/drawing/2014/main" id="{FD67E954-B75D-A257-034F-55B6CECB8854}"/>
              </a:ext>
            </a:extLst>
          </p:cNvPr>
          <p:cNvSpPr/>
          <p:nvPr/>
        </p:nvSpPr>
        <p:spPr>
          <a:xfrm rot="10800000">
            <a:off x="9383613" y="4024213"/>
            <a:ext cx="2313087" cy="2313087"/>
          </a:xfrm>
          <a:prstGeom prst="halfFrame">
            <a:avLst>
              <a:gd name="adj1" fmla="val 11965"/>
              <a:gd name="adj2" fmla="val 10896"/>
            </a:avLst>
          </a:prstGeom>
          <a:solidFill>
            <a:srgbClr val="891D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5439F9B4-4F58-AFB5-C97D-8CA9EBBEC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891D86"/>
                </a:solidFill>
              </a:rPr>
              <a:t>Method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86663BD-28BF-0EB7-1F22-A88BD4DBB5DC}"/>
              </a:ext>
            </a:extLst>
          </p:cNvPr>
          <p:cNvSpPr txBox="1"/>
          <p:nvPr/>
        </p:nvSpPr>
        <p:spPr>
          <a:xfrm>
            <a:off x="5683045" y="1510192"/>
            <a:ext cx="56928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891D86"/>
                </a:solidFill>
              </a:rPr>
              <a:t>输入：</a:t>
            </a:r>
            <a:endParaRPr lang="en-US" altLang="zh-CN" sz="2400" dirty="0">
              <a:solidFill>
                <a:srgbClr val="891D86"/>
              </a:solidFill>
            </a:endParaRPr>
          </a:p>
          <a:p>
            <a:pPr lvl="1"/>
            <a:r>
              <a:rPr lang="en-US" altLang="zh-CN" sz="2400" dirty="0"/>
              <a:t>[CLS]:</a:t>
            </a:r>
            <a:r>
              <a:rPr lang="zh-CN" altLang="en-US" sz="2400" dirty="0"/>
              <a:t>分类</a:t>
            </a:r>
            <a:r>
              <a:rPr lang="en-US" altLang="zh-CN" sz="2400" dirty="0"/>
              <a:t>token</a:t>
            </a:r>
          </a:p>
          <a:p>
            <a:pPr lvl="1"/>
            <a:r>
              <a:rPr lang="en-US" altLang="zh-CN" sz="2400" dirty="0"/>
              <a:t>[SEP]:</a:t>
            </a:r>
            <a:r>
              <a:rPr lang="zh-CN" altLang="en-US" sz="2400" dirty="0"/>
              <a:t>分句</a:t>
            </a:r>
            <a:r>
              <a:rPr lang="en-US" altLang="zh-CN" sz="2400" dirty="0"/>
              <a:t>token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188F41C-0EB4-DECB-8221-46289B80B9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1386347"/>
            <a:ext cx="4946067" cy="422787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C6C9209A-FF88-8394-447D-4D9969A41A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4343" y="3601426"/>
            <a:ext cx="6460342" cy="1943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55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3F083-0EFB-0BCA-51F1-E6230419E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半闭框 79">
            <a:extLst>
              <a:ext uri="{FF2B5EF4-FFF2-40B4-BE49-F238E27FC236}">
                <a16:creationId xmlns:a16="http://schemas.microsoft.com/office/drawing/2014/main" id="{81B751B1-DE62-5D47-CE83-45FDBC4935B4}"/>
              </a:ext>
            </a:extLst>
          </p:cNvPr>
          <p:cNvSpPr/>
          <p:nvPr/>
        </p:nvSpPr>
        <p:spPr>
          <a:xfrm rot="10800000">
            <a:off x="9383613" y="4024213"/>
            <a:ext cx="2313087" cy="2313087"/>
          </a:xfrm>
          <a:prstGeom prst="halfFrame">
            <a:avLst>
              <a:gd name="adj1" fmla="val 11965"/>
              <a:gd name="adj2" fmla="val 10896"/>
            </a:avLst>
          </a:prstGeom>
          <a:solidFill>
            <a:srgbClr val="891D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ACF56A22-E732-C879-5101-926A2C1EE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891D86"/>
                </a:solidFill>
              </a:rPr>
              <a:t>Method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FF7DC8C-A9A9-A541-4CFF-291F05EA0FB0}"/>
              </a:ext>
            </a:extLst>
          </p:cNvPr>
          <p:cNvSpPr txBox="1"/>
          <p:nvPr/>
        </p:nvSpPr>
        <p:spPr>
          <a:xfrm>
            <a:off x="5683045" y="1510192"/>
            <a:ext cx="569287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891D86"/>
                </a:solidFill>
              </a:rPr>
              <a:t>Masked LM</a:t>
            </a:r>
            <a:r>
              <a:rPr lang="zh-CN" altLang="en-US" sz="2400" dirty="0">
                <a:solidFill>
                  <a:srgbClr val="891D86"/>
                </a:solidFill>
              </a:rPr>
              <a:t>（</a:t>
            </a:r>
            <a:r>
              <a:rPr lang="en-US" altLang="zh-CN" sz="2400" dirty="0">
                <a:solidFill>
                  <a:srgbClr val="891D86"/>
                </a:solidFill>
              </a:rPr>
              <a:t>MLM</a:t>
            </a:r>
            <a:r>
              <a:rPr lang="zh-CN" altLang="en-US" sz="2400" dirty="0">
                <a:solidFill>
                  <a:srgbClr val="891D86"/>
                </a:solidFill>
              </a:rPr>
              <a:t>）</a:t>
            </a:r>
            <a:endParaRPr lang="en-US" altLang="zh-CN" sz="2400" dirty="0">
              <a:solidFill>
                <a:srgbClr val="891D86"/>
              </a:solidFill>
            </a:endParaRPr>
          </a:p>
          <a:p>
            <a:pPr lvl="1"/>
            <a:r>
              <a:rPr lang="zh-CN" altLang="en-US" sz="2400" dirty="0"/>
              <a:t>选择</a:t>
            </a:r>
            <a:r>
              <a:rPr lang="en-US" altLang="zh-CN" sz="2400" dirty="0"/>
              <a:t>15%</a:t>
            </a:r>
            <a:r>
              <a:rPr lang="zh-CN" altLang="en-US" sz="2400" dirty="0"/>
              <a:t>的</a:t>
            </a:r>
            <a:r>
              <a:rPr lang="en-US" altLang="zh-CN" sz="2400" dirty="0"/>
              <a:t>token</a:t>
            </a:r>
            <a:r>
              <a:rPr lang="zh-CN" altLang="en-US" sz="2400" dirty="0"/>
              <a:t>标为</a:t>
            </a:r>
            <a:r>
              <a:rPr lang="en-US" altLang="zh-CN" sz="2400" dirty="0"/>
              <a:t>[MASK]</a:t>
            </a:r>
            <a:r>
              <a:rPr lang="zh-CN" altLang="en-US" sz="2400" dirty="0"/>
              <a:t>，模型预测这些词的实际</a:t>
            </a:r>
            <a:r>
              <a:rPr lang="en-US" altLang="zh-CN" sz="2400" dirty="0"/>
              <a:t>token</a:t>
            </a:r>
          </a:p>
          <a:p>
            <a:pPr lvl="1"/>
            <a:endParaRPr lang="en-US" altLang="zh-CN" sz="2400" dirty="0"/>
          </a:p>
          <a:p>
            <a:r>
              <a:rPr lang="zh-CN" altLang="en-US" sz="2400" dirty="0"/>
              <a:t>由于微调过程中不会出现</a:t>
            </a:r>
            <a:r>
              <a:rPr lang="en-US" altLang="zh-CN" sz="2400" dirty="0"/>
              <a:t>[MASK]</a:t>
            </a:r>
            <a:r>
              <a:rPr lang="zh-CN" altLang="en-US" sz="2400" dirty="0"/>
              <a:t>标记，“被屏蔽词”：</a:t>
            </a:r>
            <a:endParaRPr lang="en-US" altLang="zh-CN" sz="2400" dirty="0"/>
          </a:p>
          <a:p>
            <a:pPr lvl="1"/>
            <a:r>
              <a:rPr lang="en-US" altLang="zh-CN" sz="2400" dirty="0"/>
              <a:t>80%</a:t>
            </a:r>
            <a:r>
              <a:rPr lang="zh-CN" altLang="en-US" sz="2400" dirty="0"/>
              <a:t>标记为</a:t>
            </a:r>
            <a:r>
              <a:rPr lang="en-US" altLang="zh-CN" sz="2400" dirty="0"/>
              <a:t>[MASK]</a:t>
            </a:r>
            <a:r>
              <a:rPr lang="zh-CN" altLang="en-US" sz="2400" dirty="0"/>
              <a:t>；</a:t>
            </a:r>
            <a:r>
              <a:rPr lang="en-US" altLang="zh-CN" sz="2400" dirty="0"/>
              <a:t>10%</a:t>
            </a:r>
            <a:r>
              <a:rPr lang="zh-CN" altLang="en-US" sz="2400" dirty="0"/>
              <a:t>替换为随机标记；</a:t>
            </a:r>
            <a:r>
              <a:rPr lang="en-US" altLang="zh-CN" sz="2400" dirty="0"/>
              <a:t>10%</a:t>
            </a:r>
            <a:r>
              <a:rPr lang="zh-CN" altLang="en-US" sz="2400" dirty="0"/>
              <a:t>不变</a:t>
            </a:r>
            <a:endParaRPr lang="en-US" altLang="zh-CN" sz="24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6DDC207-0083-BDBC-46C1-7EF85224D6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1386347"/>
            <a:ext cx="4946067" cy="4227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7630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CF74B-2E87-570C-82F9-4C2E88F75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半闭框 79">
            <a:extLst>
              <a:ext uri="{FF2B5EF4-FFF2-40B4-BE49-F238E27FC236}">
                <a16:creationId xmlns:a16="http://schemas.microsoft.com/office/drawing/2014/main" id="{E660C270-7DB6-1DD5-D5DF-A210D73D98CE}"/>
              </a:ext>
            </a:extLst>
          </p:cNvPr>
          <p:cNvSpPr/>
          <p:nvPr/>
        </p:nvSpPr>
        <p:spPr>
          <a:xfrm rot="10800000">
            <a:off x="9383613" y="4024213"/>
            <a:ext cx="2313087" cy="2313087"/>
          </a:xfrm>
          <a:prstGeom prst="halfFrame">
            <a:avLst>
              <a:gd name="adj1" fmla="val 11965"/>
              <a:gd name="adj2" fmla="val 10896"/>
            </a:avLst>
          </a:prstGeom>
          <a:solidFill>
            <a:srgbClr val="891D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7A208038-F0B3-7D01-CBBB-CD0810D9B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891D86"/>
                </a:solidFill>
              </a:rPr>
              <a:t>Method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88E1840-FFA8-A100-4214-75F75121E203}"/>
              </a:ext>
            </a:extLst>
          </p:cNvPr>
          <p:cNvSpPr txBox="1"/>
          <p:nvPr/>
        </p:nvSpPr>
        <p:spPr>
          <a:xfrm>
            <a:off x="5879689" y="2161454"/>
            <a:ext cx="569287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891D86"/>
                </a:solidFill>
              </a:rPr>
              <a:t>Next Sentence Prediction</a:t>
            </a:r>
            <a:r>
              <a:rPr lang="zh-CN" altLang="en-US" sz="2400" dirty="0">
                <a:solidFill>
                  <a:srgbClr val="891D86"/>
                </a:solidFill>
              </a:rPr>
              <a:t>（</a:t>
            </a:r>
            <a:r>
              <a:rPr lang="en-US" altLang="zh-CN" sz="2400" dirty="0">
                <a:solidFill>
                  <a:srgbClr val="891D86"/>
                </a:solidFill>
              </a:rPr>
              <a:t>NSP</a:t>
            </a:r>
            <a:r>
              <a:rPr lang="zh-CN" altLang="en-US" sz="2400" dirty="0">
                <a:solidFill>
                  <a:srgbClr val="891D86"/>
                </a:solidFill>
              </a:rPr>
              <a:t>）</a:t>
            </a:r>
            <a:endParaRPr lang="en-US" altLang="zh-CN" sz="2400" dirty="0">
              <a:solidFill>
                <a:srgbClr val="891D86"/>
              </a:solidFill>
            </a:endParaRPr>
          </a:p>
          <a:p>
            <a:r>
              <a:rPr lang="zh-CN" altLang="en-US" sz="2400" dirty="0">
                <a:solidFill>
                  <a:srgbClr val="891D86"/>
                </a:solidFill>
              </a:rPr>
              <a:t>二分类问题，判断两个句子是否连续</a:t>
            </a:r>
          </a:p>
          <a:p>
            <a:pPr lvl="1"/>
            <a:r>
              <a:rPr lang="zh-CN" altLang="en-US" sz="2400" dirty="0"/>
              <a:t>输入一个句子对，</a:t>
            </a:r>
            <a:r>
              <a:rPr lang="en-US" altLang="zh-CN" sz="2400" dirty="0"/>
              <a:t>[SEP]</a:t>
            </a:r>
            <a:r>
              <a:rPr lang="zh-CN" altLang="en-US" sz="2400" dirty="0"/>
              <a:t>分割</a:t>
            </a:r>
            <a:endParaRPr lang="en-US" altLang="zh-CN" sz="2400" dirty="0"/>
          </a:p>
          <a:p>
            <a:pPr lvl="1"/>
            <a:r>
              <a:rPr lang="en-US" altLang="zh-CN" sz="2400" dirty="0"/>
              <a:t>50%</a:t>
            </a:r>
            <a:r>
              <a:rPr lang="zh-CN" altLang="en-US" sz="2400" dirty="0"/>
              <a:t>的句子</a:t>
            </a:r>
            <a:r>
              <a:rPr lang="en-US" altLang="zh-CN" sz="2400" dirty="0"/>
              <a:t>B</a:t>
            </a:r>
            <a:r>
              <a:rPr lang="zh-CN" altLang="en-US" sz="2400" dirty="0"/>
              <a:t>替换为随机的其他句子</a:t>
            </a:r>
            <a:endParaRPr lang="en-US" altLang="zh-CN" sz="2400" dirty="0"/>
          </a:p>
          <a:p>
            <a:pPr lvl="1"/>
            <a:endParaRPr lang="en-US" altLang="zh-CN" sz="2400" dirty="0"/>
          </a:p>
          <a:p>
            <a:pPr lvl="1"/>
            <a:r>
              <a:rPr lang="zh-CN" altLang="en-US" sz="2400" dirty="0"/>
              <a:t>发挥双向编码的优势？</a:t>
            </a:r>
            <a:endParaRPr lang="en-US" altLang="zh-CN" sz="2400" dirty="0"/>
          </a:p>
          <a:p>
            <a:pPr lvl="1"/>
            <a:endParaRPr lang="en-US" altLang="zh-CN" sz="24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727CB44-4B28-D9A3-350E-49623D8433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1386347"/>
            <a:ext cx="4946067" cy="4227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0015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28000"/>
            <a:lum/>
          </a:blip>
          <a:srcRect/>
          <a:stretch>
            <a:fillRect t="-5000" b="-5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BE3B3-1594-ED02-C9AE-F9147AB95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8B71BC2-9545-0AEA-E047-A71678256F18}"/>
              </a:ext>
            </a:extLst>
          </p:cNvPr>
          <p:cNvSpPr/>
          <p:nvPr/>
        </p:nvSpPr>
        <p:spPr>
          <a:xfrm>
            <a:off x="7307531" y="0"/>
            <a:ext cx="4876800" cy="6858000"/>
          </a:xfrm>
          <a:prstGeom prst="rect">
            <a:avLst/>
          </a:prstGeom>
          <a:solidFill>
            <a:srgbClr val="8F1E8C"/>
          </a:solidFill>
          <a:ln>
            <a:noFill/>
          </a:ln>
          <a:effectLst>
            <a:glow>
              <a:schemeClr val="bg1">
                <a:alpha val="66000"/>
              </a:schemeClr>
            </a:glow>
            <a:outerShdw blurRad="952500" dir="11280000" sx="1000" sy="1000" algn="ctr" rotWithShape="0">
              <a:srgbClr val="000000">
                <a:alpha val="63000"/>
              </a:srgbClr>
            </a:outerShdw>
            <a:reflection stA="45000" endPos="0" dist="50800" dir="5400000" sy="-100000" algn="bl" rotWithShape="0"/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2D725DC3-FE9D-58D5-9AA6-21827228368A}"/>
              </a:ext>
            </a:extLst>
          </p:cNvPr>
          <p:cNvGrpSpPr/>
          <p:nvPr/>
        </p:nvGrpSpPr>
        <p:grpSpPr>
          <a:xfrm>
            <a:off x="7820025" y="1982450"/>
            <a:ext cx="3981451" cy="2893100"/>
            <a:chOff x="7715247" y="881638"/>
            <a:chExt cx="3981451" cy="2893100"/>
          </a:xfrm>
        </p:grpSpPr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52C37E79-DABD-765F-AF57-149567787C6D}"/>
                </a:ext>
              </a:extLst>
            </p:cNvPr>
            <p:cNvSpPr txBox="1"/>
            <p:nvPr/>
          </p:nvSpPr>
          <p:spPr>
            <a:xfrm>
              <a:off x="8495102" y="2328188"/>
              <a:ext cx="2421743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8800" spc="6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mpact" panose="020B0806030902050204" pitchFamily="34" charset="0"/>
                </a:rPr>
                <a:t>0 3</a:t>
              </a:r>
              <a:endParaRPr lang="zh-CN" altLang="en-US" sz="8800" spc="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DCE2746-6358-1D39-F4DD-DC6B610D391B}"/>
                </a:ext>
              </a:extLst>
            </p:cNvPr>
            <p:cNvSpPr txBox="1"/>
            <p:nvPr/>
          </p:nvSpPr>
          <p:spPr>
            <a:xfrm>
              <a:off x="7715247" y="881638"/>
              <a:ext cx="3981451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8800" spc="6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mpact" panose="020B0806030902050204" pitchFamily="34" charset="0"/>
                </a:rPr>
                <a:t>PART</a:t>
              </a:r>
              <a:endParaRPr lang="zh-CN" altLang="en-US" sz="8800" spc="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</a:endParaRPr>
            </a:p>
          </p:txBody>
        </p:sp>
      </p:grpSp>
      <p:sp>
        <p:nvSpPr>
          <p:cNvPr id="10" name="等腰三角形 9">
            <a:extLst>
              <a:ext uri="{FF2B5EF4-FFF2-40B4-BE49-F238E27FC236}">
                <a16:creationId xmlns:a16="http://schemas.microsoft.com/office/drawing/2014/main" id="{FC8CCE8C-3154-ACB7-4717-D54CBF3A5E51}"/>
              </a:ext>
            </a:extLst>
          </p:cNvPr>
          <p:cNvSpPr/>
          <p:nvPr/>
        </p:nvSpPr>
        <p:spPr>
          <a:xfrm rot="16200000">
            <a:off x="6201663" y="2936062"/>
            <a:ext cx="1143617" cy="985877"/>
          </a:xfrm>
          <a:prstGeom prst="triangle">
            <a:avLst/>
          </a:prstGeom>
          <a:solidFill>
            <a:srgbClr val="8F1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CD9B18B-97E5-1631-D11C-F69E6176797A}"/>
              </a:ext>
            </a:extLst>
          </p:cNvPr>
          <p:cNvSpPr txBox="1"/>
          <p:nvPr/>
        </p:nvSpPr>
        <p:spPr>
          <a:xfrm>
            <a:off x="1016660" y="2798276"/>
            <a:ext cx="47852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>
                <a:solidFill>
                  <a:srgbClr val="8F1E8C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MAE</a:t>
            </a:r>
            <a:endParaRPr lang="zh-CN" altLang="en-US" sz="5400" dirty="0">
              <a:solidFill>
                <a:srgbClr val="8F1E8C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947911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FF87D-525D-3B9D-66C1-219633825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半闭框 79">
            <a:extLst>
              <a:ext uri="{FF2B5EF4-FFF2-40B4-BE49-F238E27FC236}">
                <a16:creationId xmlns:a16="http://schemas.microsoft.com/office/drawing/2014/main" id="{F1F9F099-2147-3BC0-5F41-9DE9C27C901D}"/>
              </a:ext>
            </a:extLst>
          </p:cNvPr>
          <p:cNvSpPr/>
          <p:nvPr/>
        </p:nvSpPr>
        <p:spPr>
          <a:xfrm rot="10800000">
            <a:off x="9383613" y="4024213"/>
            <a:ext cx="2313087" cy="2313087"/>
          </a:xfrm>
          <a:prstGeom prst="halfFrame">
            <a:avLst>
              <a:gd name="adj1" fmla="val 11965"/>
              <a:gd name="adj2" fmla="val 10896"/>
            </a:avLst>
          </a:prstGeom>
          <a:solidFill>
            <a:srgbClr val="891D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4658689-6143-8E48-60ED-75D8D3CB7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891D86"/>
                </a:solidFill>
              </a:rPr>
              <a:t>Method</a:t>
            </a: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90C832E-1019-1936-1340-F99175DB1D59}"/>
              </a:ext>
            </a:extLst>
          </p:cNvPr>
          <p:cNvSpPr txBox="1"/>
          <p:nvPr/>
        </p:nvSpPr>
        <p:spPr>
          <a:xfrm>
            <a:off x="1027778" y="2833787"/>
            <a:ext cx="963876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自然语言 </a:t>
            </a:r>
            <a:r>
              <a:rPr lang="en-US" altLang="zh-CN" sz="2400" dirty="0"/>
              <a:t>vs. </a:t>
            </a:r>
            <a:r>
              <a:rPr lang="zh-CN" altLang="en-US" sz="2400" dirty="0"/>
              <a:t>图像</a:t>
            </a:r>
            <a:endParaRPr lang="en-US" altLang="zh-C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/>
              <a:t>转化为序列</a:t>
            </a:r>
            <a:endParaRPr lang="en-US" altLang="zh-C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/>
              <a:t>信息密度</a:t>
            </a:r>
            <a:endParaRPr lang="en-US" altLang="zh-C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/>
              <a:t>解码器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4148E25-98D6-9E33-46CC-8033C47E84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7797" y="1742839"/>
            <a:ext cx="6058746" cy="3372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4841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6CF43-0B3B-44FB-765B-13254A328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B9A5B96A-C5D4-7113-CD2E-55F76E260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891D86"/>
                </a:solidFill>
              </a:rPr>
              <a:t>Motivation</a:t>
            </a: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1161098-709E-4E97-970C-8CCB100B2865}"/>
              </a:ext>
            </a:extLst>
          </p:cNvPr>
          <p:cNvSpPr txBox="1"/>
          <p:nvPr/>
        </p:nvSpPr>
        <p:spPr>
          <a:xfrm>
            <a:off x="584096" y="1074322"/>
            <a:ext cx="5216935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891D86"/>
                </a:solidFill>
              </a:rPr>
              <a:t>预处理</a:t>
            </a:r>
            <a:endParaRPr lang="en-US" altLang="zh-CN" sz="2400" dirty="0">
              <a:solidFill>
                <a:srgbClr val="891D86"/>
              </a:solidFill>
            </a:endParaRPr>
          </a:p>
          <a:p>
            <a:pPr lvl="1"/>
            <a:r>
              <a:rPr lang="zh-CN" altLang="en-US" sz="2400" dirty="0"/>
              <a:t>图像分块</a:t>
            </a:r>
            <a:endParaRPr lang="en-US" altLang="zh-CN" sz="2400" dirty="0"/>
          </a:p>
          <a:p>
            <a:pPr lvl="1"/>
            <a:r>
              <a:rPr lang="zh-CN" altLang="en-US" sz="2400" dirty="0"/>
              <a:t>随机选择</a:t>
            </a:r>
            <a:r>
              <a:rPr lang="en-US" altLang="zh-CN" sz="2400" dirty="0"/>
              <a:t>75%</a:t>
            </a:r>
            <a:r>
              <a:rPr lang="zh-CN" altLang="en-US" sz="2400" dirty="0"/>
              <a:t>丢弃</a:t>
            </a:r>
            <a:endParaRPr lang="en-US" altLang="zh-CN" sz="2400" dirty="0"/>
          </a:p>
          <a:p>
            <a:pPr lvl="1"/>
            <a:r>
              <a:rPr lang="zh-CN" altLang="en-US" sz="2400" dirty="0"/>
              <a:t>加上位置编码</a:t>
            </a:r>
            <a:endParaRPr lang="en-US" altLang="zh-CN" sz="2400" dirty="0"/>
          </a:p>
          <a:p>
            <a:r>
              <a:rPr lang="zh-CN" altLang="en-US" sz="2400" dirty="0">
                <a:solidFill>
                  <a:srgbClr val="891D86"/>
                </a:solidFill>
              </a:rPr>
              <a:t>编码器</a:t>
            </a:r>
            <a:endParaRPr lang="en-US" altLang="zh-CN" sz="2400" dirty="0">
              <a:solidFill>
                <a:srgbClr val="891D86"/>
              </a:solidFill>
            </a:endParaRPr>
          </a:p>
          <a:p>
            <a:pPr lvl="1"/>
            <a:r>
              <a:rPr lang="zh-CN" altLang="en-US" sz="2400" dirty="0"/>
              <a:t>使用</a:t>
            </a:r>
            <a:r>
              <a:rPr lang="en-US" altLang="zh-CN" sz="2400" dirty="0" err="1"/>
              <a:t>ViT</a:t>
            </a:r>
            <a:r>
              <a:rPr lang="zh-CN" altLang="en-US" sz="2400" dirty="0"/>
              <a:t>编码器对可见块提取特征</a:t>
            </a:r>
            <a:endParaRPr lang="en-US" altLang="zh-CN" sz="2400" dirty="0"/>
          </a:p>
          <a:p>
            <a:r>
              <a:rPr lang="zh-CN" altLang="en-US" sz="2400" dirty="0">
                <a:solidFill>
                  <a:srgbClr val="891D86"/>
                </a:solidFill>
              </a:rPr>
              <a:t>解码器</a:t>
            </a:r>
            <a:endParaRPr lang="en-US" altLang="zh-CN" sz="2400" dirty="0">
              <a:solidFill>
                <a:srgbClr val="891D86"/>
              </a:solidFill>
            </a:endParaRPr>
          </a:p>
          <a:p>
            <a:pPr lvl="1"/>
            <a:r>
              <a:rPr lang="zh-CN" altLang="en-US" sz="2400" dirty="0"/>
              <a:t>对特征</a:t>
            </a:r>
            <a:r>
              <a:rPr lang="en-US" altLang="zh-CN" sz="2400" dirty="0"/>
              <a:t>token</a:t>
            </a:r>
            <a:r>
              <a:rPr lang="zh-CN" altLang="en-US" sz="2400" dirty="0"/>
              <a:t>补充掩码</a:t>
            </a:r>
            <a:r>
              <a:rPr lang="en-US" altLang="zh-CN" sz="2400" dirty="0"/>
              <a:t>token</a:t>
            </a:r>
          </a:p>
          <a:p>
            <a:pPr lvl="1"/>
            <a:r>
              <a:rPr lang="zh-CN" altLang="en-US" sz="2400" dirty="0"/>
              <a:t>加上位置编码</a:t>
            </a:r>
            <a:endParaRPr lang="en-US" altLang="zh-CN" sz="2400" dirty="0"/>
          </a:p>
          <a:p>
            <a:pPr lvl="1"/>
            <a:r>
              <a:rPr lang="zh-CN" altLang="en-US" sz="2400" dirty="0"/>
              <a:t>解码器处理完整序列重建图像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训练完成后丢弃解码器</a:t>
            </a:r>
            <a:endParaRPr lang="en-US" altLang="zh-CN" sz="2400" dirty="0"/>
          </a:p>
          <a:p>
            <a:r>
              <a:rPr lang="zh-CN" altLang="en-US" sz="2400" dirty="0"/>
              <a:t>使用时可以基于特征或微调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74C08FD-F468-CF23-B144-98A1D2A57B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7954" y="1575691"/>
            <a:ext cx="6058746" cy="3372321"/>
          </a:xfrm>
          <a:prstGeom prst="rect">
            <a:avLst/>
          </a:prstGeom>
        </p:spPr>
      </p:pic>
      <p:sp>
        <p:nvSpPr>
          <p:cNvPr id="80" name="半闭框 79">
            <a:extLst>
              <a:ext uri="{FF2B5EF4-FFF2-40B4-BE49-F238E27FC236}">
                <a16:creationId xmlns:a16="http://schemas.microsoft.com/office/drawing/2014/main" id="{1EC040E5-01FC-9E1B-E360-ACAC965F48C6}"/>
              </a:ext>
            </a:extLst>
          </p:cNvPr>
          <p:cNvSpPr/>
          <p:nvPr/>
        </p:nvSpPr>
        <p:spPr>
          <a:xfrm rot="10800000">
            <a:off x="9383613" y="4024213"/>
            <a:ext cx="2313087" cy="2313087"/>
          </a:xfrm>
          <a:prstGeom prst="halfFrame">
            <a:avLst>
              <a:gd name="adj1" fmla="val 11965"/>
              <a:gd name="adj2" fmla="val 10896"/>
            </a:avLst>
          </a:prstGeom>
          <a:solidFill>
            <a:srgbClr val="891D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67756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351047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0" y="38100"/>
            <a:ext cx="12192000" cy="6991350"/>
          </a:xfrm>
          <a:prstGeom prst="rect">
            <a:avLst/>
          </a:prstGeom>
          <a:gradFill flip="none" rotWithShape="1">
            <a:gsLst>
              <a:gs pos="51000">
                <a:srgbClr val="891D86"/>
              </a:gs>
              <a:gs pos="99083">
                <a:schemeClr val="bg1">
                  <a:alpha val="0"/>
                </a:schemeClr>
              </a:gs>
              <a:gs pos="66000">
                <a:srgbClr val="891D86">
                  <a:alpha val="28000"/>
                </a:srgbClr>
              </a:gs>
              <a:gs pos="0">
                <a:srgbClr val="891D86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0" y="2769478"/>
            <a:ext cx="12192000" cy="9575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5400" b="1" i="0" u="none" strike="noStrike" kern="1200" cap="none" spc="4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Arial" panose="020B0604020202020204" pitchFamily="34" charset="0"/>
              </a:rPr>
              <a:t>感谢聆听！</a:t>
            </a:r>
          </a:p>
        </p:txBody>
      </p:sp>
      <p:sp>
        <p:nvSpPr>
          <p:cNvPr id="71" name="文本框 70"/>
          <p:cNvSpPr txBox="1"/>
          <p:nvPr/>
        </p:nvSpPr>
        <p:spPr>
          <a:xfrm>
            <a:off x="1581150" y="4496299"/>
            <a:ext cx="8644093" cy="581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</a:rPr>
              <a:t>汇  报  人：</a:t>
            </a:r>
            <a:r>
              <a:rPr lang="zh-CN" altLang="en-US" sz="2400" dirty="0">
                <a:solidFill>
                  <a:prstClr val="white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夏泽宇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</a:rPr>
              <a:t>             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</a:rPr>
              <a:t>指  导  老  师：</a:t>
            </a:r>
            <a:r>
              <a:rPr lang="zh-CN" altLang="en-US" sz="2400" dirty="0">
                <a:solidFill>
                  <a:prstClr val="white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刘芳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</a:rPr>
              <a:t> 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endParaRPr>
          </a:p>
        </p:txBody>
      </p:sp>
      <p:grpSp>
        <p:nvGrpSpPr>
          <p:cNvPr id="67" name="组合 66"/>
          <p:cNvGrpSpPr/>
          <p:nvPr/>
        </p:nvGrpSpPr>
        <p:grpSpPr>
          <a:xfrm>
            <a:off x="8757996" y="5655104"/>
            <a:ext cx="2934494" cy="675437"/>
            <a:chOff x="-2189163" y="-1093788"/>
            <a:chExt cx="5924551" cy="1363663"/>
          </a:xfrm>
          <a:solidFill>
            <a:schemeClr val="bg1"/>
          </a:solidFill>
        </p:grpSpPr>
        <p:sp>
          <p:nvSpPr>
            <p:cNvPr id="69" name="Freeform 5"/>
            <p:cNvSpPr/>
            <p:nvPr/>
          </p:nvSpPr>
          <p:spPr bwMode="auto">
            <a:xfrm>
              <a:off x="2462212" y="-917575"/>
              <a:ext cx="571500" cy="677863"/>
            </a:xfrm>
            <a:custGeom>
              <a:avLst/>
              <a:gdLst>
                <a:gd name="T0" fmla="*/ 687 w 749"/>
                <a:gd name="T1" fmla="*/ 778 h 886"/>
                <a:gd name="T2" fmla="*/ 627 w 749"/>
                <a:gd name="T3" fmla="*/ 739 h 886"/>
                <a:gd name="T4" fmla="*/ 552 w 749"/>
                <a:gd name="T5" fmla="*/ 674 h 886"/>
                <a:gd name="T6" fmla="*/ 491 w 749"/>
                <a:gd name="T7" fmla="*/ 607 h 886"/>
                <a:gd name="T8" fmla="*/ 421 w 749"/>
                <a:gd name="T9" fmla="*/ 518 h 886"/>
                <a:gd name="T10" fmla="*/ 418 w 749"/>
                <a:gd name="T11" fmla="*/ 478 h 886"/>
                <a:gd name="T12" fmla="*/ 431 w 749"/>
                <a:gd name="T13" fmla="*/ 447 h 886"/>
                <a:gd name="T14" fmla="*/ 456 w 749"/>
                <a:gd name="T15" fmla="*/ 405 h 886"/>
                <a:gd name="T16" fmla="*/ 530 w 749"/>
                <a:gd name="T17" fmla="*/ 383 h 886"/>
                <a:gd name="T18" fmla="*/ 574 w 749"/>
                <a:gd name="T19" fmla="*/ 346 h 886"/>
                <a:gd name="T20" fmla="*/ 589 w 749"/>
                <a:gd name="T21" fmla="*/ 313 h 886"/>
                <a:gd name="T22" fmla="*/ 595 w 749"/>
                <a:gd name="T23" fmla="*/ 295 h 886"/>
                <a:gd name="T24" fmla="*/ 600 w 749"/>
                <a:gd name="T25" fmla="*/ 273 h 886"/>
                <a:gd name="T26" fmla="*/ 593 w 749"/>
                <a:gd name="T27" fmla="*/ 250 h 886"/>
                <a:gd name="T28" fmla="*/ 529 w 749"/>
                <a:gd name="T29" fmla="*/ 230 h 886"/>
                <a:gd name="T30" fmla="*/ 489 w 749"/>
                <a:gd name="T31" fmla="*/ 246 h 886"/>
                <a:gd name="T32" fmla="*/ 480 w 749"/>
                <a:gd name="T33" fmla="*/ 251 h 886"/>
                <a:gd name="T34" fmla="*/ 476 w 749"/>
                <a:gd name="T35" fmla="*/ 240 h 886"/>
                <a:gd name="T36" fmla="*/ 485 w 749"/>
                <a:gd name="T37" fmla="*/ 163 h 886"/>
                <a:gd name="T38" fmla="*/ 488 w 749"/>
                <a:gd name="T39" fmla="*/ 76 h 886"/>
                <a:gd name="T40" fmla="*/ 480 w 749"/>
                <a:gd name="T41" fmla="*/ 52 h 886"/>
                <a:gd name="T42" fmla="*/ 428 w 749"/>
                <a:gd name="T43" fmla="*/ 7 h 886"/>
                <a:gd name="T44" fmla="*/ 388 w 749"/>
                <a:gd name="T45" fmla="*/ 13 h 886"/>
                <a:gd name="T46" fmla="*/ 359 w 749"/>
                <a:gd name="T47" fmla="*/ 78 h 886"/>
                <a:gd name="T48" fmla="*/ 363 w 749"/>
                <a:gd name="T49" fmla="*/ 142 h 886"/>
                <a:gd name="T50" fmla="*/ 353 w 749"/>
                <a:gd name="T51" fmla="*/ 282 h 886"/>
                <a:gd name="T52" fmla="*/ 328 w 749"/>
                <a:gd name="T53" fmla="*/ 312 h 886"/>
                <a:gd name="T54" fmla="*/ 281 w 749"/>
                <a:gd name="T55" fmla="*/ 327 h 886"/>
                <a:gd name="T56" fmla="*/ 184 w 749"/>
                <a:gd name="T57" fmla="*/ 352 h 886"/>
                <a:gd name="T58" fmla="*/ 129 w 749"/>
                <a:gd name="T59" fmla="*/ 394 h 886"/>
                <a:gd name="T60" fmla="*/ 129 w 749"/>
                <a:gd name="T61" fmla="*/ 415 h 886"/>
                <a:gd name="T62" fmla="*/ 148 w 749"/>
                <a:gd name="T63" fmla="*/ 464 h 886"/>
                <a:gd name="T64" fmla="*/ 156 w 749"/>
                <a:gd name="T65" fmla="*/ 471 h 886"/>
                <a:gd name="T66" fmla="*/ 208 w 749"/>
                <a:gd name="T67" fmla="*/ 481 h 886"/>
                <a:gd name="T68" fmla="*/ 270 w 749"/>
                <a:gd name="T69" fmla="*/ 471 h 886"/>
                <a:gd name="T70" fmla="*/ 309 w 749"/>
                <a:gd name="T71" fmla="*/ 460 h 886"/>
                <a:gd name="T72" fmla="*/ 271 w 749"/>
                <a:gd name="T73" fmla="*/ 549 h 886"/>
                <a:gd name="T74" fmla="*/ 151 w 749"/>
                <a:gd name="T75" fmla="*/ 723 h 886"/>
                <a:gd name="T76" fmla="*/ 1 w 749"/>
                <a:gd name="T77" fmla="*/ 836 h 886"/>
                <a:gd name="T78" fmla="*/ 11 w 749"/>
                <a:gd name="T79" fmla="*/ 840 h 886"/>
                <a:gd name="T80" fmla="*/ 58 w 749"/>
                <a:gd name="T81" fmla="*/ 843 h 886"/>
                <a:gd name="T82" fmla="*/ 108 w 749"/>
                <a:gd name="T83" fmla="*/ 840 h 886"/>
                <a:gd name="T84" fmla="*/ 240 w 749"/>
                <a:gd name="T85" fmla="*/ 757 h 886"/>
                <a:gd name="T86" fmla="*/ 299 w 749"/>
                <a:gd name="T87" fmla="*/ 693 h 886"/>
                <a:gd name="T88" fmla="*/ 357 w 749"/>
                <a:gd name="T89" fmla="*/ 606 h 886"/>
                <a:gd name="T90" fmla="*/ 371 w 749"/>
                <a:gd name="T91" fmla="*/ 606 h 886"/>
                <a:gd name="T92" fmla="*/ 414 w 749"/>
                <a:gd name="T93" fmla="*/ 689 h 886"/>
                <a:gd name="T94" fmla="*/ 448 w 749"/>
                <a:gd name="T95" fmla="*/ 757 h 886"/>
                <a:gd name="T96" fmla="*/ 475 w 749"/>
                <a:gd name="T97" fmla="*/ 804 h 886"/>
                <a:gd name="T98" fmla="*/ 521 w 749"/>
                <a:gd name="T99" fmla="*/ 853 h 886"/>
                <a:gd name="T100" fmla="*/ 571 w 749"/>
                <a:gd name="T101" fmla="*/ 871 h 886"/>
                <a:gd name="T102" fmla="*/ 616 w 749"/>
                <a:gd name="T103" fmla="*/ 883 h 886"/>
                <a:gd name="T104" fmla="*/ 645 w 749"/>
                <a:gd name="T105" fmla="*/ 885 h 886"/>
                <a:gd name="T106" fmla="*/ 698 w 749"/>
                <a:gd name="T107" fmla="*/ 880 h 886"/>
                <a:gd name="T108" fmla="*/ 710 w 749"/>
                <a:gd name="T109" fmla="*/ 865 h 886"/>
                <a:gd name="T110" fmla="*/ 725 w 749"/>
                <a:gd name="T111" fmla="*/ 849 h 886"/>
                <a:gd name="T112" fmla="*/ 738 w 749"/>
                <a:gd name="T113" fmla="*/ 830 h 886"/>
                <a:gd name="T114" fmla="*/ 747 w 749"/>
                <a:gd name="T115" fmla="*/ 807 h 886"/>
                <a:gd name="T116" fmla="*/ 687 w 749"/>
                <a:gd name="T117" fmla="*/ 778 h 8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749" h="886">
                  <a:moveTo>
                    <a:pt x="687" y="778"/>
                  </a:moveTo>
                  <a:cubicBezTo>
                    <a:pt x="662" y="764"/>
                    <a:pt x="650" y="754"/>
                    <a:pt x="627" y="739"/>
                  </a:cubicBezTo>
                  <a:cubicBezTo>
                    <a:pt x="598" y="718"/>
                    <a:pt x="576" y="700"/>
                    <a:pt x="552" y="674"/>
                  </a:cubicBezTo>
                  <a:cubicBezTo>
                    <a:pt x="532" y="653"/>
                    <a:pt x="510" y="629"/>
                    <a:pt x="491" y="607"/>
                  </a:cubicBezTo>
                  <a:cubicBezTo>
                    <a:pt x="467" y="580"/>
                    <a:pt x="437" y="538"/>
                    <a:pt x="421" y="518"/>
                  </a:cubicBezTo>
                  <a:cubicBezTo>
                    <a:pt x="408" y="502"/>
                    <a:pt x="412" y="489"/>
                    <a:pt x="418" y="478"/>
                  </a:cubicBezTo>
                  <a:cubicBezTo>
                    <a:pt x="424" y="466"/>
                    <a:pt x="427" y="459"/>
                    <a:pt x="431" y="447"/>
                  </a:cubicBezTo>
                  <a:cubicBezTo>
                    <a:pt x="436" y="431"/>
                    <a:pt x="439" y="413"/>
                    <a:pt x="456" y="405"/>
                  </a:cubicBezTo>
                  <a:cubicBezTo>
                    <a:pt x="480" y="394"/>
                    <a:pt x="501" y="381"/>
                    <a:pt x="530" y="383"/>
                  </a:cubicBezTo>
                  <a:cubicBezTo>
                    <a:pt x="548" y="384"/>
                    <a:pt x="568" y="364"/>
                    <a:pt x="574" y="346"/>
                  </a:cubicBezTo>
                  <a:cubicBezTo>
                    <a:pt x="578" y="335"/>
                    <a:pt x="584" y="324"/>
                    <a:pt x="589" y="313"/>
                  </a:cubicBezTo>
                  <a:cubicBezTo>
                    <a:pt x="592" y="307"/>
                    <a:pt x="594" y="301"/>
                    <a:pt x="595" y="295"/>
                  </a:cubicBezTo>
                  <a:cubicBezTo>
                    <a:pt x="597" y="288"/>
                    <a:pt x="597" y="280"/>
                    <a:pt x="600" y="273"/>
                  </a:cubicBezTo>
                  <a:cubicBezTo>
                    <a:pt x="604" y="260"/>
                    <a:pt x="604" y="257"/>
                    <a:pt x="593" y="250"/>
                  </a:cubicBezTo>
                  <a:cubicBezTo>
                    <a:pt x="573" y="239"/>
                    <a:pt x="552" y="231"/>
                    <a:pt x="529" y="230"/>
                  </a:cubicBezTo>
                  <a:cubicBezTo>
                    <a:pt x="513" y="230"/>
                    <a:pt x="499" y="231"/>
                    <a:pt x="489" y="246"/>
                  </a:cubicBezTo>
                  <a:cubicBezTo>
                    <a:pt x="487" y="249"/>
                    <a:pt x="483" y="252"/>
                    <a:pt x="480" y="251"/>
                  </a:cubicBezTo>
                  <a:cubicBezTo>
                    <a:pt x="476" y="250"/>
                    <a:pt x="476" y="244"/>
                    <a:pt x="476" y="240"/>
                  </a:cubicBezTo>
                  <a:cubicBezTo>
                    <a:pt x="479" y="214"/>
                    <a:pt x="483" y="189"/>
                    <a:pt x="485" y="163"/>
                  </a:cubicBezTo>
                  <a:cubicBezTo>
                    <a:pt x="487" y="134"/>
                    <a:pt x="488" y="105"/>
                    <a:pt x="488" y="76"/>
                  </a:cubicBezTo>
                  <a:cubicBezTo>
                    <a:pt x="488" y="68"/>
                    <a:pt x="484" y="60"/>
                    <a:pt x="480" y="52"/>
                  </a:cubicBezTo>
                  <a:cubicBezTo>
                    <a:pt x="468" y="31"/>
                    <a:pt x="450" y="17"/>
                    <a:pt x="428" y="7"/>
                  </a:cubicBezTo>
                  <a:cubicBezTo>
                    <a:pt x="413" y="0"/>
                    <a:pt x="400" y="0"/>
                    <a:pt x="388" y="13"/>
                  </a:cubicBezTo>
                  <a:cubicBezTo>
                    <a:pt x="371" y="31"/>
                    <a:pt x="354" y="49"/>
                    <a:pt x="359" y="78"/>
                  </a:cubicBezTo>
                  <a:cubicBezTo>
                    <a:pt x="362" y="99"/>
                    <a:pt x="363" y="121"/>
                    <a:pt x="363" y="142"/>
                  </a:cubicBezTo>
                  <a:cubicBezTo>
                    <a:pt x="363" y="189"/>
                    <a:pt x="361" y="236"/>
                    <a:pt x="353" y="282"/>
                  </a:cubicBezTo>
                  <a:cubicBezTo>
                    <a:pt x="350" y="297"/>
                    <a:pt x="342" y="307"/>
                    <a:pt x="328" y="312"/>
                  </a:cubicBezTo>
                  <a:cubicBezTo>
                    <a:pt x="312" y="317"/>
                    <a:pt x="297" y="321"/>
                    <a:pt x="281" y="327"/>
                  </a:cubicBezTo>
                  <a:cubicBezTo>
                    <a:pt x="250" y="338"/>
                    <a:pt x="218" y="350"/>
                    <a:pt x="184" y="352"/>
                  </a:cubicBezTo>
                  <a:cubicBezTo>
                    <a:pt x="159" y="353"/>
                    <a:pt x="136" y="370"/>
                    <a:pt x="129" y="394"/>
                  </a:cubicBezTo>
                  <a:cubicBezTo>
                    <a:pt x="128" y="401"/>
                    <a:pt x="127" y="409"/>
                    <a:pt x="129" y="415"/>
                  </a:cubicBezTo>
                  <a:cubicBezTo>
                    <a:pt x="135" y="432"/>
                    <a:pt x="141" y="448"/>
                    <a:pt x="148" y="464"/>
                  </a:cubicBezTo>
                  <a:cubicBezTo>
                    <a:pt x="150" y="467"/>
                    <a:pt x="153" y="469"/>
                    <a:pt x="156" y="471"/>
                  </a:cubicBezTo>
                  <a:cubicBezTo>
                    <a:pt x="172" y="480"/>
                    <a:pt x="190" y="483"/>
                    <a:pt x="208" y="481"/>
                  </a:cubicBezTo>
                  <a:cubicBezTo>
                    <a:pt x="229" y="478"/>
                    <a:pt x="249" y="474"/>
                    <a:pt x="270" y="471"/>
                  </a:cubicBezTo>
                  <a:cubicBezTo>
                    <a:pt x="280" y="469"/>
                    <a:pt x="297" y="463"/>
                    <a:pt x="309" y="460"/>
                  </a:cubicBezTo>
                  <a:cubicBezTo>
                    <a:pt x="307" y="467"/>
                    <a:pt x="289" y="513"/>
                    <a:pt x="271" y="549"/>
                  </a:cubicBezTo>
                  <a:cubicBezTo>
                    <a:pt x="246" y="599"/>
                    <a:pt x="218" y="650"/>
                    <a:pt x="151" y="723"/>
                  </a:cubicBezTo>
                  <a:cubicBezTo>
                    <a:pt x="76" y="807"/>
                    <a:pt x="11" y="826"/>
                    <a:pt x="1" y="836"/>
                  </a:cubicBezTo>
                  <a:cubicBezTo>
                    <a:pt x="0" y="837"/>
                    <a:pt x="4" y="838"/>
                    <a:pt x="11" y="840"/>
                  </a:cubicBezTo>
                  <a:cubicBezTo>
                    <a:pt x="21" y="841"/>
                    <a:pt x="54" y="843"/>
                    <a:pt x="58" y="843"/>
                  </a:cubicBezTo>
                  <a:cubicBezTo>
                    <a:pt x="74" y="843"/>
                    <a:pt x="93" y="845"/>
                    <a:pt x="108" y="840"/>
                  </a:cubicBezTo>
                  <a:cubicBezTo>
                    <a:pt x="129" y="833"/>
                    <a:pt x="203" y="791"/>
                    <a:pt x="240" y="757"/>
                  </a:cubicBezTo>
                  <a:cubicBezTo>
                    <a:pt x="264" y="734"/>
                    <a:pt x="294" y="700"/>
                    <a:pt x="299" y="693"/>
                  </a:cubicBezTo>
                  <a:cubicBezTo>
                    <a:pt x="319" y="664"/>
                    <a:pt x="338" y="635"/>
                    <a:pt x="357" y="606"/>
                  </a:cubicBezTo>
                  <a:cubicBezTo>
                    <a:pt x="363" y="596"/>
                    <a:pt x="366" y="596"/>
                    <a:pt x="371" y="606"/>
                  </a:cubicBezTo>
                  <a:cubicBezTo>
                    <a:pt x="386" y="633"/>
                    <a:pt x="400" y="661"/>
                    <a:pt x="414" y="689"/>
                  </a:cubicBezTo>
                  <a:cubicBezTo>
                    <a:pt x="425" y="711"/>
                    <a:pt x="436" y="734"/>
                    <a:pt x="448" y="757"/>
                  </a:cubicBezTo>
                  <a:cubicBezTo>
                    <a:pt x="457" y="773"/>
                    <a:pt x="468" y="787"/>
                    <a:pt x="475" y="804"/>
                  </a:cubicBezTo>
                  <a:cubicBezTo>
                    <a:pt x="485" y="827"/>
                    <a:pt x="501" y="842"/>
                    <a:pt x="521" y="853"/>
                  </a:cubicBezTo>
                  <a:cubicBezTo>
                    <a:pt x="537" y="861"/>
                    <a:pt x="554" y="866"/>
                    <a:pt x="571" y="871"/>
                  </a:cubicBezTo>
                  <a:cubicBezTo>
                    <a:pt x="586" y="876"/>
                    <a:pt x="601" y="881"/>
                    <a:pt x="616" y="883"/>
                  </a:cubicBezTo>
                  <a:cubicBezTo>
                    <a:pt x="630" y="885"/>
                    <a:pt x="635" y="885"/>
                    <a:pt x="645" y="885"/>
                  </a:cubicBezTo>
                  <a:cubicBezTo>
                    <a:pt x="662" y="886"/>
                    <a:pt x="693" y="886"/>
                    <a:pt x="698" y="880"/>
                  </a:cubicBezTo>
                  <a:cubicBezTo>
                    <a:pt x="706" y="871"/>
                    <a:pt x="707" y="869"/>
                    <a:pt x="710" y="865"/>
                  </a:cubicBezTo>
                  <a:cubicBezTo>
                    <a:pt x="713" y="861"/>
                    <a:pt x="720" y="855"/>
                    <a:pt x="725" y="849"/>
                  </a:cubicBezTo>
                  <a:cubicBezTo>
                    <a:pt x="730" y="844"/>
                    <a:pt x="733" y="838"/>
                    <a:pt x="738" y="830"/>
                  </a:cubicBezTo>
                  <a:cubicBezTo>
                    <a:pt x="745" y="816"/>
                    <a:pt x="749" y="808"/>
                    <a:pt x="747" y="807"/>
                  </a:cubicBezTo>
                  <a:cubicBezTo>
                    <a:pt x="746" y="805"/>
                    <a:pt x="728" y="801"/>
                    <a:pt x="687" y="77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72" name="Freeform 6"/>
            <p:cNvSpPr/>
            <p:nvPr/>
          </p:nvSpPr>
          <p:spPr bwMode="auto">
            <a:xfrm>
              <a:off x="-431800" y="-979488"/>
              <a:ext cx="579438" cy="877888"/>
            </a:xfrm>
            <a:custGeom>
              <a:avLst/>
              <a:gdLst>
                <a:gd name="T0" fmla="*/ 420 w 758"/>
                <a:gd name="T1" fmla="*/ 385 h 1147"/>
                <a:gd name="T2" fmla="*/ 338 w 758"/>
                <a:gd name="T3" fmla="*/ 398 h 1147"/>
                <a:gd name="T4" fmla="*/ 405 w 758"/>
                <a:gd name="T5" fmla="*/ 284 h 1147"/>
                <a:gd name="T6" fmla="*/ 486 w 758"/>
                <a:gd name="T7" fmla="*/ 260 h 1147"/>
                <a:gd name="T8" fmla="*/ 545 w 758"/>
                <a:gd name="T9" fmla="*/ 194 h 1147"/>
                <a:gd name="T10" fmla="*/ 513 w 758"/>
                <a:gd name="T11" fmla="*/ 146 h 1147"/>
                <a:gd name="T12" fmla="*/ 463 w 758"/>
                <a:gd name="T13" fmla="*/ 150 h 1147"/>
                <a:gd name="T14" fmla="*/ 455 w 758"/>
                <a:gd name="T15" fmla="*/ 68 h 1147"/>
                <a:gd name="T16" fmla="*/ 316 w 758"/>
                <a:gd name="T17" fmla="*/ 53 h 1147"/>
                <a:gd name="T18" fmla="*/ 299 w 758"/>
                <a:gd name="T19" fmla="*/ 185 h 1147"/>
                <a:gd name="T20" fmla="*/ 266 w 758"/>
                <a:gd name="T21" fmla="*/ 226 h 1147"/>
                <a:gd name="T22" fmla="*/ 179 w 758"/>
                <a:gd name="T23" fmla="*/ 279 h 1147"/>
                <a:gd name="T24" fmla="*/ 226 w 758"/>
                <a:gd name="T25" fmla="*/ 377 h 1147"/>
                <a:gd name="T26" fmla="*/ 118 w 758"/>
                <a:gd name="T27" fmla="*/ 531 h 1147"/>
                <a:gd name="T28" fmla="*/ 85 w 758"/>
                <a:gd name="T29" fmla="*/ 540 h 1147"/>
                <a:gd name="T30" fmla="*/ 3 w 758"/>
                <a:gd name="T31" fmla="*/ 692 h 1147"/>
                <a:gd name="T32" fmla="*/ 11 w 758"/>
                <a:gd name="T33" fmla="*/ 948 h 1147"/>
                <a:gd name="T34" fmla="*/ 57 w 758"/>
                <a:gd name="T35" fmla="*/ 1008 h 1147"/>
                <a:gd name="T36" fmla="*/ 105 w 758"/>
                <a:gd name="T37" fmla="*/ 1016 h 1147"/>
                <a:gd name="T38" fmla="*/ 132 w 758"/>
                <a:gd name="T39" fmla="*/ 912 h 1147"/>
                <a:gd name="T40" fmla="*/ 112 w 758"/>
                <a:gd name="T41" fmla="*/ 731 h 1147"/>
                <a:gd name="T42" fmla="*/ 143 w 758"/>
                <a:gd name="T43" fmla="*/ 630 h 1147"/>
                <a:gd name="T44" fmla="*/ 207 w 758"/>
                <a:gd name="T45" fmla="*/ 605 h 1147"/>
                <a:gd name="T46" fmla="*/ 304 w 758"/>
                <a:gd name="T47" fmla="*/ 522 h 1147"/>
                <a:gd name="T48" fmla="*/ 305 w 758"/>
                <a:gd name="T49" fmla="*/ 522 h 1147"/>
                <a:gd name="T50" fmla="*/ 350 w 758"/>
                <a:gd name="T51" fmla="*/ 484 h 1147"/>
                <a:gd name="T52" fmla="*/ 616 w 758"/>
                <a:gd name="T53" fmla="*/ 436 h 1147"/>
                <a:gd name="T54" fmla="*/ 675 w 758"/>
                <a:gd name="T55" fmla="*/ 634 h 1147"/>
                <a:gd name="T56" fmla="*/ 608 w 758"/>
                <a:gd name="T57" fmla="*/ 826 h 1147"/>
                <a:gd name="T58" fmla="*/ 526 w 758"/>
                <a:gd name="T59" fmla="*/ 921 h 1147"/>
                <a:gd name="T60" fmla="*/ 422 w 758"/>
                <a:gd name="T61" fmla="*/ 878 h 1147"/>
                <a:gd name="T62" fmla="*/ 457 w 758"/>
                <a:gd name="T63" fmla="*/ 803 h 1147"/>
                <a:gd name="T64" fmla="*/ 446 w 758"/>
                <a:gd name="T65" fmla="*/ 741 h 1147"/>
                <a:gd name="T66" fmla="*/ 391 w 758"/>
                <a:gd name="T67" fmla="*/ 750 h 1147"/>
                <a:gd name="T68" fmla="*/ 382 w 758"/>
                <a:gd name="T69" fmla="*/ 743 h 1147"/>
                <a:gd name="T70" fmla="*/ 481 w 758"/>
                <a:gd name="T71" fmla="*/ 641 h 1147"/>
                <a:gd name="T72" fmla="*/ 459 w 758"/>
                <a:gd name="T73" fmla="*/ 580 h 1147"/>
                <a:gd name="T74" fmla="*/ 446 w 758"/>
                <a:gd name="T75" fmla="*/ 457 h 1147"/>
                <a:gd name="T76" fmla="*/ 412 w 758"/>
                <a:gd name="T77" fmla="*/ 487 h 1147"/>
                <a:gd name="T78" fmla="*/ 360 w 758"/>
                <a:gd name="T79" fmla="*/ 557 h 1147"/>
                <a:gd name="T80" fmla="*/ 342 w 758"/>
                <a:gd name="T81" fmla="*/ 531 h 1147"/>
                <a:gd name="T82" fmla="*/ 305 w 758"/>
                <a:gd name="T83" fmla="*/ 522 h 1147"/>
                <a:gd name="T84" fmla="*/ 304 w 758"/>
                <a:gd name="T85" fmla="*/ 522 h 1147"/>
                <a:gd name="T86" fmla="*/ 281 w 758"/>
                <a:gd name="T87" fmla="*/ 579 h 1147"/>
                <a:gd name="T88" fmla="*/ 300 w 758"/>
                <a:gd name="T89" fmla="*/ 633 h 1147"/>
                <a:gd name="T90" fmla="*/ 244 w 758"/>
                <a:gd name="T91" fmla="*/ 741 h 1147"/>
                <a:gd name="T92" fmla="*/ 293 w 758"/>
                <a:gd name="T93" fmla="*/ 759 h 1147"/>
                <a:gd name="T94" fmla="*/ 235 w 758"/>
                <a:gd name="T95" fmla="*/ 838 h 1147"/>
                <a:gd name="T96" fmla="*/ 241 w 758"/>
                <a:gd name="T97" fmla="*/ 869 h 1147"/>
                <a:gd name="T98" fmla="*/ 291 w 758"/>
                <a:gd name="T99" fmla="*/ 879 h 1147"/>
                <a:gd name="T100" fmla="*/ 368 w 758"/>
                <a:gd name="T101" fmla="*/ 873 h 1147"/>
                <a:gd name="T102" fmla="*/ 366 w 758"/>
                <a:gd name="T103" fmla="*/ 1104 h 1147"/>
                <a:gd name="T104" fmla="*/ 374 w 758"/>
                <a:gd name="T105" fmla="*/ 1146 h 1147"/>
                <a:gd name="T106" fmla="*/ 393 w 758"/>
                <a:gd name="T107" fmla="*/ 1119 h 1147"/>
                <a:gd name="T108" fmla="*/ 411 w 758"/>
                <a:gd name="T109" fmla="*/ 958 h 1147"/>
                <a:gd name="T110" fmla="*/ 430 w 758"/>
                <a:gd name="T111" fmla="*/ 908 h 1147"/>
                <a:gd name="T112" fmla="*/ 459 w 758"/>
                <a:gd name="T113" fmla="*/ 934 h 1147"/>
                <a:gd name="T114" fmla="*/ 454 w 758"/>
                <a:gd name="T115" fmla="*/ 957 h 1147"/>
                <a:gd name="T116" fmla="*/ 504 w 758"/>
                <a:gd name="T117" fmla="*/ 1010 h 1147"/>
                <a:gd name="T118" fmla="*/ 625 w 758"/>
                <a:gd name="T119" fmla="*/ 944 h 1147"/>
                <a:gd name="T120" fmla="*/ 711 w 758"/>
                <a:gd name="T121" fmla="*/ 756 h 1147"/>
                <a:gd name="T122" fmla="*/ 750 w 758"/>
                <a:gd name="T123" fmla="*/ 597 h 1147"/>
                <a:gd name="T124" fmla="*/ 740 w 758"/>
                <a:gd name="T125" fmla="*/ 454 h 1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758" h="1147">
                  <a:moveTo>
                    <a:pt x="652" y="374"/>
                  </a:moveTo>
                  <a:cubicBezTo>
                    <a:pt x="574" y="351"/>
                    <a:pt x="496" y="358"/>
                    <a:pt x="420" y="385"/>
                  </a:cubicBezTo>
                  <a:cubicBezTo>
                    <a:pt x="396" y="394"/>
                    <a:pt x="373" y="401"/>
                    <a:pt x="349" y="409"/>
                  </a:cubicBezTo>
                  <a:cubicBezTo>
                    <a:pt x="338" y="412"/>
                    <a:pt x="335" y="409"/>
                    <a:pt x="338" y="398"/>
                  </a:cubicBezTo>
                  <a:cubicBezTo>
                    <a:pt x="341" y="388"/>
                    <a:pt x="344" y="378"/>
                    <a:pt x="347" y="368"/>
                  </a:cubicBezTo>
                  <a:cubicBezTo>
                    <a:pt x="355" y="332"/>
                    <a:pt x="379" y="306"/>
                    <a:pt x="405" y="284"/>
                  </a:cubicBezTo>
                  <a:cubicBezTo>
                    <a:pt x="416" y="274"/>
                    <a:pt x="432" y="269"/>
                    <a:pt x="447" y="265"/>
                  </a:cubicBezTo>
                  <a:cubicBezTo>
                    <a:pt x="459" y="262"/>
                    <a:pt x="474" y="264"/>
                    <a:pt x="486" y="260"/>
                  </a:cubicBezTo>
                  <a:cubicBezTo>
                    <a:pt x="504" y="253"/>
                    <a:pt x="523" y="252"/>
                    <a:pt x="534" y="232"/>
                  </a:cubicBezTo>
                  <a:cubicBezTo>
                    <a:pt x="541" y="220"/>
                    <a:pt x="545" y="208"/>
                    <a:pt x="545" y="194"/>
                  </a:cubicBezTo>
                  <a:cubicBezTo>
                    <a:pt x="544" y="183"/>
                    <a:pt x="541" y="172"/>
                    <a:pt x="534" y="165"/>
                  </a:cubicBezTo>
                  <a:cubicBezTo>
                    <a:pt x="527" y="158"/>
                    <a:pt x="523" y="151"/>
                    <a:pt x="513" y="146"/>
                  </a:cubicBezTo>
                  <a:cubicBezTo>
                    <a:pt x="504" y="140"/>
                    <a:pt x="498" y="147"/>
                    <a:pt x="485" y="148"/>
                  </a:cubicBezTo>
                  <a:cubicBezTo>
                    <a:pt x="479" y="149"/>
                    <a:pt x="469" y="151"/>
                    <a:pt x="463" y="150"/>
                  </a:cubicBezTo>
                  <a:cubicBezTo>
                    <a:pt x="449" y="150"/>
                    <a:pt x="464" y="135"/>
                    <a:pt x="465" y="120"/>
                  </a:cubicBezTo>
                  <a:cubicBezTo>
                    <a:pt x="465" y="102"/>
                    <a:pt x="464" y="85"/>
                    <a:pt x="455" y="68"/>
                  </a:cubicBezTo>
                  <a:cubicBezTo>
                    <a:pt x="432" y="29"/>
                    <a:pt x="405" y="1"/>
                    <a:pt x="356" y="0"/>
                  </a:cubicBezTo>
                  <a:cubicBezTo>
                    <a:pt x="328" y="0"/>
                    <a:pt x="308" y="32"/>
                    <a:pt x="316" y="53"/>
                  </a:cubicBezTo>
                  <a:cubicBezTo>
                    <a:pt x="323" y="70"/>
                    <a:pt x="324" y="88"/>
                    <a:pt x="321" y="105"/>
                  </a:cubicBezTo>
                  <a:cubicBezTo>
                    <a:pt x="315" y="132"/>
                    <a:pt x="307" y="159"/>
                    <a:pt x="299" y="185"/>
                  </a:cubicBezTo>
                  <a:cubicBezTo>
                    <a:pt x="295" y="197"/>
                    <a:pt x="295" y="210"/>
                    <a:pt x="282" y="217"/>
                  </a:cubicBezTo>
                  <a:cubicBezTo>
                    <a:pt x="276" y="220"/>
                    <a:pt x="271" y="224"/>
                    <a:pt x="266" y="226"/>
                  </a:cubicBezTo>
                  <a:cubicBezTo>
                    <a:pt x="251" y="235"/>
                    <a:pt x="236" y="245"/>
                    <a:pt x="217" y="249"/>
                  </a:cubicBezTo>
                  <a:cubicBezTo>
                    <a:pt x="201" y="253"/>
                    <a:pt x="185" y="260"/>
                    <a:pt x="179" y="279"/>
                  </a:cubicBezTo>
                  <a:cubicBezTo>
                    <a:pt x="170" y="305"/>
                    <a:pt x="191" y="350"/>
                    <a:pt x="217" y="360"/>
                  </a:cubicBezTo>
                  <a:cubicBezTo>
                    <a:pt x="226" y="363"/>
                    <a:pt x="230" y="368"/>
                    <a:pt x="226" y="377"/>
                  </a:cubicBezTo>
                  <a:cubicBezTo>
                    <a:pt x="212" y="404"/>
                    <a:pt x="198" y="432"/>
                    <a:pt x="183" y="460"/>
                  </a:cubicBezTo>
                  <a:cubicBezTo>
                    <a:pt x="168" y="489"/>
                    <a:pt x="141" y="508"/>
                    <a:pt x="118" y="531"/>
                  </a:cubicBezTo>
                  <a:cubicBezTo>
                    <a:pt x="116" y="532"/>
                    <a:pt x="112" y="534"/>
                    <a:pt x="110" y="534"/>
                  </a:cubicBezTo>
                  <a:cubicBezTo>
                    <a:pt x="100" y="530"/>
                    <a:pt x="93" y="536"/>
                    <a:pt x="85" y="540"/>
                  </a:cubicBezTo>
                  <a:cubicBezTo>
                    <a:pt x="56" y="557"/>
                    <a:pt x="35" y="582"/>
                    <a:pt x="20" y="610"/>
                  </a:cubicBezTo>
                  <a:cubicBezTo>
                    <a:pt x="6" y="635"/>
                    <a:pt x="4" y="664"/>
                    <a:pt x="3" y="692"/>
                  </a:cubicBezTo>
                  <a:cubicBezTo>
                    <a:pt x="2" y="736"/>
                    <a:pt x="0" y="779"/>
                    <a:pt x="2" y="823"/>
                  </a:cubicBezTo>
                  <a:cubicBezTo>
                    <a:pt x="3" y="865"/>
                    <a:pt x="7" y="906"/>
                    <a:pt x="11" y="948"/>
                  </a:cubicBezTo>
                  <a:cubicBezTo>
                    <a:pt x="11" y="952"/>
                    <a:pt x="13" y="957"/>
                    <a:pt x="16" y="960"/>
                  </a:cubicBezTo>
                  <a:cubicBezTo>
                    <a:pt x="29" y="977"/>
                    <a:pt x="43" y="992"/>
                    <a:pt x="57" y="1008"/>
                  </a:cubicBezTo>
                  <a:cubicBezTo>
                    <a:pt x="59" y="1010"/>
                    <a:pt x="63" y="1011"/>
                    <a:pt x="65" y="1011"/>
                  </a:cubicBezTo>
                  <a:cubicBezTo>
                    <a:pt x="78" y="1013"/>
                    <a:pt x="92" y="1015"/>
                    <a:pt x="105" y="1016"/>
                  </a:cubicBezTo>
                  <a:cubicBezTo>
                    <a:pt x="119" y="1018"/>
                    <a:pt x="126" y="1013"/>
                    <a:pt x="129" y="1002"/>
                  </a:cubicBezTo>
                  <a:cubicBezTo>
                    <a:pt x="136" y="973"/>
                    <a:pt x="140" y="943"/>
                    <a:pt x="132" y="912"/>
                  </a:cubicBezTo>
                  <a:cubicBezTo>
                    <a:pt x="127" y="894"/>
                    <a:pt x="121" y="876"/>
                    <a:pt x="119" y="857"/>
                  </a:cubicBezTo>
                  <a:cubicBezTo>
                    <a:pt x="115" y="815"/>
                    <a:pt x="114" y="773"/>
                    <a:pt x="112" y="731"/>
                  </a:cubicBezTo>
                  <a:cubicBezTo>
                    <a:pt x="110" y="704"/>
                    <a:pt x="110" y="678"/>
                    <a:pt x="109" y="652"/>
                  </a:cubicBezTo>
                  <a:cubicBezTo>
                    <a:pt x="109" y="630"/>
                    <a:pt x="124" y="626"/>
                    <a:pt x="143" y="630"/>
                  </a:cubicBezTo>
                  <a:cubicBezTo>
                    <a:pt x="150" y="632"/>
                    <a:pt x="158" y="634"/>
                    <a:pt x="163" y="631"/>
                  </a:cubicBezTo>
                  <a:cubicBezTo>
                    <a:pt x="178" y="624"/>
                    <a:pt x="194" y="616"/>
                    <a:pt x="207" y="605"/>
                  </a:cubicBezTo>
                  <a:cubicBezTo>
                    <a:pt x="226" y="589"/>
                    <a:pt x="244" y="570"/>
                    <a:pt x="263" y="553"/>
                  </a:cubicBezTo>
                  <a:cubicBezTo>
                    <a:pt x="276" y="542"/>
                    <a:pt x="290" y="533"/>
                    <a:pt x="304" y="522"/>
                  </a:cubicBezTo>
                  <a:cubicBezTo>
                    <a:pt x="304" y="522"/>
                    <a:pt x="304" y="522"/>
                    <a:pt x="304" y="522"/>
                  </a:cubicBezTo>
                  <a:cubicBezTo>
                    <a:pt x="305" y="522"/>
                    <a:pt x="305" y="522"/>
                    <a:pt x="305" y="522"/>
                  </a:cubicBezTo>
                  <a:cubicBezTo>
                    <a:pt x="313" y="514"/>
                    <a:pt x="320" y="506"/>
                    <a:pt x="328" y="499"/>
                  </a:cubicBezTo>
                  <a:cubicBezTo>
                    <a:pt x="335" y="494"/>
                    <a:pt x="342" y="488"/>
                    <a:pt x="350" y="484"/>
                  </a:cubicBezTo>
                  <a:cubicBezTo>
                    <a:pt x="376" y="472"/>
                    <a:pt x="402" y="458"/>
                    <a:pt x="430" y="448"/>
                  </a:cubicBezTo>
                  <a:cubicBezTo>
                    <a:pt x="491" y="428"/>
                    <a:pt x="552" y="416"/>
                    <a:pt x="616" y="436"/>
                  </a:cubicBezTo>
                  <a:cubicBezTo>
                    <a:pt x="668" y="453"/>
                    <a:pt x="689" y="491"/>
                    <a:pt x="686" y="547"/>
                  </a:cubicBezTo>
                  <a:cubicBezTo>
                    <a:pt x="684" y="576"/>
                    <a:pt x="680" y="605"/>
                    <a:pt x="675" y="634"/>
                  </a:cubicBezTo>
                  <a:cubicBezTo>
                    <a:pt x="672" y="650"/>
                    <a:pt x="665" y="665"/>
                    <a:pt x="660" y="681"/>
                  </a:cubicBezTo>
                  <a:cubicBezTo>
                    <a:pt x="644" y="730"/>
                    <a:pt x="631" y="780"/>
                    <a:pt x="608" y="826"/>
                  </a:cubicBezTo>
                  <a:cubicBezTo>
                    <a:pt x="593" y="856"/>
                    <a:pt x="576" y="885"/>
                    <a:pt x="554" y="910"/>
                  </a:cubicBezTo>
                  <a:cubicBezTo>
                    <a:pt x="546" y="919"/>
                    <a:pt x="538" y="921"/>
                    <a:pt x="526" y="921"/>
                  </a:cubicBezTo>
                  <a:cubicBezTo>
                    <a:pt x="491" y="920"/>
                    <a:pt x="459" y="907"/>
                    <a:pt x="427" y="894"/>
                  </a:cubicBezTo>
                  <a:cubicBezTo>
                    <a:pt x="419" y="891"/>
                    <a:pt x="421" y="885"/>
                    <a:pt x="422" y="878"/>
                  </a:cubicBezTo>
                  <a:cubicBezTo>
                    <a:pt x="424" y="861"/>
                    <a:pt x="432" y="846"/>
                    <a:pt x="440" y="831"/>
                  </a:cubicBezTo>
                  <a:cubicBezTo>
                    <a:pt x="445" y="821"/>
                    <a:pt x="451" y="812"/>
                    <a:pt x="457" y="803"/>
                  </a:cubicBezTo>
                  <a:cubicBezTo>
                    <a:pt x="463" y="794"/>
                    <a:pt x="463" y="785"/>
                    <a:pt x="460" y="776"/>
                  </a:cubicBezTo>
                  <a:cubicBezTo>
                    <a:pt x="455" y="764"/>
                    <a:pt x="451" y="753"/>
                    <a:pt x="446" y="741"/>
                  </a:cubicBezTo>
                  <a:cubicBezTo>
                    <a:pt x="442" y="730"/>
                    <a:pt x="414" y="725"/>
                    <a:pt x="405" y="733"/>
                  </a:cubicBezTo>
                  <a:cubicBezTo>
                    <a:pt x="400" y="738"/>
                    <a:pt x="396" y="745"/>
                    <a:pt x="391" y="750"/>
                  </a:cubicBezTo>
                  <a:cubicBezTo>
                    <a:pt x="388" y="752"/>
                    <a:pt x="383" y="752"/>
                    <a:pt x="379" y="753"/>
                  </a:cubicBezTo>
                  <a:cubicBezTo>
                    <a:pt x="380" y="750"/>
                    <a:pt x="380" y="745"/>
                    <a:pt x="382" y="743"/>
                  </a:cubicBezTo>
                  <a:cubicBezTo>
                    <a:pt x="407" y="719"/>
                    <a:pt x="431" y="693"/>
                    <a:pt x="461" y="675"/>
                  </a:cubicBezTo>
                  <a:cubicBezTo>
                    <a:pt x="473" y="667"/>
                    <a:pt x="481" y="657"/>
                    <a:pt x="481" y="641"/>
                  </a:cubicBezTo>
                  <a:cubicBezTo>
                    <a:pt x="481" y="622"/>
                    <a:pt x="481" y="603"/>
                    <a:pt x="459" y="594"/>
                  </a:cubicBezTo>
                  <a:cubicBezTo>
                    <a:pt x="452" y="590"/>
                    <a:pt x="456" y="585"/>
                    <a:pt x="459" y="580"/>
                  </a:cubicBezTo>
                  <a:cubicBezTo>
                    <a:pt x="471" y="561"/>
                    <a:pt x="485" y="543"/>
                    <a:pt x="488" y="519"/>
                  </a:cubicBezTo>
                  <a:cubicBezTo>
                    <a:pt x="490" y="496"/>
                    <a:pt x="469" y="462"/>
                    <a:pt x="446" y="457"/>
                  </a:cubicBezTo>
                  <a:cubicBezTo>
                    <a:pt x="442" y="456"/>
                    <a:pt x="436" y="457"/>
                    <a:pt x="434" y="460"/>
                  </a:cubicBezTo>
                  <a:cubicBezTo>
                    <a:pt x="426" y="468"/>
                    <a:pt x="416" y="476"/>
                    <a:pt x="412" y="487"/>
                  </a:cubicBezTo>
                  <a:cubicBezTo>
                    <a:pt x="403" y="509"/>
                    <a:pt x="392" y="530"/>
                    <a:pt x="375" y="547"/>
                  </a:cubicBezTo>
                  <a:cubicBezTo>
                    <a:pt x="371" y="552"/>
                    <a:pt x="361" y="559"/>
                    <a:pt x="360" y="557"/>
                  </a:cubicBezTo>
                  <a:cubicBezTo>
                    <a:pt x="353" y="551"/>
                    <a:pt x="347" y="543"/>
                    <a:pt x="342" y="536"/>
                  </a:cubicBezTo>
                  <a:cubicBezTo>
                    <a:pt x="341" y="535"/>
                    <a:pt x="342" y="533"/>
                    <a:pt x="342" y="531"/>
                  </a:cubicBezTo>
                  <a:cubicBezTo>
                    <a:pt x="341" y="518"/>
                    <a:pt x="332" y="513"/>
                    <a:pt x="319" y="517"/>
                  </a:cubicBezTo>
                  <a:cubicBezTo>
                    <a:pt x="315" y="519"/>
                    <a:pt x="310" y="520"/>
                    <a:pt x="305" y="522"/>
                  </a:cubicBezTo>
                  <a:cubicBezTo>
                    <a:pt x="305" y="522"/>
                    <a:pt x="305" y="522"/>
                    <a:pt x="305" y="522"/>
                  </a:cubicBezTo>
                  <a:cubicBezTo>
                    <a:pt x="304" y="522"/>
                    <a:pt x="304" y="522"/>
                    <a:pt x="304" y="522"/>
                  </a:cubicBezTo>
                  <a:cubicBezTo>
                    <a:pt x="297" y="533"/>
                    <a:pt x="289" y="544"/>
                    <a:pt x="284" y="555"/>
                  </a:cubicBezTo>
                  <a:cubicBezTo>
                    <a:pt x="280" y="562"/>
                    <a:pt x="278" y="572"/>
                    <a:pt x="281" y="579"/>
                  </a:cubicBezTo>
                  <a:cubicBezTo>
                    <a:pt x="285" y="591"/>
                    <a:pt x="292" y="601"/>
                    <a:pt x="299" y="611"/>
                  </a:cubicBezTo>
                  <a:cubicBezTo>
                    <a:pt x="306" y="619"/>
                    <a:pt x="306" y="625"/>
                    <a:pt x="300" y="633"/>
                  </a:cubicBezTo>
                  <a:cubicBezTo>
                    <a:pt x="281" y="658"/>
                    <a:pt x="262" y="682"/>
                    <a:pt x="243" y="707"/>
                  </a:cubicBezTo>
                  <a:cubicBezTo>
                    <a:pt x="235" y="718"/>
                    <a:pt x="235" y="732"/>
                    <a:pt x="244" y="741"/>
                  </a:cubicBezTo>
                  <a:cubicBezTo>
                    <a:pt x="254" y="751"/>
                    <a:pt x="266" y="761"/>
                    <a:pt x="282" y="758"/>
                  </a:cubicBezTo>
                  <a:cubicBezTo>
                    <a:pt x="285" y="758"/>
                    <a:pt x="288" y="759"/>
                    <a:pt x="293" y="759"/>
                  </a:cubicBezTo>
                  <a:cubicBezTo>
                    <a:pt x="289" y="765"/>
                    <a:pt x="287" y="770"/>
                    <a:pt x="283" y="774"/>
                  </a:cubicBezTo>
                  <a:cubicBezTo>
                    <a:pt x="267" y="796"/>
                    <a:pt x="251" y="817"/>
                    <a:pt x="235" y="838"/>
                  </a:cubicBezTo>
                  <a:cubicBezTo>
                    <a:pt x="232" y="842"/>
                    <a:pt x="230" y="848"/>
                    <a:pt x="231" y="852"/>
                  </a:cubicBezTo>
                  <a:cubicBezTo>
                    <a:pt x="233" y="859"/>
                    <a:pt x="238" y="866"/>
                    <a:pt x="241" y="869"/>
                  </a:cubicBezTo>
                  <a:cubicBezTo>
                    <a:pt x="244" y="874"/>
                    <a:pt x="251" y="883"/>
                    <a:pt x="256" y="883"/>
                  </a:cubicBezTo>
                  <a:cubicBezTo>
                    <a:pt x="268" y="885"/>
                    <a:pt x="280" y="882"/>
                    <a:pt x="291" y="879"/>
                  </a:cubicBezTo>
                  <a:cubicBezTo>
                    <a:pt x="318" y="871"/>
                    <a:pt x="326" y="867"/>
                    <a:pt x="352" y="860"/>
                  </a:cubicBezTo>
                  <a:cubicBezTo>
                    <a:pt x="367" y="856"/>
                    <a:pt x="369" y="857"/>
                    <a:pt x="368" y="873"/>
                  </a:cubicBezTo>
                  <a:cubicBezTo>
                    <a:pt x="366" y="898"/>
                    <a:pt x="364" y="924"/>
                    <a:pt x="363" y="949"/>
                  </a:cubicBezTo>
                  <a:cubicBezTo>
                    <a:pt x="361" y="1002"/>
                    <a:pt x="363" y="1053"/>
                    <a:pt x="366" y="1104"/>
                  </a:cubicBezTo>
                  <a:cubicBezTo>
                    <a:pt x="366" y="1115"/>
                    <a:pt x="366" y="1127"/>
                    <a:pt x="368" y="1138"/>
                  </a:cubicBezTo>
                  <a:cubicBezTo>
                    <a:pt x="368" y="1141"/>
                    <a:pt x="371" y="1146"/>
                    <a:pt x="374" y="1146"/>
                  </a:cubicBezTo>
                  <a:cubicBezTo>
                    <a:pt x="377" y="1147"/>
                    <a:pt x="382" y="1144"/>
                    <a:pt x="384" y="1141"/>
                  </a:cubicBezTo>
                  <a:cubicBezTo>
                    <a:pt x="388" y="1135"/>
                    <a:pt x="392" y="1127"/>
                    <a:pt x="393" y="1119"/>
                  </a:cubicBezTo>
                  <a:cubicBezTo>
                    <a:pt x="396" y="1092"/>
                    <a:pt x="402" y="1002"/>
                    <a:pt x="404" y="985"/>
                  </a:cubicBezTo>
                  <a:cubicBezTo>
                    <a:pt x="405" y="976"/>
                    <a:pt x="409" y="967"/>
                    <a:pt x="411" y="958"/>
                  </a:cubicBezTo>
                  <a:cubicBezTo>
                    <a:pt x="413" y="943"/>
                    <a:pt x="415" y="928"/>
                    <a:pt x="418" y="913"/>
                  </a:cubicBezTo>
                  <a:cubicBezTo>
                    <a:pt x="419" y="904"/>
                    <a:pt x="424" y="904"/>
                    <a:pt x="430" y="908"/>
                  </a:cubicBezTo>
                  <a:cubicBezTo>
                    <a:pt x="440" y="916"/>
                    <a:pt x="443" y="919"/>
                    <a:pt x="453" y="925"/>
                  </a:cubicBezTo>
                  <a:cubicBezTo>
                    <a:pt x="459" y="929"/>
                    <a:pt x="462" y="926"/>
                    <a:pt x="459" y="934"/>
                  </a:cubicBezTo>
                  <a:cubicBezTo>
                    <a:pt x="458" y="939"/>
                    <a:pt x="454" y="936"/>
                    <a:pt x="450" y="938"/>
                  </a:cubicBezTo>
                  <a:cubicBezTo>
                    <a:pt x="448" y="940"/>
                    <a:pt x="458" y="957"/>
                    <a:pt x="454" y="957"/>
                  </a:cubicBezTo>
                  <a:cubicBezTo>
                    <a:pt x="446" y="957"/>
                    <a:pt x="444" y="962"/>
                    <a:pt x="449" y="969"/>
                  </a:cubicBezTo>
                  <a:cubicBezTo>
                    <a:pt x="463" y="988"/>
                    <a:pt x="482" y="1002"/>
                    <a:pt x="504" y="1010"/>
                  </a:cubicBezTo>
                  <a:cubicBezTo>
                    <a:pt x="530" y="1020"/>
                    <a:pt x="554" y="1010"/>
                    <a:pt x="574" y="995"/>
                  </a:cubicBezTo>
                  <a:cubicBezTo>
                    <a:pt x="593" y="981"/>
                    <a:pt x="611" y="963"/>
                    <a:pt x="625" y="944"/>
                  </a:cubicBezTo>
                  <a:cubicBezTo>
                    <a:pt x="640" y="924"/>
                    <a:pt x="650" y="900"/>
                    <a:pt x="663" y="878"/>
                  </a:cubicBezTo>
                  <a:cubicBezTo>
                    <a:pt x="685" y="840"/>
                    <a:pt x="696" y="797"/>
                    <a:pt x="711" y="756"/>
                  </a:cubicBezTo>
                  <a:cubicBezTo>
                    <a:pt x="719" y="732"/>
                    <a:pt x="726" y="708"/>
                    <a:pt x="732" y="684"/>
                  </a:cubicBezTo>
                  <a:cubicBezTo>
                    <a:pt x="739" y="655"/>
                    <a:pt x="745" y="626"/>
                    <a:pt x="750" y="597"/>
                  </a:cubicBezTo>
                  <a:cubicBezTo>
                    <a:pt x="752" y="584"/>
                    <a:pt x="750" y="571"/>
                    <a:pt x="752" y="558"/>
                  </a:cubicBezTo>
                  <a:cubicBezTo>
                    <a:pt x="758" y="522"/>
                    <a:pt x="755" y="487"/>
                    <a:pt x="740" y="454"/>
                  </a:cubicBezTo>
                  <a:cubicBezTo>
                    <a:pt x="722" y="414"/>
                    <a:pt x="692" y="386"/>
                    <a:pt x="652" y="37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73" name="Freeform 7"/>
            <p:cNvSpPr>
              <a:spLocks noEditPoints="1"/>
            </p:cNvSpPr>
            <p:nvPr/>
          </p:nvSpPr>
          <p:spPr bwMode="auto">
            <a:xfrm>
              <a:off x="1301750" y="-969963"/>
              <a:ext cx="374650" cy="768350"/>
            </a:xfrm>
            <a:custGeom>
              <a:avLst/>
              <a:gdLst>
                <a:gd name="T0" fmla="*/ 423 w 490"/>
                <a:gd name="T1" fmla="*/ 20 h 1003"/>
                <a:gd name="T2" fmla="*/ 343 w 490"/>
                <a:gd name="T3" fmla="*/ 1 h 1003"/>
                <a:gd name="T4" fmla="*/ 278 w 490"/>
                <a:gd name="T5" fmla="*/ 8 h 1003"/>
                <a:gd name="T6" fmla="*/ 112 w 490"/>
                <a:gd name="T7" fmla="*/ 135 h 1003"/>
                <a:gd name="T8" fmla="*/ 94 w 490"/>
                <a:gd name="T9" fmla="*/ 199 h 1003"/>
                <a:gd name="T10" fmla="*/ 166 w 490"/>
                <a:gd name="T11" fmla="*/ 215 h 1003"/>
                <a:gd name="T12" fmla="*/ 244 w 490"/>
                <a:gd name="T13" fmla="*/ 160 h 1003"/>
                <a:gd name="T14" fmla="*/ 389 w 490"/>
                <a:gd name="T15" fmla="*/ 114 h 1003"/>
                <a:gd name="T16" fmla="*/ 395 w 490"/>
                <a:gd name="T17" fmla="*/ 227 h 1003"/>
                <a:gd name="T18" fmla="*/ 325 w 490"/>
                <a:gd name="T19" fmla="*/ 388 h 1003"/>
                <a:gd name="T20" fmla="*/ 264 w 490"/>
                <a:gd name="T21" fmla="*/ 413 h 1003"/>
                <a:gd name="T22" fmla="*/ 276 w 490"/>
                <a:gd name="T23" fmla="*/ 352 h 1003"/>
                <a:gd name="T24" fmla="*/ 336 w 490"/>
                <a:gd name="T25" fmla="*/ 299 h 1003"/>
                <a:gd name="T26" fmla="*/ 347 w 490"/>
                <a:gd name="T27" fmla="*/ 242 h 1003"/>
                <a:gd name="T28" fmla="*/ 261 w 490"/>
                <a:gd name="T29" fmla="*/ 216 h 1003"/>
                <a:gd name="T30" fmla="*/ 192 w 490"/>
                <a:gd name="T31" fmla="*/ 234 h 1003"/>
                <a:gd name="T32" fmla="*/ 180 w 490"/>
                <a:gd name="T33" fmla="*/ 269 h 1003"/>
                <a:gd name="T34" fmla="*/ 130 w 490"/>
                <a:gd name="T35" fmla="*/ 341 h 1003"/>
                <a:gd name="T36" fmla="*/ 123 w 490"/>
                <a:gd name="T37" fmla="*/ 351 h 1003"/>
                <a:gd name="T38" fmla="*/ 68 w 490"/>
                <a:gd name="T39" fmla="*/ 292 h 1003"/>
                <a:gd name="T40" fmla="*/ 7 w 490"/>
                <a:gd name="T41" fmla="*/ 421 h 1003"/>
                <a:gd name="T42" fmla="*/ 65 w 490"/>
                <a:gd name="T43" fmla="*/ 531 h 1003"/>
                <a:gd name="T44" fmla="*/ 102 w 490"/>
                <a:gd name="T45" fmla="*/ 542 h 1003"/>
                <a:gd name="T46" fmla="*/ 153 w 490"/>
                <a:gd name="T47" fmla="*/ 588 h 1003"/>
                <a:gd name="T48" fmla="*/ 116 w 490"/>
                <a:gd name="T49" fmla="*/ 682 h 1003"/>
                <a:gd name="T50" fmla="*/ 54 w 490"/>
                <a:gd name="T51" fmla="*/ 765 h 1003"/>
                <a:gd name="T52" fmla="*/ 122 w 490"/>
                <a:gd name="T53" fmla="*/ 800 h 1003"/>
                <a:gd name="T54" fmla="*/ 104 w 490"/>
                <a:gd name="T55" fmla="*/ 860 h 1003"/>
                <a:gd name="T56" fmla="*/ 27 w 490"/>
                <a:gd name="T57" fmla="*/ 894 h 1003"/>
                <a:gd name="T58" fmla="*/ 14 w 490"/>
                <a:gd name="T59" fmla="*/ 976 h 1003"/>
                <a:gd name="T60" fmla="*/ 81 w 490"/>
                <a:gd name="T61" fmla="*/ 994 h 1003"/>
                <a:gd name="T62" fmla="*/ 188 w 490"/>
                <a:gd name="T63" fmla="*/ 960 h 1003"/>
                <a:gd name="T64" fmla="*/ 338 w 490"/>
                <a:gd name="T65" fmla="*/ 971 h 1003"/>
                <a:gd name="T66" fmla="*/ 383 w 490"/>
                <a:gd name="T67" fmla="*/ 966 h 1003"/>
                <a:gd name="T68" fmla="*/ 413 w 490"/>
                <a:gd name="T69" fmla="*/ 928 h 1003"/>
                <a:gd name="T70" fmla="*/ 423 w 490"/>
                <a:gd name="T71" fmla="*/ 856 h 1003"/>
                <a:gd name="T72" fmla="*/ 334 w 490"/>
                <a:gd name="T73" fmla="*/ 832 h 1003"/>
                <a:gd name="T74" fmla="*/ 226 w 490"/>
                <a:gd name="T75" fmla="*/ 832 h 1003"/>
                <a:gd name="T76" fmla="*/ 240 w 490"/>
                <a:gd name="T77" fmla="*/ 746 h 1003"/>
                <a:gd name="T78" fmla="*/ 350 w 490"/>
                <a:gd name="T79" fmla="*/ 628 h 1003"/>
                <a:gd name="T80" fmla="*/ 323 w 490"/>
                <a:gd name="T81" fmla="*/ 594 h 1003"/>
                <a:gd name="T82" fmla="*/ 236 w 490"/>
                <a:gd name="T83" fmla="*/ 618 h 1003"/>
                <a:gd name="T84" fmla="*/ 226 w 490"/>
                <a:gd name="T85" fmla="*/ 571 h 1003"/>
                <a:gd name="T86" fmla="*/ 336 w 490"/>
                <a:gd name="T87" fmla="*/ 483 h 1003"/>
                <a:gd name="T88" fmla="*/ 383 w 490"/>
                <a:gd name="T89" fmla="*/ 414 h 1003"/>
                <a:gd name="T90" fmla="*/ 480 w 490"/>
                <a:gd name="T91" fmla="*/ 215 h 1003"/>
                <a:gd name="T92" fmla="*/ 475 w 490"/>
                <a:gd name="T93" fmla="*/ 89 h 1003"/>
                <a:gd name="T94" fmla="*/ 149 w 490"/>
                <a:gd name="T95" fmla="*/ 451 h 1003"/>
                <a:gd name="T96" fmla="*/ 139 w 490"/>
                <a:gd name="T97" fmla="*/ 447 h 1003"/>
                <a:gd name="T98" fmla="*/ 128 w 490"/>
                <a:gd name="T99" fmla="*/ 376 h 1003"/>
                <a:gd name="T100" fmla="*/ 137 w 490"/>
                <a:gd name="T101" fmla="*/ 374 h 1003"/>
                <a:gd name="T102" fmla="*/ 172 w 490"/>
                <a:gd name="T103" fmla="*/ 413 h 10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490" h="1003">
                  <a:moveTo>
                    <a:pt x="475" y="89"/>
                  </a:moveTo>
                  <a:cubicBezTo>
                    <a:pt x="464" y="62"/>
                    <a:pt x="449" y="36"/>
                    <a:pt x="423" y="20"/>
                  </a:cubicBezTo>
                  <a:cubicBezTo>
                    <a:pt x="401" y="7"/>
                    <a:pt x="377" y="3"/>
                    <a:pt x="352" y="0"/>
                  </a:cubicBezTo>
                  <a:cubicBezTo>
                    <a:pt x="349" y="0"/>
                    <a:pt x="346" y="1"/>
                    <a:pt x="343" y="1"/>
                  </a:cubicBezTo>
                  <a:cubicBezTo>
                    <a:pt x="334" y="2"/>
                    <a:pt x="325" y="2"/>
                    <a:pt x="315" y="3"/>
                  </a:cubicBezTo>
                  <a:cubicBezTo>
                    <a:pt x="303" y="4"/>
                    <a:pt x="290" y="5"/>
                    <a:pt x="278" y="8"/>
                  </a:cubicBezTo>
                  <a:cubicBezTo>
                    <a:pt x="234" y="21"/>
                    <a:pt x="197" y="47"/>
                    <a:pt x="162" y="76"/>
                  </a:cubicBezTo>
                  <a:cubicBezTo>
                    <a:pt x="142" y="93"/>
                    <a:pt x="125" y="112"/>
                    <a:pt x="112" y="135"/>
                  </a:cubicBezTo>
                  <a:cubicBezTo>
                    <a:pt x="106" y="145"/>
                    <a:pt x="97" y="155"/>
                    <a:pt x="92" y="165"/>
                  </a:cubicBezTo>
                  <a:cubicBezTo>
                    <a:pt x="85" y="178"/>
                    <a:pt x="86" y="195"/>
                    <a:pt x="94" y="199"/>
                  </a:cubicBezTo>
                  <a:cubicBezTo>
                    <a:pt x="105" y="205"/>
                    <a:pt x="116" y="209"/>
                    <a:pt x="127" y="212"/>
                  </a:cubicBezTo>
                  <a:cubicBezTo>
                    <a:pt x="140" y="214"/>
                    <a:pt x="153" y="215"/>
                    <a:pt x="166" y="215"/>
                  </a:cubicBezTo>
                  <a:cubicBezTo>
                    <a:pt x="175" y="214"/>
                    <a:pt x="185" y="211"/>
                    <a:pt x="193" y="206"/>
                  </a:cubicBezTo>
                  <a:cubicBezTo>
                    <a:pt x="211" y="192"/>
                    <a:pt x="228" y="176"/>
                    <a:pt x="244" y="160"/>
                  </a:cubicBezTo>
                  <a:cubicBezTo>
                    <a:pt x="275" y="131"/>
                    <a:pt x="310" y="108"/>
                    <a:pt x="352" y="100"/>
                  </a:cubicBezTo>
                  <a:cubicBezTo>
                    <a:pt x="369" y="96"/>
                    <a:pt x="379" y="100"/>
                    <a:pt x="389" y="114"/>
                  </a:cubicBezTo>
                  <a:cubicBezTo>
                    <a:pt x="403" y="132"/>
                    <a:pt x="407" y="154"/>
                    <a:pt x="405" y="176"/>
                  </a:cubicBezTo>
                  <a:cubicBezTo>
                    <a:pt x="403" y="193"/>
                    <a:pt x="400" y="211"/>
                    <a:pt x="395" y="227"/>
                  </a:cubicBezTo>
                  <a:cubicBezTo>
                    <a:pt x="386" y="256"/>
                    <a:pt x="377" y="284"/>
                    <a:pt x="365" y="312"/>
                  </a:cubicBezTo>
                  <a:cubicBezTo>
                    <a:pt x="354" y="338"/>
                    <a:pt x="339" y="363"/>
                    <a:pt x="325" y="388"/>
                  </a:cubicBezTo>
                  <a:cubicBezTo>
                    <a:pt x="315" y="407"/>
                    <a:pt x="301" y="420"/>
                    <a:pt x="280" y="414"/>
                  </a:cubicBezTo>
                  <a:cubicBezTo>
                    <a:pt x="275" y="412"/>
                    <a:pt x="269" y="413"/>
                    <a:pt x="264" y="413"/>
                  </a:cubicBezTo>
                  <a:cubicBezTo>
                    <a:pt x="255" y="414"/>
                    <a:pt x="251" y="410"/>
                    <a:pt x="253" y="400"/>
                  </a:cubicBezTo>
                  <a:cubicBezTo>
                    <a:pt x="257" y="383"/>
                    <a:pt x="262" y="364"/>
                    <a:pt x="276" y="352"/>
                  </a:cubicBezTo>
                  <a:cubicBezTo>
                    <a:pt x="291" y="337"/>
                    <a:pt x="309" y="324"/>
                    <a:pt x="326" y="310"/>
                  </a:cubicBezTo>
                  <a:cubicBezTo>
                    <a:pt x="330" y="306"/>
                    <a:pt x="334" y="303"/>
                    <a:pt x="336" y="299"/>
                  </a:cubicBezTo>
                  <a:cubicBezTo>
                    <a:pt x="342" y="284"/>
                    <a:pt x="347" y="269"/>
                    <a:pt x="351" y="253"/>
                  </a:cubicBezTo>
                  <a:cubicBezTo>
                    <a:pt x="352" y="250"/>
                    <a:pt x="350" y="245"/>
                    <a:pt x="347" y="242"/>
                  </a:cubicBezTo>
                  <a:cubicBezTo>
                    <a:pt x="327" y="226"/>
                    <a:pt x="308" y="208"/>
                    <a:pt x="279" y="221"/>
                  </a:cubicBezTo>
                  <a:cubicBezTo>
                    <a:pt x="272" y="224"/>
                    <a:pt x="266" y="222"/>
                    <a:pt x="261" y="216"/>
                  </a:cubicBezTo>
                  <a:cubicBezTo>
                    <a:pt x="250" y="203"/>
                    <a:pt x="220" y="199"/>
                    <a:pt x="207" y="210"/>
                  </a:cubicBezTo>
                  <a:cubicBezTo>
                    <a:pt x="200" y="216"/>
                    <a:pt x="196" y="225"/>
                    <a:pt x="192" y="234"/>
                  </a:cubicBezTo>
                  <a:cubicBezTo>
                    <a:pt x="189" y="239"/>
                    <a:pt x="185" y="246"/>
                    <a:pt x="186" y="251"/>
                  </a:cubicBezTo>
                  <a:cubicBezTo>
                    <a:pt x="190" y="260"/>
                    <a:pt x="186" y="264"/>
                    <a:pt x="180" y="269"/>
                  </a:cubicBezTo>
                  <a:cubicBezTo>
                    <a:pt x="175" y="273"/>
                    <a:pt x="170" y="277"/>
                    <a:pt x="165" y="281"/>
                  </a:cubicBezTo>
                  <a:cubicBezTo>
                    <a:pt x="145" y="297"/>
                    <a:pt x="132" y="316"/>
                    <a:pt x="130" y="341"/>
                  </a:cubicBezTo>
                  <a:cubicBezTo>
                    <a:pt x="130" y="345"/>
                    <a:pt x="128" y="348"/>
                    <a:pt x="127" y="351"/>
                  </a:cubicBezTo>
                  <a:cubicBezTo>
                    <a:pt x="126" y="351"/>
                    <a:pt x="125" y="351"/>
                    <a:pt x="123" y="351"/>
                  </a:cubicBezTo>
                  <a:cubicBezTo>
                    <a:pt x="122" y="348"/>
                    <a:pt x="121" y="346"/>
                    <a:pt x="120" y="343"/>
                  </a:cubicBezTo>
                  <a:cubicBezTo>
                    <a:pt x="114" y="314"/>
                    <a:pt x="93" y="298"/>
                    <a:pt x="68" y="292"/>
                  </a:cubicBezTo>
                  <a:cubicBezTo>
                    <a:pt x="43" y="286"/>
                    <a:pt x="8" y="305"/>
                    <a:pt x="6" y="337"/>
                  </a:cubicBezTo>
                  <a:cubicBezTo>
                    <a:pt x="4" y="365"/>
                    <a:pt x="5" y="393"/>
                    <a:pt x="7" y="421"/>
                  </a:cubicBezTo>
                  <a:cubicBezTo>
                    <a:pt x="7" y="437"/>
                    <a:pt x="9" y="455"/>
                    <a:pt x="13" y="471"/>
                  </a:cubicBezTo>
                  <a:cubicBezTo>
                    <a:pt x="22" y="498"/>
                    <a:pt x="34" y="523"/>
                    <a:pt x="65" y="531"/>
                  </a:cubicBezTo>
                  <a:cubicBezTo>
                    <a:pt x="74" y="534"/>
                    <a:pt x="81" y="538"/>
                    <a:pt x="91" y="534"/>
                  </a:cubicBezTo>
                  <a:cubicBezTo>
                    <a:pt x="98" y="530"/>
                    <a:pt x="101" y="535"/>
                    <a:pt x="102" y="542"/>
                  </a:cubicBezTo>
                  <a:cubicBezTo>
                    <a:pt x="107" y="562"/>
                    <a:pt x="118" y="571"/>
                    <a:pt x="138" y="572"/>
                  </a:cubicBezTo>
                  <a:cubicBezTo>
                    <a:pt x="151" y="573"/>
                    <a:pt x="154" y="576"/>
                    <a:pt x="153" y="588"/>
                  </a:cubicBezTo>
                  <a:cubicBezTo>
                    <a:pt x="152" y="603"/>
                    <a:pt x="149" y="618"/>
                    <a:pt x="147" y="633"/>
                  </a:cubicBezTo>
                  <a:cubicBezTo>
                    <a:pt x="145" y="655"/>
                    <a:pt x="135" y="672"/>
                    <a:pt x="116" y="682"/>
                  </a:cubicBezTo>
                  <a:cubicBezTo>
                    <a:pt x="89" y="697"/>
                    <a:pt x="71" y="721"/>
                    <a:pt x="52" y="745"/>
                  </a:cubicBezTo>
                  <a:cubicBezTo>
                    <a:pt x="47" y="752"/>
                    <a:pt x="47" y="759"/>
                    <a:pt x="54" y="765"/>
                  </a:cubicBezTo>
                  <a:cubicBezTo>
                    <a:pt x="70" y="781"/>
                    <a:pt x="89" y="789"/>
                    <a:pt x="111" y="788"/>
                  </a:cubicBezTo>
                  <a:cubicBezTo>
                    <a:pt x="120" y="788"/>
                    <a:pt x="123" y="792"/>
                    <a:pt x="122" y="800"/>
                  </a:cubicBezTo>
                  <a:cubicBezTo>
                    <a:pt x="121" y="813"/>
                    <a:pt x="120" y="825"/>
                    <a:pt x="119" y="837"/>
                  </a:cubicBezTo>
                  <a:cubicBezTo>
                    <a:pt x="119" y="848"/>
                    <a:pt x="114" y="855"/>
                    <a:pt x="104" y="860"/>
                  </a:cubicBezTo>
                  <a:cubicBezTo>
                    <a:pt x="85" y="867"/>
                    <a:pt x="64" y="869"/>
                    <a:pt x="48" y="881"/>
                  </a:cubicBezTo>
                  <a:cubicBezTo>
                    <a:pt x="41" y="886"/>
                    <a:pt x="33" y="889"/>
                    <a:pt x="27" y="894"/>
                  </a:cubicBezTo>
                  <a:cubicBezTo>
                    <a:pt x="9" y="910"/>
                    <a:pt x="0" y="938"/>
                    <a:pt x="7" y="955"/>
                  </a:cubicBezTo>
                  <a:cubicBezTo>
                    <a:pt x="9" y="962"/>
                    <a:pt x="12" y="969"/>
                    <a:pt x="14" y="976"/>
                  </a:cubicBezTo>
                  <a:cubicBezTo>
                    <a:pt x="17" y="989"/>
                    <a:pt x="30" y="1003"/>
                    <a:pt x="41" y="1002"/>
                  </a:cubicBezTo>
                  <a:cubicBezTo>
                    <a:pt x="55" y="1000"/>
                    <a:pt x="69" y="998"/>
                    <a:pt x="81" y="994"/>
                  </a:cubicBezTo>
                  <a:cubicBezTo>
                    <a:pt x="102" y="987"/>
                    <a:pt x="122" y="978"/>
                    <a:pt x="143" y="971"/>
                  </a:cubicBezTo>
                  <a:cubicBezTo>
                    <a:pt x="158" y="966"/>
                    <a:pt x="173" y="965"/>
                    <a:pt x="188" y="960"/>
                  </a:cubicBezTo>
                  <a:cubicBezTo>
                    <a:pt x="225" y="950"/>
                    <a:pt x="262" y="946"/>
                    <a:pt x="299" y="957"/>
                  </a:cubicBezTo>
                  <a:cubicBezTo>
                    <a:pt x="312" y="961"/>
                    <a:pt x="325" y="967"/>
                    <a:pt x="338" y="971"/>
                  </a:cubicBezTo>
                  <a:cubicBezTo>
                    <a:pt x="343" y="973"/>
                    <a:pt x="348" y="974"/>
                    <a:pt x="352" y="974"/>
                  </a:cubicBezTo>
                  <a:cubicBezTo>
                    <a:pt x="363" y="972"/>
                    <a:pt x="373" y="969"/>
                    <a:pt x="383" y="966"/>
                  </a:cubicBezTo>
                  <a:cubicBezTo>
                    <a:pt x="387" y="965"/>
                    <a:pt x="391" y="963"/>
                    <a:pt x="393" y="960"/>
                  </a:cubicBezTo>
                  <a:cubicBezTo>
                    <a:pt x="400" y="950"/>
                    <a:pt x="407" y="939"/>
                    <a:pt x="413" y="928"/>
                  </a:cubicBezTo>
                  <a:cubicBezTo>
                    <a:pt x="420" y="914"/>
                    <a:pt x="425" y="899"/>
                    <a:pt x="431" y="885"/>
                  </a:cubicBezTo>
                  <a:cubicBezTo>
                    <a:pt x="438" y="872"/>
                    <a:pt x="436" y="863"/>
                    <a:pt x="423" y="856"/>
                  </a:cubicBezTo>
                  <a:cubicBezTo>
                    <a:pt x="413" y="851"/>
                    <a:pt x="402" y="846"/>
                    <a:pt x="391" y="843"/>
                  </a:cubicBezTo>
                  <a:cubicBezTo>
                    <a:pt x="372" y="838"/>
                    <a:pt x="353" y="832"/>
                    <a:pt x="334" y="832"/>
                  </a:cubicBezTo>
                  <a:cubicBezTo>
                    <a:pt x="301" y="832"/>
                    <a:pt x="269" y="837"/>
                    <a:pt x="237" y="839"/>
                  </a:cubicBezTo>
                  <a:cubicBezTo>
                    <a:pt x="233" y="839"/>
                    <a:pt x="227" y="835"/>
                    <a:pt x="226" y="832"/>
                  </a:cubicBezTo>
                  <a:cubicBezTo>
                    <a:pt x="223" y="823"/>
                    <a:pt x="221" y="814"/>
                    <a:pt x="220" y="804"/>
                  </a:cubicBezTo>
                  <a:cubicBezTo>
                    <a:pt x="219" y="782"/>
                    <a:pt x="220" y="760"/>
                    <a:pt x="240" y="746"/>
                  </a:cubicBezTo>
                  <a:cubicBezTo>
                    <a:pt x="261" y="732"/>
                    <a:pt x="283" y="717"/>
                    <a:pt x="307" y="707"/>
                  </a:cubicBezTo>
                  <a:cubicBezTo>
                    <a:pt x="337" y="693"/>
                    <a:pt x="360" y="662"/>
                    <a:pt x="350" y="628"/>
                  </a:cubicBezTo>
                  <a:cubicBezTo>
                    <a:pt x="349" y="624"/>
                    <a:pt x="350" y="620"/>
                    <a:pt x="349" y="616"/>
                  </a:cubicBezTo>
                  <a:cubicBezTo>
                    <a:pt x="348" y="602"/>
                    <a:pt x="337" y="592"/>
                    <a:pt x="323" y="594"/>
                  </a:cubicBezTo>
                  <a:cubicBezTo>
                    <a:pt x="307" y="596"/>
                    <a:pt x="292" y="599"/>
                    <a:pt x="276" y="603"/>
                  </a:cubicBezTo>
                  <a:cubicBezTo>
                    <a:pt x="262" y="607"/>
                    <a:pt x="249" y="613"/>
                    <a:pt x="236" y="618"/>
                  </a:cubicBezTo>
                  <a:cubicBezTo>
                    <a:pt x="226" y="621"/>
                    <a:pt x="222" y="619"/>
                    <a:pt x="222" y="611"/>
                  </a:cubicBezTo>
                  <a:cubicBezTo>
                    <a:pt x="223" y="597"/>
                    <a:pt x="224" y="584"/>
                    <a:pt x="226" y="571"/>
                  </a:cubicBezTo>
                  <a:cubicBezTo>
                    <a:pt x="230" y="543"/>
                    <a:pt x="247" y="526"/>
                    <a:pt x="274" y="526"/>
                  </a:cubicBezTo>
                  <a:cubicBezTo>
                    <a:pt x="305" y="525"/>
                    <a:pt x="324" y="510"/>
                    <a:pt x="336" y="483"/>
                  </a:cubicBezTo>
                  <a:cubicBezTo>
                    <a:pt x="339" y="476"/>
                    <a:pt x="342" y="468"/>
                    <a:pt x="346" y="461"/>
                  </a:cubicBezTo>
                  <a:cubicBezTo>
                    <a:pt x="358" y="445"/>
                    <a:pt x="372" y="430"/>
                    <a:pt x="383" y="414"/>
                  </a:cubicBezTo>
                  <a:cubicBezTo>
                    <a:pt x="398" y="393"/>
                    <a:pt x="413" y="373"/>
                    <a:pt x="424" y="350"/>
                  </a:cubicBezTo>
                  <a:cubicBezTo>
                    <a:pt x="444" y="306"/>
                    <a:pt x="463" y="261"/>
                    <a:pt x="480" y="215"/>
                  </a:cubicBezTo>
                  <a:cubicBezTo>
                    <a:pt x="487" y="194"/>
                    <a:pt x="490" y="170"/>
                    <a:pt x="489" y="148"/>
                  </a:cubicBezTo>
                  <a:cubicBezTo>
                    <a:pt x="489" y="128"/>
                    <a:pt x="482" y="108"/>
                    <a:pt x="475" y="89"/>
                  </a:cubicBezTo>
                  <a:close/>
                  <a:moveTo>
                    <a:pt x="172" y="413"/>
                  </a:moveTo>
                  <a:cubicBezTo>
                    <a:pt x="165" y="426"/>
                    <a:pt x="157" y="438"/>
                    <a:pt x="149" y="451"/>
                  </a:cubicBezTo>
                  <a:cubicBezTo>
                    <a:pt x="147" y="452"/>
                    <a:pt x="144" y="454"/>
                    <a:pt x="142" y="453"/>
                  </a:cubicBezTo>
                  <a:cubicBezTo>
                    <a:pt x="141" y="453"/>
                    <a:pt x="139" y="449"/>
                    <a:pt x="139" y="447"/>
                  </a:cubicBezTo>
                  <a:cubicBezTo>
                    <a:pt x="135" y="424"/>
                    <a:pt x="132" y="402"/>
                    <a:pt x="129" y="379"/>
                  </a:cubicBezTo>
                  <a:cubicBezTo>
                    <a:pt x="129" y="378"/>
                    <a:pt x="129" y="378"/>
                    <a:pt x="128" y="376"/>
                  </a:cubicBezTo>
                  <a:cubicBezTo>
                    <a:pt x="129" y="375"/>
                    <a:pt x="130" y="372"/>
                    <a:pt x="131" y="372"/>
                  </a:cubicBezTo>
                  <a:cubicBezTo>
                    <a:pt x="133" y="371"/>
                    <a:pt x="136" y="373"/>
                    <a:pt x="137" y="374"/>
                  </a:cubicBezTo>
                  <a:cubicBezTo>
                    <a:pt x="145" y="386"/>
                    <a:pt x="154" y="394"/>
                    <a:pt x="167" y="399"/>
                  </a:cubicBezTo>
                  <a:cubicBezTo>
                    <a:pt x="170" y="401"/>
                    <a:pt x="174" y="410"/>
                    <a:pt x="172" y="41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74" name="Freeform 8"/>
            <p:cNvSpPr/>
            <p:nvPr/>
          </p:nvSpPr>
          <p:spPr bwMode="auto">
            <a:xfrm>
              <a:off x="298450" y="-814388"/>
              <a:ext cx="596900" cy="638175"/>
            </a:xfrm>
            <a:custGeom>
              <a:avLst/>
              <a:gdLst>
                <a:gd name="T0" fmla="*/ 688 w 780"/>
                <a:gd name="T1" fmla="*/ 11 h 832"/>
                <a:gd name="T2" fmla="*/ 484 w 780"/>
                <a:gd name="T3" fmla="*/ 70 h 832"/>
                <a:gd name="T4" fmla="*/ 139 w 780"/>
                <a:gd name="T5" fmla="*/ 221 h 832"/>
                <a:gd name="T6" fmla="*/ 10 w 780"/>
                <a:gd name="T7" fmla="*/ 297 h 832"/>
                <a:gd name="T8" fmla="*/ 15 w 780"/>
                <a:gd name="T9" fmla="*/ 348 h 832"/>
                <a:gd name="T10" fmla="*/ 153 w 780"/>
                <a:gd name="T11" fmla="*/ 310 h 832"/>
                <a:gd name="T12" fmla="*/ 297 w 780"/>
                <a:gd name="T13" fmla="*/ 231 h 832"/>
                <a:gd name="T14" fmla="*/ 417 w 780"/>
                <a:gd name="T15" fmla="*/ 187 h 832"/>
                <a:gd name="T16" fmla="*/ 268 w 780"/>
                <a:gd name="T17" fmla="*/ 354 h 832"/>
                <a:gd name="T18" fmla="*/ 242 w 780"/>
                <a:gd name="T19" fmla="*/ 519 h 832"/>
                <a:gd name="T20" fmla="*/ 288 w 780"/>
                <a:gd name="T21" fmla="*/ 521 h 832"/>
                <a:gd name="T22" fmla="*/ 321 w 780"/>
                <a:gd name="T23" fmla="*/ 470 h 832"/>
                <a:gd name="T24" fmla="*/ 341 w 780"/>
                <a:gd name="T25" fmla="*/ 429 h 832"/>
                <a:gd name="T26" fmla="*/ 455 w 780"/>
                <a:gd name="T27" fmla="*/ 318 h 832"/>
                <a:gd name="T28" fmla="*/ 532 w 780"/>
                <a:gd name="T29" fmla="*/ 300 h 832"/>
                <a:gd name="T30" fmla="*/ 437 w 780"/>
                <a:gd name="T31" fmla="*/ 392 h 832"/>
                <a:gd name="T32" fmla="*/ 328 w 780"/>
                <a:gd name="T33" fmla="*/ 512 h 832"/>
                <a:gd name="T34" fmla="*/ 368 w 780"/>
                <a:gd name="T35" fmla="*/ 530 h 832"/>
                <a:gd name="T36" fmla="*/ 366 w 780"/>
                <a:gd name="T37" fmla="*/ 623 h 832"/>
                <a:gd name="T38" fmla="*/ 272 w 780"/>
                <a:gd name="T39" fmla="*/ 683 h 832"/>
                <a:gd name="T40" fmla="*/ 233 w 780"/>
                <a:gd name="T41" fmla="*/ 673 h 832"/>
                <a:gd name="T42" fmla="*/ 202 w 780"/>
                <a:gd name="T43" fmla="*/ 717 h 832"/>
                <a:gd name="T44" fmla="*/ 268 w 780"/>
                <a:gd name="T45" fmla="*/ 771 h 832"/>
                <a:gd name="T46" fmla="*/ 348 w 780"/>
                <a:gd name="T47" fmla="*/ 716 h 832"/>
                <a:gd name="T48" fmla="*/ 350 w 780"/>
                <a:gd name="T49" fmla="*/ 792 h 832"/>
                <a:gd name="T50" fmla="*/ 378 w 780"/>
                <a:gd name="T51" fmla="*/ 823 h 832"/>
                <a:gd name="T52" fmla="*/ 406 w 780"/>
                <a:gd name="T53" fmla="*/ 824 h 832"/>
                <a:gd name="T54" fmla="*/ 440 w 780"/>
                <a:gd name="T55" fmla="*/ 796 h 832"/>
                <a:gd name="T56" fmla="*/ 437 w 780"/>
                <a:gd name="T57" fmla="*/ 695 h 832"/>
                <a:gd name="T58" fmla="*/ 528 w 780"/>
                <a:gd name="T59" fmla="*/ 659 h 832"/>
                <a:gd name="T60" fmla="*/ 537 w 780"/>
                <a:gd name="T61" fmla="*/ 691 h 832"/>
                <a:gd name="T62" fmla="*/ 501 w 780"/>
                <a:gd name="T63" fmla="*/ 717 h 832"/>
                <a:gd name="T64" fmla="*/ 526 w 780"/>
                <a:gd name="T65" fmla="*/ 713 h 832"/>
                <a:gd name="T66" fmla="*/ 612 w 780"/>
                <a:gd name="T67" fmla="*/ 676 h 832"/>
                <a:gd name="T68" fmla="*/ 518 w 780"/>
                <a:gd name="T69" fmla="*/ 587 h 832"/>
                <a:gd name="T70" fmla="*/ 439 w 780"/>
                <a:gd name="T71" fmla="*/ 588 h 832"/>
                <a:gd name="T72" fmla="*/ 462 w 780"/>
                <a:gd name="T73" fmla="*/ 510 h 832"/>
                <a:gd name="T74" fmla="*/ 511 w 780"/>
                <a:gd name="T75" fmla="*/ 427 h 832"/>
                <a:gd name="T76" fmla="*/ 539 w 780"/>
                <a:gd name="T77" fmla="*/ 343 h 832"/>
                <a:gd name="T78" fmla="*/ 549 w 780"/>
                <a:gd name="T79" fmla="*/ 253 h 832"/>
                <a:gd name="T80" fmla="*/ 435 w 780"/>
                <a:gd name="T81" fmla="*/ 266 h 832"/>
                <a:gd name="T82" fmla="*/ 342 w 780"/>
                <a:gd name="T83" fmla="*/ 324 h 832"/>
                <a:gd name="T84" fmla="*/ 306 w 780"/>
                <a:gd name="T85" fmla="*/ 357 h 832"/>
                <a:gd name="T86" fmla="*/ 317 w 780"/>
                <a:gd name="T87" fmla="*/ 317 h 832"/>
                <a:gd name="T88" fmla="*/ 424 w 780"/>
                <a:gd name="T89" fmla="*/ 204 h 832"/>
                <a:gd name="T90" fmla="*/ 534 w 780"/>
                <a:gd name="T91" fmla="*/ 157 h 832"/>
                <a:gd name="T92" fmla="*/ 703 w 780"/>
                <a:gd name="T93" fmla="*/ 130 h 832"/>
                <a:gd name="T94" fmla="*/ 772 w 780"/>
                <a:gd name="T95" fmla="*/ 103 h 832"/>
                <a:gd name="T96" fmla="*/ 711 w 780"/>
                <a:gd name="T97" fmla="*/ 4 h 8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780" h="832">
                  <a:moveTo>
                    <a:pt x="711" y="4"/>
                  </a:moveTo>
                  <a:cubicBezTo>
                    <a:pt x="703" y="5"/>
                    <a:pt x="696" y="9"/>
                    <a:pt x="688" y="11"/>
                  </a:cubicBezTo>
                  <a:cubicBezTo>
                    <a:pt x="653" y="20"/>
                    <a:pt x="619" y="28"/>
                    <a:pt x="585" y="38"/>
                  </a:cubicBezTo>
                  <a:cubicBezTo>
                    <a:pt x="551" y="48"/>
                    <a:pt x="517" y="58"/>
                    <a:pt x="484" y="70"/>
                  </a:cubicBezTo>
                  <a:cubicBezTo>
                    <a:pt x="448" y="83"/>
                    <a:pt x="238" y="171"/>
                    <a:pt x="228" y="176"/>
                  </a:cubicBezTo>
                  <a:cubicBezTo>
                    <a:pt x="198" y="191"/>
                    <a:pt x="169" y="206"/>
                    <a:pt x="139" y="221"/>
                  </a:cubicBezTo>
                  <a:cubicBezTo>
                    <a:pt x="118" y="231"/>
                    <a:pt x="98" y="243"/>
                    <a:pt x="77" y="252"/>
                  </a:cubicBezTo>
                  <a:cubicBezTo>
                    <a:pt x="51" y="262"/>
                    <a:pt x="29" y="277"/>
                    <a:pt x="10" y="297"/>
                  </a:cubicBezTo>
                  <a:cubicBezTo>
                    <a:pt x="7" y="300"/>
                    <a:pt x="4" y="304"/>
                    <a:pt x="4" y="308"/>
                  </a:cubicBezTo>
                  <a:cubicBezTo>
                    <a:pt x="0" y="323"/>
                    <a:pt x="2" y="337"/>
                    <a:pt x="15" y="348"/>
                  </a:cubicBezTo>
                  <a:cubicBezTo>
                    <a:pt x="29" y="360"/>
                    <a:pt x="45" y="364"/>
                    <a:pt x="62" y="356"/>
                  </a:cubicBezTo>
                  <a:cubicBezTo>
                    <a:pt x="92" y="341"/>
                    <a:pt x="123" y="325"/>
                    <a:pt x="153" y="310"/>
                  </a:cubicBezTo>
                  <a:cubicBezTo>
                    <a:pt x="196" y="288"/>
                    <a:pt x="234" y="257"/>
                    <a:pt x="280" y="239"/>
                  </a:cubicBezTo>
                  <a:cubicBezTo>
                    <a:pt x="285" y="236"/>
                    <a:pt x="291" y="233"/>
                    <a:pt x="297" y="231"/>
                  </a:cubicBezTo>
                  <a:cubicBezTo>
                    <a:pt x="334" y="215"/>
                    <a:pt x="369" y="201"/>
                    <a:pt x="406" y="186"/>
                  </a:cubicBezTo>
                  <a:cubicBezTo>
                    <a:pt x="414" y="182"/>
                    <a:pt x="417" y="186"/>
                    <a:pt x="417" y="187"/>
                  </a:cubicBezTo>
                  <a:cubicBezTo>
                    <a:pt x="418" y="191"/>
                    <a:pt x="409" y="198"/>
                    <a:pt x="403" y="203"/>
                  </a:cubicBezTo>
                  <a:cubicBezTo>
                    <a:pt x="351" y="248"/>
                    <a:pt x="305" y="297"/>
                    <a:pt x="268" y="354"/>
                  </a:cubicBezTo>
                  <a:cubicBezTo>
                    <a:pt x="249" y="383"/>
                    <a:pt x="237" y="414"/>
                    <a:pt x="233" y="447"/>
                  </a:cubicBezTo>
                  <a:cubicBezTo>
                    <a:pt x="230" y="471"/>
                    <a:pt x="229" y="496"/>
                    <a:pt x="242" y="519"/>
                  </a:cubicBezTo>
                  <a:cubicBezTo>
                    <a:pt x="247" y="528"/>
                    <a:pt x="254" y="536"/>
                    <a:pt x="265" y="536"/>
                  </a:cubicBezTo>
                  <a:cubicBezTo>
                    <a:pt x="276" y="536"/>
                    <a:pt x="283" y="529"/>
                    <a:pt x="288" y="521"/>
                  </a:cubicBezTo>
                  <a:cubicBezTo>
                    <a:pt x="297" y="509"/>
                    <a:pt x="305" y="497"/>
                    <a:pt x="313" y="485"/>
                  </a:cubicBezTo>
                  <a:cubicBezTo>
                    <a:pt x="317" y="480"/>
                    <a:pt x="319" y="475"/>
                    <a:pt x="321" y="470"/>
                  </a:cubicBezTo>
                  <a:cubicBezTo>
                    <a:pt x="325" y="463"/>
                    <a:pt x="328" y="456"/>
                    <a:pt x="332" y="450"/>
                  </a:cubicBezTo>
                  <a:cubicBezTo>
                    <a:pt x="335" y="443"/>
                    <a:pt x="338" y="436"/>
                    <a:pt x="341" y="429"/>
                  </a:cubicBezTo>
                  <a:cubicBezTo>
                    <a:pt x="346" y="418"/>
                    <a:pt x="348" y="405"/>
                    <a:pt x="356" y="397"/>
                  </a:cubicBezTo>
                  <a:cubicBezTo>
                    <a:pt x="386" y="368"/>
                    <a:pt x="417" y="338"/>
                    <a:pt x="455" y="318"/>
                  </a:cubicBezTo>
                  <a:cubicBezTo>
                    <a:pt x="475" y="307"/>
                    <a:pt x="496" y="296"/>
                    <a:pt x="520" y="296"/>
                  </a:cubicBezTo>
                  <a:cubicBezTo>
                    <a:pt x="524" y="296"/>
                    <a:pt x="530" y="297"/>
                    <a:pt x="532" y="300"/>
                  </a:cubicBezTo>
                  <a:cubicBezTo>
                    <a:pt x="533" y="303"/>
                    <a:pt x="531" y="309"/>
                    <a:pt x="529" y="312"/>
                  </a:cubicBezTo>
                  <a:cubicBezTo>
                    <a:pt x="505" y="346"/>
                    <a:pt x="471" y="369"/>
                    <a:pt x="437" y="392"/>
                  </a:cubicBezTo>
                  <a:cubicBezTo>
                    <a:pt x="414" y="407"/>
                    <a:pt x="390" y="419"/>
                    <a:pt x="367" y="435"/>
                  </a:cubicBezTo>
                  <a:cubicBezTo>
                    <a:pt x="340" y="453"/>
                    <a:pt x="333" y="482"/>
                    <a:pt x="328" y="512"/>
                  </a:cubicBezTo>
                  <a:cubicBezTo>
                    <a:pt x="326" y="529"/>
                    <a:pt x="341" y="540"/>
                    <a:pt x="358" y="534"/>
                  </a:cubicBezTo>
                  <a:cubicBezTo>
                    <a:pt x="362" y="533"/>
                    <a:pt x="365" y="531"/>
                    <a:pt x="368" y="530"/>
                  </a:cubicBezTo>
                  <a:cubicBezTo>
                    <a:pt x="375" y="528"/>
                    <a:pt x="378" y="529"/>
                    <a:pt x="379" y="538"/>
                  </a:cubicBezTo>
                  <a:cubicBezTo>
                    <a:pt x="380" y="567"/>
                    <a:pt x="372" y="595"/>
                    <a:pt x="366" y="623"/>
                  </a:cubicBezTo>
                  <a:cubicBezTo>
                    <a:pt x="365" y="627"/>
                    <a:pt x="362" y="631"/>
                    <a:pt x="358" y="634"/>
                  </a:cubicBezTo>
                  <a:cubicBezTo>
                    <a:pt x="332" y="654"/>
                    <a:pt x="305" y="674"/>
                    <a:pt x="272" y="683"/>
                  </a:cubicBezTo>
                  <a:cubicBezTo>
                    <a:pt x="261" y="686"/>
                    <a:pt x="246" y="689"/>
                    <a:pt x="245" y="677"/>
                  </a:cubicBezTo>
                  <a:cubicBezTo>
                    <a:pt x="244" y="672"/>
                    <a:pt x="247" y="669"/>
                    <a:pt x="233" y="673"/>
                  </a:cubicBezTo>
                  <a:cubicBezTo>
                    <a:pt x="220" y="678"/>
                    <a:pt x="211" y="687"/>
                    <a:pt x="207" y="701"/>
                  </a:cubicBezTo>
                  <a:cubicBezTo>
                    <a:pt x="205" y="706"/>
                    <a:pt x="205" y="712"/>
                    <a:pt x="202" y="717"/>
                  </a:cubicBezTo>
                  <a:cubicBezTo>
                    <a:pt x="193" y="731"/>
                    <a:pt x="204" y="763"/>
                    <a:pt x="218" y="775"/>
                  </a:cubicBezTo>
                  <a:cubicBezTo>
                    <a:pt x="235" y="788"/>
                    <a:pt x="246" y="785"/>
                    <a:pt x="268" y="771"/>
                  </a:cubicBezTo>
                  <a:cubicBezTo>
                    <a:pt x="289" y="759"/>
                    <a:pt x="308" y="743"/>
                    <a:pt x="329" y="728"/>
                  </a:cubicBezTo>
                  <a:cubicBezTo>
                    <a:pt x="332" y="726"/>
                    <a:pt x="344" y="718"/>
                    <a:pt x="348" y="716"/>
                  </a:cubicBezTo>
                  <a:cubicBezTo>
                    <a:pt x="349" y="721"/>
                    <a:pt x="345" y="735"/>
                    <a:pt x="346" y="747"/>
                  </a:cubicBezTo>
                  <a:cubicBezTo>
                    <a:pt x="347" y="759"/>
                    <a:pt x="347" y="774"/>
                    <a:pt x="350" y="792"/>
                  </a:cubicBezTo>
                  <a:cubicBezTo>
                    <a:pt x="350" y="794"/>
                    <a:pt x="352" y="796"/>
                    <a:pt x="353" y="798"/>
                  </a:cubicBezTo>
                  <a:cubicBezTo>
                    <a:pt x="359" y="804"/>
                    <a:pt x="369" y="815"/>
                    <a:pt x="378" y="823"/>
                  </a:cubicBezTo>
                  <a:cubicBezTo>
                    <a:pt x="383" y="829"/>
                    <a:pt x="388" y="832"/>
                    <a:pt x="396" y="826"/>
                  </a:cubicBezTo>
                  <a:cubicBezTo>
                    <a:pt x="398" y="824"/>
                    <a:pt x="403" y="823"/>
                    <a:pt x="406" y="824"/>
                  </a:cubicBezTo>
                  <a:cubicBezTo>
                    <a:pt x="418" y="828"/>
                    <a:pt x="423" y="821"/>
                    <a:pt x="428" y="813"/>
                  </a:cubicBezTo>
                  <a:cubicBezTo>
                    <a:pt x="431" y="808"/>
                    <a:pt x="435" y="801"/>
                    <a:pt x="440" y="796"/>
                  </a:cubicBezTo>
                  <a:cubicBezTo>
                    <a:pt x="448" y="790"/>
                    <a:pt x="450" y="783"/>
                    <a:pt x="446" y="774"/>
                  </a:cubicBezTo>
                  <a:cubicBezTo>
                    <a:pt x="437" y="748"/>
                    <a:pt x="438" y="721"/>
                    <a:pt x="437" y="695"/>
                  </a:cubicBezTo>
                  <a:cubicBezTo>
                    <a:pt x="437" y="681"/>
                    <a:pt x="442" y="675"/>
                    <a:pt x="454" y="671"/>
                  </a:cubicBezTo>
                  <a:cubicBezTo>
                    <a:pt x="480" y="662"/>
                    <a:pt x="508" y="656"/>
                    <a:pt x="528" y="659"/>
                  </a:cubicBezTo>
                  <a:cubicBezTo>
                    <a:pt x="538" y="661"/>
                    <a:pt x="546" y="663"/>
                    <a:pt x="549" y="669"/>
                  </a:cubicBezTo>
                  <a:cubicBezTo>
                    <a:pt x="554" y="675"/>
                    <a:pt x="545" y="684"/>
                    <a:pt x="537" y="691"/>
                  </a:cubicBezTo>
                  <a:cubicBezTo>
                    <a:pt x="529" y="698"/>
                    <a:pt x="508" y="712"/>
                    <a:pt x="504" y="714"/>
                  </a:cubicBezTo>
                  <a:cubicBezTo>
                    <a:pt x="503" y="715"/>
                    <a:pt x="501" y="716"/>
                    <a:pt x="501" y="717"/>
                  </a:cubicBezTo>
                  <a:cubicBezTo>
                    <a:pt x="503" y="719"/>
                    <a:pt x="507" y="718"/>
                    <a:pt x="509" y="717"/>
                  </a:cubicBezTo>
                  <a:cubicBezTo>
                    <a:pt x="513" y="715"/>
                    <a:pt x="522" y="713"/>
                    <a:pt x="526" y="713"/>
                  </a:cubicBezTo>
                  <a:cubicBezTo>
                    <a:pt x="530" y="713"/>
                    <a:pt x="537" y="716"/>
                    <a:pt x="547" y="712"/>
                  </a:cubicBezTo>
                  <a:cubicBezTo>
                    <a:pt x="570" y="702"/>
                    <a:pt x="594" y="695"/>
                    <a:pt x="612" y="676"/>
                  </a:cubicBezTo>
                  <a:cubicBezTo>
                    <a:pt x="640" y="646"/>
                    <a:pt x="628" y="614"/>
                    <a:pt x="598" y="599"/>
                  </a:cubicBezTo>
                  <a:cubicBezTo>
                    <a:pt x="573" y="586"/>
                    <a:pt x="546" y="584"/>
                    <a:pt x="518" y="587"/>
                  </a:cubicBezTo>
                  <a:cubicBezTo>
                    <a:pt x="496" y="590"/>
                    <a:pt x="474" y="595"/>
                    <a:pt x="452" y="599"/>
                  </a:cubicBezTo>
                  <a:cubicBezTo>
                    <a:pt x="441" y="601"/>
                    <a:pt x="437" y="597"/>
                    <a:pt x="439" y="588"/>
                  </a:cubicBezTo>
                  <a:cubicBezTo>
                    <a:pt x="444" y="564"/>
                    <a:pt x="450" y="540"/>
                    <a:pt x="456" y="517"/>
                  </a:cubicBezTo>
                  <a:cubicBezTo>
                    <a:pt x="457" y="514"/>
                    <a:pt x="460" y="511"/>
                    <a:pt x="462" y="510"/>
                  </a:cubicBezTo>
                  <a:cubicBezTo>
                    <a:pt x="480" y="502"/>
                    <a:pt x="495" y="491"/>
                    <a:pt x="506" y="474"/>
                  </a:cubicBezTo>
                  <a:cubicBezTo>
                    <a:pt x="516" y="459"/>
                    <a:pt x="519" y="444"/>
                    <a:pt x="511" y="427"/>
                  </a:cubicBezTo>
                  <a:cubicBezTo>
                    <a:pt x="505" y="414"/>
                    <a:pt x="502" y="398"/>
                    <a:pt x="513" y="384"/>
                  </a:cubicBezTo>
                  <a:cubicBezTo>
                    <a:pt x="522" y="371"/>
                    <a:pt x="531" y="357"/>
                    <a:pt x="539" y="343"/>
                  </a:cubicBezTo>
                  <a:cubicBezTo>
                    <a:pt x="546" y="329"/>
                    <a:pt x="553" y="314"/>
                    <a:pt x="560" y="300"/>
                  </a:cubicBezTo>
                  <a:cubicBezTo>
                    <a:pt x="568" y="282"/>
                    <a:pt x="563" y="259"/>
                    <a:pt x="549" y="253"/>
                  </a:cubicBezTo>
                  <a:cubicBezTo>
                    <a:pt x="536" y="248"/>
                    <a:pt x="521" y="244"/>
                    <a:pt x="507" y="242"/>
                  </a:cubicBezTo>
                  <a:cubicBezTo>
                    <a:pt x="480" y="238"/>
                    <a:pt x="457" y="253"/>
                    <a:pt x="435" y="266"/>
                  </a:cubicBezTo>
                  <a:cubicBezTo>
                    <a:pt x="415" y="277"/>
                    <a:pt x="397" y="290"/>
                    <a:pt x="378" y="302"/>
                  </a:cubicBezTo>
                  <a:cubicBezTo>
                    <a:pt x="366" y="309"/>
                    <a:pt x="353" y="315"/>
                    <a:pt x="342" y="324"/>
                  </a:cubicBezTo>
                  <a:cubicBezTo>
                    <a:pt x="332" y="333"/>
                    <a:pt x="323" y="344"/>
                    <a:pt x="314" y="354"/>
                  </a:cubicBezTo>
                  <a:cubicBezTo>
                    <a:pt x="312" y="356"/>
                    <a:pt x="309" y="356"/>
                    <a:pt x="306" y="357"/>
                  </a:cubicBezTo>
                  <a:cubicBezTo>
                    <a:pt x="305" y="355"/>
                    <a:pt x="304" y="352"/>
                    <a:pt x="304" y="349"/>
                  </a:cubicBezTo>
                  <a:cubicBezTo>
                    <a:pt x="308" y="338"/>
                    <a:pt x="311" y="327"/>
                    <a:pt x="317" y="317"/>
                  </a:cubicBezTo>
                  <a:cubicBezTo>
                    <a:pt x="330" y="299"/>
                    <a:pt x="343" y="280"/>
                    <a:pt x="358" y="263"/>
                  </a:cubicBezTo>
                  <a:cubicBezTo>
                    <a:pt x="379" y="242"/>
                    <a:pt x="400" y="221"/>
                    <a:pt x="424" y="204"/>
                  </a:cubicBezTo>
                  <a:cubicBezTo>
                    <a:pt x="443" y="191"/>
                    <a:pt x="466" y="183"/>
                    <a:pt x="488" y="173"/>
                  </a:cubicBezTo>
                  <a:cubicBezTo>
                    <a:pt x="503" y="167"/>
                    <a:pt x="518" y="160"/>
                    <a:pt x="534" y="157"/>
                  </a:cubicBezTo>
                  <a:cubicBezTo>
                    <a:pt x="566" y="151"/>
                    <a:pt x="599" y="147"/>
                    <a:pt x="632" y="141"/>
                  </a:cubicBezTo>
                  <a:cubicBezTo>
                    <a:pt x="656" y="138"/>
                    <a:pt x="679" y="132"/>
                    <a:pt x="703" y="130"/>
                  </a:cubicBezTo>
                  <a:cubicBezTo>
                    <a:pt x="721" y="129"/>
                    <a:pt x="740" y="131"/>
                    <a:pt x="756" y="119"/>
                  </a:cubicBezTo>
                  <a:cubicBezTo>
                    <a:pt x="762" y="115"/>
                    <a:pt x="770" y="109"/>
                    <a:pt x="772" y="103"/>
                  </a:cubicBezTo>
                  <a:cubicBezTo>
                    <a:pt x="778" y="84"/>
                    <a:pt x="780" y="64"/>
                    <a:pt x="773" y="44"/>
                  </a:cubicBezTo>
                  <a:cubicBezTo>
                    <a:pt x="765" y="19"/>
                    <a:pt x="737" y="0"/>
                    <a:pt x="711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75" name="Freeform 9"/>
            <p:cNvSpPr/>
            <p:nvPr/>
          </p:nvSpPr>
          <p:spPr bwMode="auto">
            <a:xfrm>
              <a:off x="1839912" y="-752475"/>
              <a:ext cx="465138" cy="438150"/>
            </a:xfrm>
            <a:custGeom>
              <a:avLst/>
              <a:gdLst>
                <a:gd name="T0" fmla="*/ 575 w 608"/>
                <a:gd name="T1" fmla="*/ 324 h 573"/>
                <a:gd name="T2" fmla="*/ 530 w 608"/>
                <a:gd name="T3" fmla="*/ 319 h 573"/>
                <a:gd name="T4" fmla="*/ 505 w 608"/>
                <a:gd name="T5" fmla="*/ 335 h 573"/>
                <a:gd name="T6" fmla="*/ 438 w 608"/>
                <a:gd name="T7" fmla="*/ 339 h 573"/>
                <a:gd name="T8" fmla="*/ 423 w 608"/>
                <a:gd name="T9" fmla="*/ 339 h 573"/>
                <a:gd name="T10" fmla="*/ 428 w 608"/>
                <a:gd name="T11" fmla="*/ 325 h 573"/>
                <a:gd name="T12" fmla="*/ 481 w 608"/>
                <a:gd name="T13" fmla="*/ 232 h 573"/>
                <a:gd name="T14" fmla="*/ 512 w 608"/>
                <a:gd name="T15" fmla="*/ 143 h 573"/>
                <a:gd name="T16" fmla="*/ 512 w 608"/>
                <a:gd name="T17" fmla="*/ 97 h 573"/>
                <a:gd name="T18" fmla="*/ 506 w 608"/>
                <a:gd name="T19" fmla="*/ 80 h 573"/>
                <a:gd name="T20" fmla="*/ 472 w 608"/>
                <a:gd name="T21" fmla="*/ 23 h 573"/>
                <a:gd name="T22" fmla="*/ 394 w 608"/>
                <a:gd name="T23" fmla="*/ 0 h 573"/>
                <a:gd name="T24" fmla="*/ 273 w 608"/>
                <a:gd name="T25" fmla="*/ 48 h 573"/>
                <a:gd name="T26" fmla="*/ 194 w 608"/>
                <a:gd name="T27" fmla="*/ 109 h 573"/>
                <a:gd name="T28" fmla="*/ 173 w 608"/>
                <a:gd name="T29" fmla="*/ 156 h 573"/>
                <a:gd name="T30" fmla="*/ 231 w 608"/>
                <a:gd name="T31" fmla="*/ 223 h 573"/>
                <a:gd name="T32" fmla="*/ 308 w 608"/>
                <a:gd name="T33" fmla="*/ 213 h 573"/>
                <a:gd name="T34" fmla="*/ 369 w 608"/>
                <a:gd name="T35" fmla="*/ 180 h 573"/>
                <a:gd name="T36" fmla="*/ 399 w 608"/>
                <a:gd name="T37" fmla="*/ 171 h 573"/>
                <a:gd name="T38" fmla="*/ 363 w 608"/>
                <a:gd name="T39" fmla="*/ 251 h 573"/>
                <a:gd name="T40" fmla="*/ 306 w 608"/>
                <a:gd name="T41" fmla="*/ 334 h 573"/>
                <a:gd name="T42" fmla="*/ 233 w 608"/>
                <a:gd name="T43" fmla="*/ 372 h 573"/>
                <a:gd name="T44" fmla="*/ 174 w 608"/>
                <a:gd name="T45" fmla="*/ 387 h 573"/>
                <a:gd name="T46" fmla="*/ 67 w 608"/>
                <a:gd name="T47" fmla="*/ 427 h 573"/>
                <a:gd name="T48" fmla="*/ 35 w 608"/>
                <a:gd name="T49" fmla="*/ 453 h 573"/>
                <a:gd name="T50" fmla="*/ 22 w 608"/>
                <a:gd name="T51" fmla="*/ 482 h 573"/>
                <a:gd name="T52" fmla="*/ 63 w 608"/>
                <a:gd name="T53" fmla="*/ 569 h 573"/>
                <a:gd name="T54" fmla="*/ 112 w 608"/>
                <a:gd name="T55" fmla="*/ 568 h 573"/>
                <a:gd name="T56" fmla="*/ 215 w 608"/>
                <a:gd name="T57" fmla="*/ 535 h 573"/>
                <a:gd name="T58" fmla="*/ 477 w 608"/>
                <a:gd name="T59" fmla="*/ 473 h 573"/>
                <a:gd name="T60" fmla="*/ 516 w 608"/>
                <a:gd name="T61" fmla="*/ 474 h 573"/>
                <a:gd name="T62" fmla="*/ 551 w 608"/>
                <a:gd name="T63" fmla="*/ 483 h 573"/>
                <a:gd name="T64" fmla="*/ 591 w 608"/>
                <a:gd name="T65" fmla="*/ 453 h 573"/>
                <a:gd name="T66" fmla="*/ 606 w 608"/>
                <a:gd name="T67" fmla="*/ 394 h 573"/>
                <a:gd name="T68" fmla="*/ 575 w 608"/>
                <a:gd name="T69" fmla="*/ 324 h 5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608" h="573">
                  <a:moveTo>
                    <a:pt x="575" y="324"/>
                  </a:moveTo>
                  <a:cubicBezTo>
                    <a:pt x="561" y="310"/>
                    <a:pt x="547" y="309"/>
                    <a:pt x="530" y="319"/>
                  </a:cubicBezTo>
                  <a:cubicBezTo>
                    <a:pt x="522" y="323"/>
                    <a:pt x="514" y="333"/>
                    <a:pt x="505" y="335"/>
                  </a:cubicBezTo>
                  <a:cubicBezTo>
                    <a:pt x="483" y="339"/>
                    <a:pt x="462" y="337"/>
                    <a:pt x="438" y="339"/>
                  </a:cubicBezTo>
                  <a:cubicBezTo>
                    <a:pt x="434" y="339"/>
                    <a:pt x="426" y="341"/>
                    <a:pt x="423" y="339"/>
                  </a:cubicBezTo>
                  <a:cubicBezTo>
                    <a:pt x="420" y="336"/>
                    <a:pt x="426" y="328"/>
                    <a:pt x="428" y="325"/>
                  </a:cubicBezTo>
                  <a:cubicBezTo>
                    <a:pt x="442" y="302"/>
                    <a:pt x="469" y="260"/>
                    <a:pt x="481" y="232"/>
                  </a:cubicBezTo>
                  <a:cubicBezTo>
                    <a:pt x="496" y="199"/>
                    <a:pt x="509" y="152"/>
                    <a:pt x="512" y="143"/>
                  </a:cubicBezTo>
                  <a:cubicBezTo>
                    <a:pt x="516" y="129"/>
                    <a:pt x="518" y="111"/>
                    <a:pt x="512" y="97"/>
                  </a:cubicBezTo>
                  <a:cubicBezTo>
                    <a:pt x="510" y="92"/>
                    <a:pt x="508" y="86"/>
                    <a:pt x="506" y="80"/>
                  </a:cubicBezTo>
                  <a:cubicBezTo>
                    <a:pt x="499" y="58"/>
                    <a:pt x="492" y="36"/>
                    <a:pt x="472" y="23"/>
                  </a:cubicBezTo>
                  <a:cubicBezTo>
                    <a:pt x="448" y="7"/>
                    <a:pt x="422" y="0"/>
                    <a:pt x="394" y="0"/>
                  </a:cubicBezTo>
                  <a:cubicBezTo>
                    <a:pt x="348" y="1"/>
                    <a:pt x="310" y="24"/>
                    <a:pt x="273" y="48"/>
                  </a:cubicBezTo>
                  <a:cubicBezTo>
                    <a:pt x="246" y="66"/>
                    <a:pt x="220" y="88"/>
                    <a:pt x="194" y="109"/>
                  </a:cubicBezTo>
                  <a:cubicBezTo>
                    <a:pt x="177" y="122"/>
                    <a:pt x="167" y="142"/>
                    <a:pt x="173" y="156"/>
                  </a:cubicBezTo>
                  <a:cubicBezTo>
                    <a:pt x="185" y="185"/>
                    <a:pt x="203" y="209"/>
                    <a:pt x="231" y="223"/>
                  </a:cubicBezTo>
                  <a:cubicBezTo>
                    <a:pt x="256" y="236"/>
                    <a:pt x="287" y="222"/>
                    <a:pt x="308" y="213"/>
                  </a:cubicBezTo>
                  <a:cubicBezTo>
                    <a:pt x="335" y="201"/>
                    <a:pt x="346" y="191"/>
                    <a:pt x="369" y="180"/>
                  </a:cubicBezTo>
                  <a:cubicBezTo>
                    <a:pt x="375" y="177"/>
                    <a:pt x="393" y="166"/>
                    <a:pt x="399" y="171"/>
                  </a:cubicBezTo>
                  <a:cubicBezTo>
                    <a:pt x="404" y="176"/>
                    <a:pt x="374" y="229"/>
                    <a:pt x="363" y="251"/>
                  </a:cubicBezTo>
                  <a:cubicBezTo>
                    <a:pt x="349" y="282"/>
                    <a:pt x="328" y="309"/>
                    <a:pt x="306" y="334"/>
                  </a:cubicBezTo>
                  <a:cubicBezTo>
                    <a:pt x="286" y="356"/>
                    <a:pt x="260" y="365"/>
                    <a:pt x="233" y="372"/>
                  </a:cubicBezTo>
                  <a:cubicBezTo>
                    <a:pt x="213" y="377"/>
                    <a:pt x="193" y="380"/>
                    <a:pt x="174" y="387"/>
                  </a:cubicBezTo>
                  <a:cubicBezTo>
                    <a:pt x="138" y="399"/>
                    <a:pt x="103" y="413"/>
                    <a:pt x="67" y="427"/>
                  </a:cubicBezTo>
                  <a:cubicBezTo>
                    <a:pt x="54" y="432"/>
                    <a:pt x="41" y="438"/>
                    <a:pt x="35" y="453"/>
                  </a:cubicBezTo>
                  <a:cubicBezTo>
                    <a:pt x="30" y="463"/>
                    <a:pt x="27" y="473"/>
                    <a:pt x="22" y="482"/>
                  </a:cubicBezTo>
                  <a:cubicBezTo>
                    <a:pt x="0" y="521"/>
                    <a:pt x="29" y="565"/>
                    <a:pt x="63" y="569"/>
                  </a:cubicBezTo>
                  <a:cubicBezTo>
                    <a:pt x="79" y="570"/>
                    <a:pt x="95" y="573"/>
                    <a:pt x="112" y="568"/>
                  </a:cubicBezTo>
                  <a:cubicBezTo>
                    <a:pt x="148" y="557"/>
                    <a:pt x="202" y="539"/>
                    <a:pt x="215" y="535"/>
                  </a:cubicBezTo>
                  <a:cubicBezTo>
                    <a:pt x="241" y="527"/>
                    <a:pt x="414" y="478"/>
                    <a:pt x="477" y="473"/>
                  </a:cubicBezTo>
                  <a:cubicBezTo>
                    <a:pt x="490" y="473"/>
                    <a:pt x="503" y="472"/>
                    <a:pt x="516" y="474"/>
                  </a:cubicBezTo>
                  <a:cubicBezTo>
                    <a:pt x="528" y="476"/>
                    <a:pt x="540" y="483"/>
                    <a:pt x="551" y="483"/>
                  </a:cubicBezTo>
                  <a:cubicBezTo>
                    <a:pt x="568" y="483"/>
                    <a:pt x="579" y="477"/>
                    <a:pt x="591" y="453"/>
                  </a:cubicBezTo>
                  <a:cubicBezTo>
                    <a:pt x="601" y="434"/>
                    <a:pt x="608" y="416"/>
                    <a:pt x="606" y="394"/>
                  </a:cubicBezTo>
                  <a:cubicBezTo>
                    <a:pt x="605" y="368"/>
                    <a:pt x="592" y="343"/>
                    <a:pt x="575" y="3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76" name="Freeform 10"/>
            <p:cNvSpPr/>
            <p:nvPr/>
          </p:nvSpPr>
          <p:spPr bwMode="auto">
            <a:xfrm>
              <a:off x="3209925" y="-660400"/>
              <a:ext cx="519113" cy="490538"/>
            </a:xfrm>
            <a:custGeom>
              <a:avLst/>
              <a:gdLst>
                <a:gd name="T0" fmla="*/ 609 w 680"/>
                <a:gd name="T1" fmla="*/ 178 h 640"/>
                <a:gd name="T2" fmla="*/ 538 w 680"/>
                <a:gd name="T3" fmla="*/ 176 h 640"/>
                <a:gd name="T4" fmla="*/ 414 w 680"/>
                <a:gd name="T5" fmla="*/ 199 h 640"/>
                <a:gd name="T6" fmla="*/ 372 w 680"/>
                <a:gd name="T7" fmla="*/ 208 h 640"/>
                <a:gd name="T8" fmla="*/ 360 w 680"/>
                <a:gd name="T9" fmla="*/ 204 h 640"/>
                <a:gd name="T10" fmla="*/ 365 w 680"/>
                <a:gd name="T11" fmla="*/ 191 h 640"/>
                <a:gd name="T12" fmla="*/ 386 w 680"/>
                <a:gd name="T13" fmla="*/ 160 h 640"/>
                <a:gd name="T14" fmla="*/ 409 w 680"/>
                <a:gd name="T15" fmla="*/ 126 h 640"/>
                <a:gd name="T16" fmla="*/ 444 w 680"/>
                <a:gd name="T17" fmla="*/ 81 h 640"/>
                <a:gd name="T18" fmla="*/ 439 w 680"/>
                <a:gd name="T19" fmla="*/ 48 h 640"/>
                <a:gd name="T20" fmla="*/ 434 w 680"/>
                <a:gd name="T21" fmla="*/ 40 h 640"/>
                <a:gd name="T22" fmla="*/ 357 w 680"/>
                <a:gd name="T23" fmla="*/ 9 h 640"/>
                <a:gd name="T24" fmla="*/ 290 w 680"/>
                <a:gd name="T25" fmla="*/ 32 h 640"/>
                <a:gd name="T26" fmla="*/ 273 w 680"/>
                <a:gd name="T27" fmla="*/ 52 h 640"/>
                <a:gd name="T28" fmla="*/ 286 w 680"/>
                <a:gd name="T29" fmla="*/ 76 h 640"/>
                <a:gd name="T30" fmla="*/ 326 w 680"/>
                <a:gd name="T31" fmla="*/ 96 h 640"/>
                <a:gd name="T32" fmla="*/ 336 w 680"/>
                <a:gd name="T33" fmla="*/ 108 h 640"/>
                <a:gd name="T34" fmla="*/ 317 w 680"/>
                <a:gd name="T35" fmla="*/ 148 h 640"/>
                <a:gd name="T36" fmla="*/ 296 w 680"/>
                <a:gd name="T37" fmla="*/ 179 h 640"/>
                <a:gd name="T38" fmla="*/ 288 w 680"/>
                <a:gd name="T39" fmla="*/ 222 h 640"/>
                <a:gd name="T40" fmla="*/ 277 w 680"/>
                <a:gd name="T41" fmla="*/ 234 h 640"/>
                <a:gd name="T42" fmla="*/ 166 w 680"/>
                <a:gd name="T43" fmla="*/ 275 h 640"/>
                <a:gd name="T44" fmla="*/ 77 w 680"/>
                <a:gd name="T45" fmla="*/ 315 h 640"/>
                <a:gd name="T46" fmla="*/ 16 w 680"/>
                <a:gd name="T47" fmla="*/ 339 h 640"/>
                <a:gd name="T48" fmla="*/ 7 w 680"/>
                <a:gd name="T49" fmla="*/ 362 h 640"/>
                <a:gd name="T50" fmla="*/ 13 w 680"/>
                <a:gd name="T51" fmla="*/ 373 h 640"/>
                <a:gd name="T52" fmla="*/ 89 w 680"/>
                <a:gd name="T53" fmla="*/ 419 h 640"/>
                <a:gd name="T54" fmla="*/ 110 w 680"/>
                <a:gd name="T55" fmla="*/ 416 h 640"/>
                <a:gd name="T56" fmla="*/ 279 w 680"/>
                <a:gd name="T57" fmla="*/ 347 h 640"/>
                <a:gd name="T58" fmla="*/ 334 w 680"/>
                <a:gd name="T59" fmla="*/ 332 h 640"/>
                <a:gd name="T60" fmla="*/ 327 w 680"/>
                <a:gd name="T61" fmla="*/ 460 h 640"/>
                <a:gd name="T62" fmla="*/ 278 w 680"/>
                <a:gd name="T63" fmla="*/ 537 h 640"/>
                <a:gd name="T64" fmla="*/ 233 w 680"/>
                <a:gd name="T65" fmla="*/ 544 h 640"/>
                <a:gd name="T66" fmla="*/ 173 w 680"/>
                <a:gd name="T67" fmla="*/ 502 h 640"/>
                <a:gd name="T68" fmla="*/ 152 w 680"/>
                <a:gd name="T69" fmla="*/ 485 h 640"/>
                <a:gd name="T70" fmla="*/ 147 w 680"/>
                <a:gd name="T71" fmla="*/ 496 h 640"/>
                <a:gd name="T72" fmla="*/ 177 w 680"/>
                <a:gd name="T73" fmla="*/ 551 h 640"/>
                <a:gd name="T74" fmla="*/ 181 w 680"/>
                <a:gd name="T75" fmla="*/ 581 h 640"/>
                <a:gd name="T76" fmla="*/ 220 w 680"/>
                <a:gd name="T77" fmla="*/ 624 h 640"/>
                <a:gd name="T78" fmla="*/ 289 w 680"/>
                <a:gd name="T79" fmla="*/ 629 h 640"/>
                <a:gd name="T80" fmla="*/ 404 w 680"/>
                <a:gd name="T81" fmla="*/ 471 h 640"/>
                <a:gd name="T82" fmla="*/ 424 w 680"/>
                <a:gd name="T83" fmla="*/ 322 h 640"/>
                <a:gd name="T84" fmla="*/ 435 w 680"/>
                <a:gd name="T85" fmla="*/ 315 h 640"/>
                <a:gd name="T86" fmla="*/ 488 w 680"/>
                <a:gd name="T87" fmla="*/ 305 h 640"/>
                <a:gd name="T88" fmla="*/ 579 w 680"/>
                <a:gd name="T89" fmla="*/ 307 h 640"/>
                <a:gd name="T90" fmla="*/ 625 w 680"/>
                <a:gd name="T91" fmla="*/ 319 h 640"/>
                <a:gd name="T92" fmla="*/ 662 w 680"/>
                <a:gd name="T93" fmla="*/ 283 h 640"/>
                <a:gd name="T94" fmla="*/ 655 w 680"/>
                <a:gd name="T95" fmla="*/ 214 h 640"/>
                <a:gd name="T96" fmla="*/ 609 w 680"/>
                <a:gd name="T97" fmla="*/ 178 h 6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680" h="640">
                  <a:moveTo>
                    <a:pt x="609" y="178"/>
                  </a:moveTo>
                  <a:cubicBezTo>
                    <a:pt x="594" y="172"/>
                    <a:pt x="578" y="170"/>
                    <a:pt x="538" y="176"/>
                  </a:cubicBezTo>
                  <a:cubicBezTo>
                    <a:pt x="507" y="181"/>
                    <a:pt x="462" y="187"/>
                    <a:pt x="414" y="199"/>
                  </a:cubicBezTo>
                  <a:cubicBezTo>
                    <a:pt x="402" y="203"/>
                    <a:pt x="385" y="206"/>
                    <a:pt x="372" y="208"/>
                  </a:cubicBezTo>
                  <a:cubicBezTo>
                    <a:pt x="367" y="208"/>
                    <a:pt x="362" y="210"/>
                    <a:pt x="360" y="204"/>
                  </a:cubicBezTo>
                  <a:cubicBezTo>
                    <a:pt x="360" y="201"/>
                    <a:pt x="362" y="195"/>
                    <a:pt x="365" y="191"/>
                  </a:cubicBezTo>
                  <a:cubicBezTo>
                    <a:pt x="371" y="180"/>
                    <a:pt x="379" y="170"/>
                    <a:pt x="386" y="160"/>
                  </a:cubicBezTo>
                  <a:cubicBezTo>
                    <a:pt x="393" y="149"/>
                    <a:pt x="401" y="137"/>
                    <a:pt x="409" y="126"/>
                  </a:cubicBezTo>
                  <a:cubicBezTo>
                    <a:pt x="420" y="111"/>
                    <a:pt x="433" y="96"/>
                    <a:pt x="444" y="81"/>
                  </a:cubicBezTo>
                  <a:cubicBezTo>
                    <a:pt x="454" y="67"/>
                    <a:pt x="452" y="60"/>
                    <a:pt x="439" y="48"/>
                  </a:cubicBezTo>
                  <a:cubicBezTo>
                    <a:pt x="437" y="45"/>
                    <a:pt x="436" y="42"/>
                    <a:pt x="434" y="40"/>
                  </a:cubicBezTo>
                  <a:cubicBezTo>
                    <a:pt x="418" y="14"/>
                    <a:pt x="385" y="0"/>
                    <a:pt x="357" y="9"/>
                  </a:cubicBezTo>
                  <a:cubicBezTo>
                    <a:pt x="334" y="16"/>
                    <a:pt x="312" y="24"/>
                    <a:pt x="290" y="32"/>
                  </a:cubicBezTo>
                  <a:cubicBezTo>
                    <a:pt x="281" y="35"/>
                    <a:pt x="271" y="41"/>
                    <a:pt x="273" y="52"/>
                  </a:cubicBezTo>
                  <a:cubicBezTo>
                    <a:pt x="275" y="61"/>
                    <a:pt x="280" y="69"/>
                    <a:pt x="286" y="76"/>
                  </a:cubicBezTo>
                  <a:cubicBezTo>
                    <a:pt x="296" y="88"/>
                    <a:pt x="310" y="95"/>
                    <a:pt x="326" y="96"/>
                  </a:cubicBezTo>
                  <a:cubicBezTo>
                    <a:pt x="334" y="96"/>
                    <a:pt x="340" y="99"/>
                    <a:pt x="336" y="108"/>
                  </a:cubicBezTo>
                  <a:cubicBezTo>
                    <a:pt x="330" y="122"/>
                    <a:pt x="324" y="136"/>
                    <a:pt x="317" y="148"/>
                  </a:cubicBezTo>
                  <a:cubicBezTo>
                    <a:pt x="311" y="159"/>
                    <a:pt x="302" y="168"/>
                    <a:pt x="296" y="179"/>
                  </a:cubicBezTo>
                  <a:cubicBezTo>
                    <a:pt x="288" y="193"/>
                    <a:pt x="287" y="206"/>
                    <a:pt x="288" y="222"/>
                  </a:cubicBezTo>
                  <a:cubicBezTo>
                    <a:pt x="289" y="230"/>
                    <a:pt x="286" y="231"/>
                    <a:pt x="277" y="234"/>
                  </a:cubicBezTo>
                  <a:cubicBezTo>
                    <a:pt x="240" y="247"/>
                    <a:pt x="203" y="261"/>
                    <a:pt x="166" y="275"/>
                  </a:cubicBezTo>
                  <a:cubicBezTo>
                    <a:pt x="136" y="287"/>
                    <a:pt x="107" y="303"/>
                    <a:pt x="77" y="315"/>
                  </a:cubicBezTo>
                  <a:cubicBezTo>
                    <a:pt x="57" y="323"/>
                    <a:pt x="40" y="338"/>
                    <a:pt x="16" y="339"/>
                  </a:cubicBezTo>
                  <a:cubicBezTo>
                    <a:pt x="4" y="339"/>
                    <a:pt x="0" y="351"/>
                    <a:pt x="7" y="362"/>
                  </a:cubicBezTo>
                  <a:cubicBezTo>
                    <a:pt x="9" y="365"/>
                    <a:pt x="11" y="369"/>
                    <a:pt x="13" y="373"/>
                  </a:cubicBezTo>
                  <a:cubicBezTo>
                    <a:pt x="24" y="402"/>
                    <a:pt x="58" y="424"/>
                    <a:pt x="89" y="419"/>
                  </a:cubicBezTo>
                  <a:cubicBezTo>
                    <a:pt x="96" y="418"/>
                    <a:pt x="103" y="418"/>
                    <a:pt x="110" y="416"/>
                  </a:cubicBezTo>
                  <a:cubicBezTo>
                    <a:pt x="166" y="398"/>
                    <a:pt x="223" y="365"/>
                    <a:pt x="279" y="347"/>
                  </a:cubicBezTo>
                  <a:cubicBezTo>
                    <a:pt x="297" y="341"/>
                    <a:pt x="316" y="338"/>
                    <a:pt x="334" y="332"/>
                  </a:cubicBezTo>
                  <a:cubicBezTo>
                    <a:pt x="366" y="323"/>
                    <a:pt x="343" y="417"/>
                    <a:pt x="327" y="460"/>
                  </a:cubicBezTo>
                  <a:cubicBezTo>
                    <a:pt x="314" y="493"/>
                    <a:pt x="287" y="531"/>
                    <a:pt x="278" y="537"/>
                  </a:cubicBezTo>
                  <a:cubicBezTo>
                    <a:pt x="271" y="542"/>
                    <a:pt x="261" y="549"/>
                    <a:pt x="233" y="544"/>
                  </a:cubicBezTo>
                  <a:cubicBezTo>
                    <a:pt x="204" y="538"/>
                    <a:pt x="179" y="508"/>
                    <a:pt x="173" y="502"/>
                  </a:cubicBezTo>
                  <a:cubicBezTo>
                    <a:pt x="167" y="497"/>
                    <a:pt x="157" y="482"/>
                    <a:pt x="152" y="485"/>
                  </a:cubicBezTo>
                  <a:cubicBezTo>
                    <a:pt x="147" y="488"/>
                    <a:pt x="147" y="492"/>
                    <a:pt x="147" y="496"/>
                  </a:cubicBezTo>
                  <a:cubicBezTo>
                    <a:pt x="146" y="500"/>
                    <a:pt x="160" y="532"/>
                    <a:pt x="177" y="551"/>
                  </a:cubicBezTo>
                  <a:cubicBezTo>
                    <a:pt x="190" y="565"/>
                    <a:pt x="175" y="573"/>
                    <a:pt x="181" y="581"/>
                  </a:cubicBezTo>
                  <a:cubicBezTo>
                    <a:pt x="195" y="602"/>
                    <a:pt x="213" y="620"/>
                    <a:pt x="220" y="624"/>
                  </a:cubicBezTo>
                  <a:cubicBezTo>
                    <a:pt x="239" y="636"/>
                    <a:pt x="265" y="640"/>
                    <a:pt x="289" y="629"/>
                  </a:cubicBezTo>
                  <a:cubicBezTo>
                    <a:pt x="324" y="612"/>
                    <a:pt x="375" y="558"/>
                    <a:pt x="404" y="471"/>
                  </a:cubicBezTo>
                  <a:cubicBezTo>
                    <a:pt x="420" y="421"/>
                    <a:pt x="422" y="354"/>
                    <a:pt x="424" y="322"/>
                  </a:cubicBezTo>
                  <a:cubicBezTo>
                    <a:pt x="424" y="317"/>
                    <a:pt x="431" y="316"/>
                    <a:pt x="435" y="315"/>
                  </a:cubicBezTo>
                  <a:cubicBezTo>
                    <a:pt x="456" y="309"/>
                    <a:pt x="470" y="307"/>
                    <a:pt x="488" y="305"/>
                  </a:cubicBezTo>
                  <a:cubicBezTo>
                    <a:pt x="518" y="303"/>
                    <a:pt x="546" y="297"/>
                    <a:pt x="579" y="307"/>
                  </a:cubicBezTo>
                  <a:cubicBezTo>
                    <a:pt x="585" y="309"/>
                    <a:pt x="611" y="320"/>
                    <a:pt x="625" y="319"/>
                  </a:cubicBezTo>
                  <a:cubicBezTo>
                    <a:pt x="639" y="318"/>
                    <a:pt x="648" y="307"/>
                    <a:pt x="662" y="283"/>
                  </a:cubicBezTo>
                  <a:cubicBezTo>
                    <a:pt x="680" y="251"/>
                    <a:pt x="666" y="230"/>
                    <a:pt x="655" y="214"/>
                  </a:cubicBezTo>
                  <a:cubicBezTo>
                    <a:pt x="646" y="199"/>
                    <a:pt x="634" y="187"/>
                    <a:pt x="609" y="17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77" name="Freeform 11"/>
            <p:cNvSpPr>
              <a:spLocks noEditPoints="1"/>
            </p:cNvSpPr>
            <p:nvPr/>
          </p:nvSpPr>
          <p:spPr bwMode="auto">
            <a:xfrm>
              <a:off x="1077912" y="-808038"/>
              <a:ext cx="234950" cy="592138"/>
            </a:xfrm>
            <a:custGeom>
              <a:avLst/>
              <a:gdLst>
                <a:gd name="T0" fmla="*/ 307 w 308"/>
                <a:gd name="T1" fmla="*/ 389 h 774"/>
                <a:gd name="T2" fmla="*/ 304 w 308"/>
                <a:gd name="T3" fmla="*/ 376 h 774"/>
                <a:gd name="T4" fmla="*/ 296 w 308"/>
                <a:gd name="T5" fmla="*/ 386 h 774"/>
                <a:gd name="T6" fmla="*/ 248 w 308"/>
                <a:gd name="T7" fmla="*/ 486 h 774"/>
                <a:gd name="T8" fmla="*/ 207 w 308"/>
                <a:gd name="T9" fmla="*/ 565 h 774"/>
                <a:gd name="T10" fmla="*/ 157 w 308"/>
                <a:gd name="T11" fmla="*/ 639 h 774"/>
                <a:gd name="T12" fmla="*/ 148 w 308"/>
                <a:gd name="T13" fmla="*/ 643 h 774"/>
                <a:gd name="T14" fmla="*/ 146 w 308"/>
                <a:gd name="T15" fmla="*/ 634 h 774"/>
                <a:gd name="T16" fmla="*/ 157 w 308"/>
                <a:gd name="T17" fmla="*/ 610 h 774"/>
                <a:gd name="T18" fmla="*/ 178 w 308"/>
                <a:gd name="T19" fmla="*/ 553 h 774"/>
                <a:gd name="T20" fmla="*/ 217 w 308"/>
                <a:gd name="T21" fmla="*/ 455 h 774"/>
                <a:gd name="T22" fmla="*/ 239 w 308"/>
                <a:gd name="T23" fmla="*/ 368 h 774"/>
                <a:gd name="T24" fmla="*/ 230 w 308"/>
                <a:gd name="T25" fmla="*/ 321 h 774"/>
                <a:gd name="T26" fmla="*/ 226 w 308"/>
                <a:gd name="T27" fmla="*/ 307 h 774"/>
                <a:gd name="T28" fmla="*/ 232 w 308"/>
                <a:gd name="T29" fmla="*/ 233 h 774"/>
                <a:gd name="T30" fmla="*/ 253 w 308"/>
                <a:gd name="T31" fmla="*/ 155 h 774"/>
                <a:gd name="T32" fmla="*/ 279 w 308"/>
                <a:gd name="T33" fmla="*/ 115 h 774"/>
                <a:gd name="T34" fmla="*/ 298 w 308"/>
                <a:gd name="T35" fmla="*/ 44 h 774"/>
                <a:gd name="T36" fmla="*/ 274 w 308"/>
                <a:gd name="T37" fmla="*/ 8 h 774"/>
                <a:gd name="T38" fmla="*/ 228 w 308"/>
                <a:gd name="T39" fmla="*/ 6 h 774"/>
                <a:gd name="T40" fmla="*/ 159 w 308"/>
                <a:gd name="T41" fmla="*/ 29 h 774"/>
                <a:gd name="T42" fmla="*/ 101 w 308"/>
                <a:gd name="T43" fmla="*/ 53 h 774"/>
                <a:gd name="T44" fmla="*/ 56 w 308"/>
                <a:gd name="T45" fmla="*/ 79 h 774"/>
                <a:gd name="T46" fmla="*/ 37 w 308"/>
                <a:gd name="T47" fmla="*/ 121 h 774"/>
                <a:gd name="T48" fmla="*/ 57 w 308"/>
                <a:gd name="T49" fmla="*/ 162 h 774"/>
                <a:gd name="T50" fmla="*/ 67 w 308"/>
                <a:gd name="T51" fmla="*/ 176 h 774"/>
                <a:gd name="T52" fmla="*/ 132 w 308"/>
                <a:gd name="T53" fmla="*/ 198 h 774"/>
                <a:gd name="T54" fmla="*/ 180 w 308"/>
                <a:gd name="T55" fmla="*/ 173 h 774"/>
                <a:gd name="T56" fmla="*/ 195 w 308"/>
                <a:gd name="T57" fmla="*/ 179 h 774"/>
                <a:gd name="T58" fmla="*/ 197 w 308"/>
                <a:gd name="T59" fmla="*/ 211 h 774"/>
                <a:gd name="T60" fmla="*/ 190 w 308"/>
                <a:gd name="T61" fmla="*/ 289 h 774"/>
                <a:gd name="T62" fmla="*/ 160 w 308"/>
                <a:gd name="T63" fmla="*/ 313 h 774"/>
                <a:gd name="T64" fmla="*/ 115 w 308"/>
                <a:gd name="T65" fmla="*/ 321 h 774"/>
                <a:gd name="T66" fmla="*/ 19 w 308"/>
                <a:gd name="T67" fmla="*/ 417 h 774"/>
                <a:gd name="T68" fmla="*/ 13 w 308"/>
                <a:gd name="T69" fmla="*/ 498 h 774"/>
                <a:gd name="T70" fmla="*/ 86 w 308"/>
                <a:gd name="T71" fmla="*/ 555 h 774"/>
                <a:gd name="T72" fmla="*/ 95 w 308"/>
                <a:gd name="T73" fmla="*/ 569 h 774"/>
                <a:gd name="T74" fmla="*/ 63 w 308"/>
                <a:gd name="T75" fmla="*/ 668 h 774"/>
                <a:gd name="T76" fmla="*/ 55 w 308"/>
                <a:gd name="T77" fmla="*/ 734 h 774"/>
                <a:gd name="T78" fmla="*/ 101 w 308"/>
                <a:gd name="T79" fmla="*/ 769 h 774"/>
                <a:gd name="T80" fmla="*/ 128 w 308"/>
                <a:gd name="T81" fmla="*/ 754 h 774"/>
                <a:gd name="T82" fmla="*/ 208 w 308"/>
                <a:gd name="T83" fmla="*/ 643 h 774"/>
                <a:gd name="T84" fmla="*/ 231 w 308"/>
                <a:gd name="T85" fmla="*/ 598 h 774"/>
                <a:gd name="T86" fmla="*/ 260 w 308"/>
                <a:gd name="T87" fmla="*/ 528 h 774"/>
                <a:gd name="T88" fmla="*/ 280 w 308"/>
                <a:gd name="T89" fmla="*/ 469 h 774"/>
                <a:gd name="T90" fmla="*/ 299 w 308"/>
                <a:gd name="T91" fmla="*/ 409 h 774"/>
                <a:gd name="T92" fmla="*/ 307 w 308"/>
                <a:gd name="T93" fmla="*/ 389 h 774"/>
                <a:gd name="T94" fmla="*/ 131 w 308"/>
                <a:gd name="T95" fmla="*/ 454 h 774"/>
                <a:gd name="T96" fmla="*/ 125 w 308"/>
                <a:gd name="T97" fmla="*/ 465 h 774"/>
                <a:gd name="T98" fmla="*/ 104 w 308"/>
                <a:gd name="T99" fmla="*/ 475 h 774"/>
                <a:gd name="T100" fmla="*/ 90 w 308"/>
                <a:gd name="T101" fmla="*/ 449 h 774"/>
                <a:gd name="T102" fmla="*/ 138 w 308"/>
                <a:gd name="T103" fmla="*/ 389 h 774"/>
                <a:gd name="T104" fmla="*/ 148 w 308"/>
                <a:gd name="T105" fmla="*/ 392 h 774"/>
                <a:gd name="T106" fmla="*/ 144 w 308"/>
                <a:gd name="T107" fmla="*/ 413 h 774"/>
                <a:gd name="T108" fmla="*/ 131 w 308"/>
                <a:gd name="T109" fmla="*/ 454 h 7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308" h="774">
                  <a:moveTo>
                    <a:pt x="307" y="389"/>
                  </a:moveTo>
                  <a:cubicBezTo>
                    <a:pt x="308" y="385"/>
                    <a:pt x="308" y="377"/>
                    <a:pt x="304" y="376"/>
                  </a:cubicBezTo>
                  <a:cubicBezTo>
                    <a:pt x="300" y="375"/>
                    <a:pt x="298" y="382"/>
                    <a:pt x="296" y="386"/>
                  </a:cubicBezTo>
                  <a:cubicBezTo>
                    <a:pt x="280" y="419"/>
                    <a:pt x="264" y="453"/>
                    <a:pt x="248" y="486"/>
                  </a:cubicBezTo>
                  <a:cubicBezTo>
                    <a:pt x="234" y="512"/>
                    <a:pt x="221" y="539"/>
                    <a:pt x="207" y="565"/>
                  </a:cubicBezTo>
                  <a:cubicBezTo>
                    <a:pt x="193" y="592"/>
                    <a:pt x="180" y="619"/>
                    <a:pt x="157" y="639"/>
                  </a:cubicBezTo>
                  <a:cubicBezTo>
                    <a:pt x="155" y="642"/>
                    <a:pt x="151" y="642"/>
                    <a:pt x="148" y="643"/>
                  </a:cubicBezTo>
                  <a:cubicBezTo>
                    <a:pt x="147" y="640"/>
                    <a:pt x="145" y="636"/>
                    <a:pt x="146" y="634"/>
                  </a:cubicBezTo>
                  <a:cubicBezTo>
                    <a:pt x="149" y="626"/>
                    <a:pt x="153" y="618"/>
                    <a:pt x="157" y="610"/>
                  </a:cubicBezTo>
                  <a:cubicBezTo>
                    <a:pt x="164" y="591"/>
                    <a:pt x="171" y="572"/>
                    <a:pt x="178" y="553"/>
                  </a:cubicBezTo>
                  <a:cubicBezTo>
                    <a:pt x="191" y="520"/>
                    <a:pt x="205" y="488"/>
                    <a:pt x="217" y="455"/>
                  </a:cubicBezTo>
                  <a:cubicBezTo>
                    <a:pt x="226" y="427"/>
                    <a:pt x="233" y="397"/>
                    <a:pt x="239" y="368"/>
                  </a:cubicBezTo>
                  <a:cubicBezTo>
                    <a:pt x="243" y="352"/>
                    <a:pt x="241" y="336"/>
                    <a:pt x="230" y="321"/>
                  </a:cubicBezTo>
                  <a:cubicBezTo>
                    <a:pt x="227" y="317"/>
                    <a:pt x="225" y="312"/>
                    <a:pt x="226" y="307"/>
                  </a:cubicBezTo>
                  <a:cubicBezTo>
                    <a:pt x="227" y="282"/>
                    <a:pt x="230" y="258"/>
                    <a:pt x="232" y="233"/>
                  </a:cubicBezTo>
                  <a:cubicBezTo>
                    <a:pt x="235" y="206"/>
                    <a:pt x="241" y="180"/>
                    <a:pt x="253" y="155"/>
                  </a:cubicBezTo>
                  <a:cubicBezTo>
                    <a:pt x="259" y="140"/>
                    <a:pt x="269" y="128"/>
                    <a:pt x="279" y="115"/>
                  </a:cubicBezTo>
                  <a:cubicBezTo>
                    <a:pt x="296" y="95"/>
                    <a:pt x="299" y="69"/>
                    <a:pt x="298" y="44"/>
                  </a:cubicBezTo>
                  <a:cubicBezTo>
                    <a:pt x="298" y="29"/>
                    <a:pt x="291" y="15"/>
                    <a:pt x="274" y="8"/>
                  </a:cubicBezTo>
                  <a:cubicBezTo>
                    <a:pt x="259" y="2"/>
                    <a:pt x="244" y="0"/>
                    <a:pt x="228" y="6"/>
                  </a:cubicBezTo>
                  <a:cubicBezTo>
                    <a:pt x="205" y="14"/>
                    <a:pt x="182" y="20"/>
                    <a:pt x="159" y="29"/>
                  </a:cubicBezTo>
                  <a:cubicBezTo>
                    <a:pt x="140" y="36"/>
                    <a:pt x="120" y="44"/>
                    <a:pt x="101" y="53"/>
                  </a:cubicBezTo>
                  <a:cubicBezTo>
                    <a:pt x="85" y="61"/>
                    <a:pt x="70" y="69"/>
                    <a:pt x="56" y="79"/>
                  </a:cubicBezTo>
                  <a:cubicBezTo>
                    <a:pt x="43" y="89"/>
                    <a:pt x="35" y="105"/>
                    <a:pt x="37" y="121"/>
                  </a:cubicBezTo>
                  <a:cubicBezTo>
                    <a:pt x="38" y="136"/>
                    <a:pt x="44" y="151"/>
                    <a:pt x="57" y="162"/>
                  </a:cubicBezTo>
                  <a:cubicBezTo>
                    <a:pt x="61" y="166"/>
                    <a:pt x="64" y="171"/>
                    <a:pt x="67" y="176"/>
                  </a:cubicBezTo>
                  <a:cubicBezTo>
                    <a:pt x="80" y="198"/>
                    <a:pt x="109" y="208"/>
                    <a:pt x="132" y="198"/>
                  </a:cubicBezTo>
                  <a:cubicBezTo>
                    <a:pt x="149" y="190"/>
                    <a:pt x="164" y="181"/>
                    <a:pt x="180" y="173"/>
                  </a:cubicBezTo>
                  <a:cubicBezTo>
                    <a:pt x="189" y="168"/>
                    <a:pt x="193" y="169"/>
                    <a:pt x="195" y="179"/>
                  </a:cubicBezTo>
                  <a:cubicBezTo>
                    <a:pt x="196" y="189"/>
                    <a:pt x="196" y="198"/>
                    <a:pt x="197" y="211"/>
                  </a:cubicBezTo>
                  <a:cubicBezTo>
                    <a:pt x="195" y="235"/>
                    <a:pt x="193" y="262"/>
                    <a:pt x="190" y="289"/>
                  </a:cubicBezTo>
                  <a:cubicBezTo>
                    <a:pt x="188" y="307"/>
                    <a:pt x="177" y="313"/>
                    <a:pt x="160" y="313"/>
                  </a:cubicBezTo>
                  <a:cubicBezTo>
                    <a:pt x="145" y="313"/>
                    <a:pt x="128" y="314"/>
                    <a:pt x="115" y="321"/>
                  </a:cubicBezTo>
                  <a:cubicBezTo>
                    <a:pt x="71" y="340"/>
                    <a:pt x="42" y="375"/>
                    <a:pt x="19" y="417"/>
                  </a:cubicBezTo>
                  <a:cubicBezTo>
                    <a:pt x="6" y="443"/>
                    <a:pt x="0" y="468"/>
                    <a:pt x="13" y="498"/>
                  </a:cubicBezTo>
                  <a:cubicBezTo>
                    <a:pt x="28" y="531"/>
                    <a:pt x="49" y="552"/>
                    <a:pt x="86" y="555"/>
                  </a:cubicBezTo>
                  <a:cubicBezTo>
                    <a:pt x="95" y="556"/>
                    <a:pt x="98" y="560"/>
                    <a:pt x="95" y="569"/>
                  </a:cubicBezTo>
                  <a:cubicBezTo>
                    <a:pt x="84" y="602"/>
                    <a:pt x="73" y="635"/>
                    <a:pt x="63" y="668"/>
                  </a:cubicBezTo>
                  <a:cubicBezTo>
                    <a:pt x="57" y="689"/>
                    <a:pt x="50" y="711"/>
                    <a:pt x="55" y="734"/>
                  </a:cubicBezTo>
                  <a:cubicBezTo>
                    <a:pt x="60" y="756"/>
                    <a:pt x="81" y="774"/>
                    <a:pt x="101" y="769"/>
                  </a:cubicBezTo>
                  <a:cubicBezTo>
                    <a:pt x="111" y="767"/>
                    <a:pt x="120" y="761"/>
                    <a:pt x="128" y="754"/>
                  </a:cubicBezTo>
                  <a:cubicBezTo>
                    <a:pt x="164" y="725"/>
                    <a:pt x="188" y="686"/>
                    <a:pt x="208" y="643"/>
                  </a:cubicBezTo>
                  <a:cubicBezTo>
                    <a:pt x="215" y="628"/>
                    <a:pt x="224" y="614"/>
                    <a:pt x="231" y="598"/>
                  </a:cubicBezTo>
                  <a:cubicBezTo>
                    <a:pt x="242" y="575"/>
                    <a:pt x="251" y="552"/>
                    <a:pt x="260" y="528"/>
                  </a:cubicBezTo>
                  <a:cubicBezTo>
                    <a:pt x="268" y="510"/>
                    <a:pt x="279" y="470"/>
                    <a:pt x="280" y="469"/>
                  </a:cubicBezTo>
                  <a:cubicBezTo>
                    <a:pt x="286" y="449"/>
                    <a:pt x="292" y="429"/>
                    <a:pt x="299" y="409"/>
                  </a:cubicBezTo>
                  <a:cubicBezTo>
                    <a:pt x="301" y="402"/>
                    <a:pt x="306" y="396"/>
                    <a:pt x="307" y="389"/>
                  </a:cubicBezTo>
                  <a:close/>
                  <a:moveTo>
                    <a:pt x="131" y="454"/>
                  </a:moveTo>
                  <a:cubicBezTo>
                    <a:pt x="130" y="458"/>
                    <a:pt x="128" y="462"/>
                    <a:pt x="125" y="465"/>
                  </a:cubicBezTo>
                  <a:cubicBezTo>
                    <a:pt x="120" y="471"/>
                    <a:pt x="115" y="479"/>
                    <a:pt x="104" y="475"/>
                  </a:cubicBezTo>
                  <a:cubicBezTo>
                    <a:pt x="96" y="472"/>
                    <a:pt x="89" y="459"/>
                    <a:pt x="90" y="449"/>
                  </a:cubicBezTo>
                  <a:cubicBezTo>
                    <a:pt x="95" y="420"/>
                    <a:pt x="115" y="403"/>
                    <a:pt x="138" y="389"/>
                  </a:cubicBezTo>
                  <a:cubicBezTo>
                    <a:pt x="140" y="388"/>
                    <a:pt x="145" y="391"/>
                    <a:pt x="148" y="392"/>
                  </a:cubicBezTo>
                  <a:cubicBezTo>
                    <a:pt x="146" y="401"/>
                    <a:pt x="146" y="407"/>
                    <a:pt x="144" y="413"/>
                  </a:cubicBezTo>
                  <a:cubicBezTo>
                    <a:pt x="140" y="427"/>
                    <a:pt x="136" y="441"/>
                    <a:pt x="131" y="4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78" name="Freeform 12"/>
            <p:cNvSpPr/>
            <p:nvPr/>
          </p:nvSpPr>
          <p:spPr bwMode="auto">
            <a:xfrm>
              <a:off x="3265487" y="-985838"/>
              <a:ext cx="400050" cy="276225"/>
            </a:xfrm>
            <a:custGeom>
              <a:avLst/>
              <a:gdLst>
                <a:gd name="T0" fmla="*/ 35 w 524"/>
                <a:gd name="T1" fmla="*/ 339 h 361"/>
                <a:gd name="T2" fmla="*/ 55 w 524"/>
                <a:gd name="T3" fmla="*/ 346 h 361"/>
                <a:gd name="T4" fmla="*/ 107 w 524"/>
                <a:gd name="T5" fmla="*/ 354 h 361"/>
                <a:gd name="T6" fmla="*/ 128 w 524"/>
                <a:gd name="T7" fmla="*/ 332 h 361"/>
                <a:gd name="T8" fmla="*/ 131 w 524"/>
                <a:gd name="T9" fmla="*/ 294 h 361"/>
                <a:gd name="T10" fmla="*/ 129 w 524"/>
                <a:gd name="T11" fmla="*/ 259 h 361"/>
                <a:gd name="T12" fmla="*/ 134 w 524"/>
                <a:gd name="T13" fmla="*/ 195 h 361"/>
                <a:gd name="T14" fmla="*/ 141 w 524"/>
                <a:gd name="T15" fmla="*/ 188 h 361"/>
                <a:gd name="T16" fmla="*/ 149 w 524"/>
                <a:gd name="T17" fmla="*/ 194 h 361"/>
                <a:gd name="T18" fmla="*/ 205 w 524"/>
                <a:gd name="T19" fmla="*/ 245 h 361"/>
                <a:gd name="T20" fmla="*/ 209 w 524"/>
                <a:gd name="T21" fmla="*/ 266 h 361"/>
                <a:gd name="T22" fmla="*/ 184 w 524"/>
                <a:gd name="T23" fmla="*/ 291 h 361"/>
                <a:gd name="T24" fmla="*/ 168 w 524"/>
                <a:gd name="T25" fmla="*/ 312 h 361"/>
                <a:gd name="T26" fmla="*/ 168 w 524"/>
                <a:gd name="T27" fmla="*/ 344 h 361"/>
                <a:gd name="T28" fmla="*/ 198 w 524"/>
                <a:gd name="T29" fmla="*/ 334 h 361"/>
                <a:gd name="T30" fmla="*/ 428 w 524"/>
                <a:gd name="T31" fmla="*/ 159 h 361"/>
                <a:gd name="T32" fmla="*/ 458 w 524"/>
                <a:gd name="T33" fmla="*/ 143 h 361"/>
                <a:gd name="T34" fmla="*/ 471 w 524"/>
                <a:gd name="T35" fmla="*/ 138 h 361"/>
                <a:gd name="T36" fmla="*/ 499 w 524"/>
                <a:gd name="T37" fmla="*/ 126 h 361"/>
                <a:gd name="T38" fmla="*/ 516 w 524"/>
                <a:gd name="T39" fmla="*/ 104 h 361"/>
                <a:gd name="T40" fmla="*/ 524 w 524"/>
                <a:gd name="T41" fmla="*/ 69 h 361"/>
                <a:gd name="T42" fmla="*/ 521 w 524"/>
                <a:gd name="T43" fmla="*/ 49 h 361"/>
                <a:gd name="T44" fmla="*/ 512 w 524"/>
                <a:gd name="T45" fmla="*/ 31 h 361"/>
                <a:gd name="T46" fmla="*/ 481 w 524"/>
                <a:gd name="T47" fmla="*/ 5 h 361"/>
                <a:gd name="T48" fmla="*/ 444 w 524"/>
                <a:gd name="T49" fmla="*/ 1 h 361"/>
                <a:gd name="T50" fmla="*/ 409 w 524"/>
                <a:gd name="T51" fmla="*/ 11 h 361"/>
                <a:gd name="T52" fmla="*/ 393 w 524"/>
                <a:gd name="T53" fmla="*/ 20 h 361"/>
                <a:gd name="T54" fmla="*/ 390 w 524"/>
                <a:gd name="T55" fmla="*/ 25 h 361"/>
                <a:gd name="T56" fmla="*/ 404 w 524"/>
                <a:gd name="T57" fmla="*/ 35 h 361"/>
                <a:gd name="T58" fmla="*/ 401 w 524"/>
                <a:gd name="T59" fmla="*/ 54 h 361"/>
                <a:gd name="T60" fmla="*/ 374 w 524"/>
                <a:gd name="T61" fmla="*/ 96 h 361"/>
                <a:gd name="T62" fmla="*/ 266 w 524"/>
                <a:gd name="T63" fmla="*/ 213 h 361"/>
                <a:gd name="T64" fmla="*/ 270 w 524"/>
                <a:gd name="T65" fmla="*/ 174 h 361"/>
                <a:gd name="T66" fmla="*/ 256 w 524"/>
                <a:gd name="T67" fmla="*/ 90 h 361"/>
                <a:gd name="T68" fmla="*/ 229 w 524"/>
                <a:gd name="T69" fmla="*/ 65 h 361"/>
                <a:gd name="T70" fmla="*/ 206 w 524"/>
                <a:gd name="T71" fmla="*/ 73 h 361"/>
                <a:gd name="T72" fmla="*/ 202 w 524"/>
                <a:gd name="T73" fmla="*/ 75 h 361"/>
                <a:gd name="T74" fmla="*/ 160 w 524"/>
                <a:gd name="T75" fmla="*/ 123 h 361"/>
                <a:gd name="T76" fmla="*/ 125 w 524"/>
                <a:gd name="T77" fmla="*/ 185 h 361"/>
                <a:gd name="T78" fmla="*/ 115 w 524"/>
                <a:gd name="T79" fmla="*/ 191 h 361"/>
                <a:gd name="T80" fmla="*/ 110 w 524"/>
                <a:gd name="T81" fmla="*/ 179 h 361"/>
                <a:gd name="T82" fmla="*/ 97 w 524"/>
                <a:gd name="T83" fmla="*/ 128 h 361"/>
                <a:gd name="T84" fmla="*/ 63 w 524"/>
                <a:gd name="T85" fmla="*/ 114 h 361"/>
                <a:gd name="T86" fmla="*/ 20 w 524"/>
                <a:gd name="T87" fmla="*/ 152 h 361"/>
                <a:gd name="T88" fmla="*/ 0 w 524"/>
                <a:gd name="T89" fmla="*/ 250 h 361"/>
                <a:gd name="T90" fmla="*/ 3 w 524"/>
                <a:gd name="T91" fmla="*/ 287 h 361"/>
                <a:gd name="T92" fmla="*/ 35 w 524"/>
                <a:gd name="T93" fmla="*/ 339 h 3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524" h="361">
                  <a:moveTo>
                    <a:pt x="35" y="339"/>
                  </a:moveTo>
                  <a:cubicBezTo>
                    <a:pt x="42" y="341"/>
                    <a:pt x="49" y="343"/>
                    <a:pt x="55" y="346"/>
                  </a:cubicBezTo>
                  <a:cubicBezTo>
                    <a:pt x="71" y="356"/>
                    <a:pt x="88" y="361"/>
                    <a:pt x="107" y="354"/>
                  </a:cubicBezTo>
                  <a:cubicBezTo>
                    <a:pt x="120" y="350"/>
                    <a:pt x="126" y="346"/>
                    <a:pt x="128" y="332"/>
                  </a:cubicBezTo>
                  <a:cubicBezTo>
                    <a:pt x="129" y="319"/>
                    <a:pt x="131" y="307"/>
                    <a:pt x="131" y="294"/>
                  </a:cubicBezTo>
                  <a:cubicBezTo>
                    <a:pt x="132" y="283"/>
                    <a:pt x="132" y="270"/>
                    <a:pt x="129" y="259"/>
                  </a:cubicBezTo>
                  <a:cubicBezTo>
                    <a:pt x="121" y="236"/>
                    <a:pt x="123" y="215"/>
                    <a:pt x="134" y="195"/>
                  </a:cubicBezTo>
                  <a:cubicBezTo>
                    <a:pt x="135" y="192"/>
                    <a:pt x="139" y="188"/>
                    <a:pt x="141" y="188"/>
                  </a:cubicBezTo>
                  <a:cubicBezTo>
                    <a:pt x="144" y="188"/>
                    <a:pt x="148" y="192"/>
                    <a:pt x="149" y="194"/>
                  </a:cubicBezTo>
                  <a:cubicBezTo>
                    <a:pt x="161" y="218"/>
                    <a:pt x="181" y="234"/>
                    <a:pt x="205" y="245"/>
                  </a:cubicBezTo>
                  <a:cubicBezTo>
                    <a:pt x="227" y="252"/>
                    <a:pt x="209" y="266"/>
                    <a:pt x="209" y="266"/>
                  </a:cubicBezTo>
                  <a:cubicBezTo>
                    <a:pt x="209" y="266"/>
                    <a:pt x="188" y="286"/>
                    <a:pt x="184" y="291"/>
                  </a:cubicBezTo>
                  <a:cubicBezTo>
                    <a:pt x="180" y="296"/>
                    <a:pt x="166" y="310"/>
                    <a:pt x="168" y="312"/>
                  </a:cubicBezTo>
                  <a:cubicBezTo>
                    <a:pt x="172" y="315"/>
                    <a:pt x="165" y="341"/>
                    <a:pt x="168" y="344"/>
                  </a:cubicBezTo>
                  <a:cubicBezTo>
                    <a:pt x="175" y="349"/>
                    <a:pt x="198" y="334"/>
                    <a:pt x="198" y="334"/>
                  </a:cubicBezTo>
                  <a:cubicBezTo>
                    <a:pt x="198" y="334"/>
                    <a:pt x="399" y="184"/>
                    <a:pt x="428" y="159"/>
                  </a:cubicBezTo>
                  <a:cubicBezTo>
                    <a:pt x="434" y="154"/>
                    <a:pt x="454" y="145"/>
                    <a:pt x="458" y="143"/>
                  </a:cubicBezTo>
                  <a:cubicBezTo>
                    <a:pt x="463" y="142"/>
                    <a:pt x="467" y="140"/>
                    <a:pt x="471" y="138"/>
                  </a:cubicBezTo>
                  <a:cubicBezTo>
                    <a:pt x="481" y="136"/>
                    <a:pt x="490" y="132"/>
                    <a:pt x="499" y="126"/>
                  </a:cubicBezTo>
                  <a:cubicBezTo>
                    <a:pt x="504" y="122"/>
                    <a:pt x="515" y="106"/>
                    <a:pt x="516" y="104"/>
                  </a:cubicBezTo>
                  <a:cubicBezTo>
                    <a:pt x="524" y="88"/>
                    <a:pt x="523" y="74"/>
                    <a:pt x="524" y="69"/>
                  </a:cubicBezTo>
                  <a:cubicBezTo>
                    <a:pt x="524" y="65"/>
                    <a:pt x="522" y="54"/>
                    <a:pt x="521" y="49"/>
                  </a:cubicBezTo>
                  <a:cubicBezTo>
                    <a:pt x="518" y="39"/>
                    <a:pt x="512" y="32"/>
                    <a:pt x="512" y="31"/>
                  </a:cubicBezTo>
                  <a:cubicBezTo>
                    <a:pt x="507" y="21"/>
                    <a:pt x="490" y="8"/>
                    <a:pt x="481" y="5"/>
                  </a:cubicBezTo>
                  <a:cubicBezTo>
                    <a:pt x="476" y="3"/>
                    <a:pt x="459" y="0"/>
                    <a:pt x="444" y="1"/>
                  </a:cubicBezTo>
                  <a:cubicBezTo>
                    <a:pt x="429" y="3"/>
                    <a:pt x="417" y="8"/>
                    <a:pt x="409" y="11"/>
                  </a:cubicBezTo>
                  <a:cubicBezTo>
                    <a:pt x="400" y="15"/>
                    <a:pt x="394" y="19"/>
                    <a:pt x="393" y="20"/>
                  </a:cubicBezTo>
                  <a:cubicBezTo>
                    <a:pt x="392" y="21"/>
                    <a:pt x="389" y="24"/>
                    <a:pt x="390" y="25"/>
                  </a:cubicBezTo>
                  <a:cubicBezTo>
                    <a:pt x="391" y="27"/>
                    <a:pt x="402" y="31"/>
                    <a:pt x="404" y="35"/>
                  </a:cubicBezTo>
                  <a:cubicBezTo>
                    <a:pt x="407" y="41"/>
                    <a:pt x="405" y="45"/>
                    <a:pt x="401" y="54"/>
                  </a:cubicBezTo>
                  <a:cubicBezTo>
                    <a:pt x="397" y="63"/>
                    <a:pt x="391" y="77"/>
                    <a:pt x="374" y="96"/>
                  </a:cubicBezTo>
                  <a:cubicBezTo>
                    <a:pt x="358" y="116"/>
                    <a:pt x="280" y="199"/>
                    <a:pt x="266" y="213"/>
                  </a:cubicBezTo>
                  <a:cubicBezTo>
                    <a:pt x="266" y="211"/>
                    <a:pt x="269" y="185"/>
                    <a:pt x="270" y="174"/>
                  </a:cubicBezTo>
                  <a:cubicBezTo>
                    <a:pt x="274" y="144"/>
                    <a:pt x="276" y="115"/>
                    <a:pt x="256" y="90"/>
                  </a:cubicBezTo>
                  <a:cubicBezTo>
                    <a:pt x="249" y="80"/>
                    <a:pt x="240" y="70"/>
                    <a:pt x="229" y="65"/>
                  </a:cubicBezTo>
                  <a:cubicBezTo>
                    <a:pt x="224" y="62"/>
                    <a:pt x="214" y="70"/>
                    <a:pt x="206" y="73"/>
                  </a:cubicBezTo>
                  <a:cubicBezTo>
                    <a:pt x="204" y="74"/>
                    <a:pt x="203" y="75"/>
                    <a:pt x="202" y="75"/>
                  </a:cubicBezTo>
                  <a:cubicBezTo>
                    <a:pt x="180" y="85"/>
                    <a:pt x="167" y="102"/>
                    <a:pt x="160" y="123"/>
                  </a:cubicBezTo>
                  <a:cubicBezTo>
                    <a:pt x="152" y="146"/>
                    <a:pt x="143" y="168"/>
                    <a:pt x="125" y="185"/>
                  </a:cubicBezTo>
                  <a:cubicBezTo>
                    <a:pt x="122" y="188"/>
                    <a:pt x="118" y="189"/>
                    <a:pt x="115" y="191"/>
                  </a:cubicBezTo>
                  <a:cubicBezTo>
                    <a:pt x="113" y="187"/>
                    <a:pt x="111" y="183"/>
                    <a:pt x="110" y="179"/>
                  </a:cubicBezTo>
                  <a:cubicBezTo>
                    <a:pt x="106" y="162"/>
                    <a:pt x="103" y="144"/>
                    <a:pt x="97" y="128"/>
                  </a:cubicBezTo>
                  <a:cubicBezTo>
                    <a:pt x="91" y="113"/>
                    <a:pt x="77" y="108"/>
                    <a:pt x="63" y="114"/>
                  </a:cubicBezTo>
                  <a:cubicBezTo>
                    <a:pt x="44" y="121"/>
                    <a:pt x="29" y="133"/>
                    <a:pt x="20" y="152"/>
                  </a:cubicBezTo>
                  <a:cubicBezTo>
                    <a:pt x="5" y="183"/>
                    <a:pt x="1" y="216"/>
                    <a:pt x="0" y="250"/>
                  </a:cubicBezTo>
                  <a:cubicBezTo>
                    <a:pt x="1" y="262"/>
                    <a:pt x="0" y="275"/>
                    <a:pt x="3" y="287"/>
                  </a:cubicBezTo>
                  <a:cubicBezTo>
                    <a:pt x="7" y="309"/>
                    <a:pt x="13" y="329"/>
                    <a:pt x="35" y="33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79" name="Freeform 13"/>
            <p:cNvSpPr/>
            <p:nvPr/>
          </p:nvSpPr>
          <p:spPr bwMode="auto">
            <a:xfrm>
              <a:off x="3279775" y="-790575"/>
              <a:ext cx="455613" cy="174625"/>
            </a:xfrm>
            <a:custGeom>
              <a:avLst/>
              <a:gdLst>
                <a:gd name="T0" fmla="*/ 388 w 597"/>
                <a:gd name="T1" fmla="*/ 10 h 228"/>
                <a:gd name="T2" fmla="*/ 260 w 597"/>
                <a:gd name="T3" fmla="*/ 48 h 228"/>
                <a:gd name="T4" fmla="*/ 106 w 597"/>
                <a:gd name="T5" fmla="*/ 130 h 228"/>
                <a:gd name="T6" fmla="*/ 4 w 597"/>
                <a:gd name="T7" fmla="*/ 198 h 228"/>
                <a:gd name="T8" fmla="*/ 6 w 597"/>
                <a:gd name="T9" fmla="*/ 203 h 228"/>
                <a:gd name="T10" fmla="*/ 57 w 597"/>
                <a:gd name="T11" fmla="*/ 195 h 228"/>
                <a:gd name="T12" fmla="*/ 136 w 597"/>
                <a:gd name="T13" fmla="*/ 175 h 228"/>
                <a:gd name="T14" fmla="*/ 186 w 597"/>
                <a:gd name="T15" fmla="*/ 142 h 228"/>
                <a:gd name="T16" fmla="*/ 320 w 597"/>
                <a:gd name="T17" fmla="*/ 70 h 228"/>
                <a:gd name="T18" fmla="*/ 496 w 597"/>
                <a:gd name="T19" fmla="*/ 33 h 228"/>
                <a:gd name="T20" fmla="*/ 530 w 597"/>
                <a:gd name="T21" fmla="*/ 62 h 228"/>
                <a:gd name="T22" fmla="*/ 503 w 597"/>
                <a:gd name="T23" fmla="*/ 120 h 228"/>
                <a:gd name="T24" fmla="*/ 443 w 597"/>
                <a:gd name="T25" fmla="*/ 171 h 228"/>
                <a:gd name="T26" fmla="*/ 366 w 597"/>
                <a:gd name="T27" fmla="*/ 217 h 228"/>
                <a:gd name="T28" fmla="*/ 364 w 597"/>
                <a:gd name="T29" fmla="*/ 220 h 228"/>
                <a:gd name="T30" fmla="*/ 364 w 597"/>
                <a:gd name="T31" fmla="*/ 220 h 228"/>
                <a:gd name="T32" fmla="*/ 367 w 597"/>
                <a:gd name="T33" fmla="*/ 224 h 228"/>
                <a:gd name="T34" fmla="*/ 380 w 597"/>
                <a:gd name="T35" fmla="*/ 228 h 228"/>
                <a:gd name="T36" fmla="*/ 425 w 597"/>
                <a:gd name="T37" fmla="*/ 226 h 228"/>
                <a:gd name="T38" fmla="*/ 550 w 597"/>
                <a:gd name="T39" fmla="*/ 177 h 228"/>
                <a:gd name="T40" fmla="*/ 596 w 597"/>
                <a:gd name="T41" fmla="*/ 102 h 228"/>
                <a:gd name="T42" fmla="*/ 587 w 597"/>
                <a:gd name="T43" fmla="*/ 54 h 228"/>
                <a:gd name="T44" fmla="*/ 528 w 597"/>
                <a:gd name="T45" fmla="*/ 11 h 228"/>
                <a:gd name="T46" fmla="*/ 388 w 597"/>
                <a:gd name="T47" fmla="*/ 10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97" h="228">
                  <a:moveTo>
                    <a:pt x="388" y="10"/>
                  </a:moveTo>
                  <a:cubicBezTo>
                    <a:pt x="343" y="20"/>
                    <a:pt x="330" y="20"/>
                    <a:pt x="260" y="48"/>
                  </a:cubicBezTo>
                  <a:cubicBezTo>
                    <a:pt x="190" y="76"/>
                    <a:pt x="125" y="118"/>
                    <a:pt x="106" y="130"/>
                  </a:cubicBezTo>
                  <a:cubicBezTo>
                    <a:pt x="81" y="145"/>
                    <a:pt x="8" y="194"/>
                    <a:pt x="4" y="198"/>
                  </a:cubicBezTo>
                  <a:cubicBezTo>
                    <a:pt x="0" y="202"/>
                    <a:pt x="2" y="203"/>
                    <a:pt x="6" y="203"/>
                  </a:cubicBezTo>
                  <a:cubicBezTo>
                    <a:pt x="10" y="203"/>
                    <a:pt x="49" y="195"/>
                    <a:pt x="57" y="195"/>
                  </a:cubicBezTo>
                  <a:cubicBezTo>
                    <a:pt x="85" y="196"/>
                    <a:pt x="111" y="189"/>
                    <a:pt x="136" y="175"/>
                  </a:cubicBezTo>
                  <a:cubicBezTo>
                    <a:pt x="155" y="165"/>
                    <a:pt x="171" y="154"/>
                    <a:pt x="186" y="142"/>
                  </a:cubicBezTo>
                  <a:cubicBezTo>
                    <a:pt x="225" y="111"/>
                    <a:pt x="297" y="78"/>
                    <a:pt x="320" y="70"/>
                  </a:cubicBezTo>
                  <a:cubicBezTo>
                    <a:pt x="380" y="48"/>
                    <a:pt x="457" y="30"/>
                    <a:pt x="496" y="33"/>
                  </a:cubicBezTo>
                  <a:cubicBezTo>
                    <a:pt x="512" y="34"/>
                    <a:pt x="527" y="43"/>
                    <a:pt x="530" y="62"/>
                  </a:cubicBezTo>
                  <a:cubicBezTo>
                    <a:pt x="533" y="77"/>
                    <a:pt x="513" y="110"/>
                    <a:pt x="503" y="120"/>
                  </a:cubicBezTo>
                  <a:cubicBezTo>
                    <a:pt x="494" y="130"/>
                    <a:pt x="469" y="152"/>
                    <a:pt x="443" y="171"/>
                  </a:cubicBezTo>
                  <a:cubicBezTo>
                    <a:pt x="413" y="191"/>
                    <a:pt x="369" y="216"/>
                    <a:pt x="366" y="217"/>
                  </a:cubicBezTo>
                  <a:cubicBezTo>
                    <a:pt x="363" y="219"/>
                    <a:pt x="364" y="220"/>
                    <a:pt x="364" y="220"/>
                  </a:cubicBezTo>
                  <a:cubicBezTo>
                    <a:pt x="364" y="220"/>
                    <a:pt x="364" y="219"/>
                    <a:pt x="364" y="220"/>
                  </a:cubicBezTo>
                  <a:cubicBezTo>
                    <a:pt x="364" y="222"/>
                    <a:pt x="365" y="222"/>
                    <a:pt x="367" y="224"/>
                  </a:cubicBezTo>
                  <a:cubicBezTo>
                    <a:pt x="370" y="225"/>
                    <a:pt x="373" y="228"/>
                    <a:pt x="380" y="228"/>
                  </a:cubicBezTo>
                  <a:cubicBezTo>
                    <a:pt x="383" y="228"/>
                    <a:pt x="421" y="226"/>
                    <a:pt x="425" y="226"/>
                  </a:cubicBezTo>
                  <a:cubicBezTo>
                    <a:pt x="451" y="224"/>
                    <a:pt x="505" y="216"/>
                    <a:pt x="550" y="177"/>
                  </a:cubicBezTo>
                  <a:cubicBezTo>
                    <a:pt x="573" y="156"/>
                    <a:pt x="593" y="137"/>
                    <a:pt x="596" y="102"/>
                  </a:cubicBezTo>
                  <a:cubicBezTo>
                    <a:pt x="597" y="90"/>
                    <a:pt x="596" y="73"/>
                    <a:pt x="587" y="54"/>
                  </a:cubicBezTo>
                  <a:cubicBezTo>
                    <a:pt x="576" y="29"/>
                    <a:pt x="549" y="18"/>
                    <a:pt x="528" y="11"/>
                  </a:cubicBezTo>
                  <a:cubicBezTo>
                    <a:pt x="493" y="0"/>
                    <a:pt x="438" y="0"/>
                    <a:pt x="388" y="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80" name="Freeform 14"/>
            <p:cNvSpPr/>
            <p:nvPr/>
          </p:nvSpPr>
          <p:spPr bwMode="auto">
            <a:xfrm>
              <a:off x="549275" y="-954088"/>
              <a:ext cx="160338" cy="173038"/>
            </a:xfrm>
            <a:custGeom>
              <a:avLst/>
              <a:gdLst>
                <a:gd name="T0" fmla="*/ 39 w 210"/>
                <a:gd name="T1" fmla="*/ 128 h 226"/>
                <a:gd name="T2" fmla="*/ 50 w 210"/>
                <a:gd name="T3" fmla="*/ 144 h 226"/>
                <a:gd name="T4" fmla="*/ 53 w 210"/>
                <a:gd name="T5" fmla="*/ 162 h 226"/>
                <a:gd name="T6" fmla="*/ 34 w 210"/>
                <a:gd name="T7" fmla="*/ 188 h 226"/>
                <a:gd name="T8" fmla="*/ 12 w 210"/>
                <a:gd name="T9" fmla="*/ 222 h 226"/>
                <a:gd name="T10" fmla="*/ 48 w 210"/>
                <a:gd name="T11" fmla="*/ 201 h 226"/>
                <a:gd name="T12" fmla="*/ 84 w 210"/>
                <a:gd name="T13" fmla="*/ 192 h 226"/>
                <a:gd name="T14" fmla="*/ 159 w 210"/>
                <a:gd name="T15" fmla="*/ 197 h 226"/>
                <a:gd name="T16" fmla="*/ 199 w 210"/>
                <a:gd name="T17" fmla="*/ 166 h 226"/>
                <a:gd name="T18" fmla="*/ 189 w 210"/>
                <a:gd name="T19" fmla="*/ 80 h 226"/>
                <a:gd name="T20" fmla="*/ 156 w 210"/>
                <a:gd name="T21" fmla="*/ 43 h 226"/>
                <a:gd name="T22" fmla="*/ 99 w 210"/>
                <a:gd name="T23" fmla="*/ 11 h 226"/>
                <a:gd name="T24" fmla="*/ 66 w 210"/>
                <a:gd name="T25" fmla="*/ 11 h 226"/>
                <a:gd name="T26" fmla="*/ 36 w 210"/>
                <a:gd name="T27" fmla="*/ 31 h 226"/>
                <a:gd name="T28" fmla="*/ 25 w 210"/>
                <a:gd name="T29" fmla="*/ 108 h 226"/>
                <a:gd name="T30" fmla="*/ 39 w 210"/>
                <a:gd name="T31" fmla="*/ 128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10" h="226">
                  <a:moveTo>
                    <a:pt x="39" y="128"/>
                  </a:moveTo>
                  <a:cubicBezTo>
                    <a:pt x="43" y="134"/>
                    <a:pt x="46" y="140"/>
                    <a:pt x="50" y="144"/>
                  </a:cubicBezTo>
                  <a:cubicBezTo>
                    <a:pt x="56" y="150"/>
                    <a:pt x="58" y="155"/>
                    <a:pt x="53" y="162"/>
                  </a:cubicBezTo>
                  <a:cubicBezTo>
                    <a:pt x="47" y="170"/>
                    <a:pt x="40" y="179"/>
                    <a:pt x="34" y="188"/>
                  </a:cubicBezTo>
                  <a:cubicBezTo>
                    <a:pt x="28" y="197"/>
                    <a:pt x="9" y="218"/>
                    <a:pt x="12" y="222"/>
                  </a:cubicBezTo>
                  <a:cubicBezTo>
                    <a:pt x="15" y="226"/>
                    <a:pt x="38" y="207"/>
                    <a:pt x="48" y="201"/>
                  </a:cubicBezTo>
                  <a:cubicBezTo>
                    <a:pt x="59" y="194"/>
                    <a:pt x="70" y="186"/>
                    <a:pt x="84" y="192"/>
                  </a:cubicBezTo>
                  <a:cubicBezTo>
                    <a:pt x="109" y="203"/>
                    <a:pt x="134" y="201"/>
                    <a:pt x="159" y="197"/>
                  </a:cubicBezTo>
                  <a:cubicBezTo>
                    <a:pt x="177" y="194"/>
                    <a:pt x="194" y="186"/>
                    <a:pt x="199" y="166"/>
                  </a:cubicBezTo>
                  <a:cubicBezTo>
                    <a:pt x="205" y="137"/>
                    <a:pt x="210" y="107"/>
                    <a:pt x="189" y="80"/>
                  </a:cubicBezTo>
                  <a:cubicBezTo>
                    <a:pt x="178" y="67"/>
                    <a:pt x="169" y="53"/>
                    <a:pt x="156" y="43"/>
                  </a:cubicBezTo>
                  <a:cubicBezTo>
                    <a:pt x="139" y="30"/>
                    <a:pt x="119" y="20"/>
                    <a:pt x="99" y="11"/>
                  </a:cubicBezTo>
                  <a:cubicBezTo>
                    <a:pt x="89" y="6"/>
                    <a:pt x="78" y="0"/>
                    <a:pt x="66" y="11"/>
                  </a:cubicBezTo>
                  <a:cubicBezTo>
                    <a:pt x="57" y="19"/>
                    <a:pt x="47" y="26"/>
                    <a:pt x="36" y="31"/>
                  </a:cubicBezTo>
                  <a:cubicBezTo>
                    <a:pt x="11" y="44"/>
                    <a:pt x="0" y="87"/>
                    <a:pt x="25" y="108"/>
                  </a:cubicBezTo>
                  <a:cubicBezTo>
                    <a:pt x="31" y="113"/>
                    <a:pt x="34" y="122"/>
                    <a:pt x="39" y="1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81" name="Freeform 15"/>
            <p:cNvSpPr/>
            <p:nvPr/>
          </p:nvSpPr>
          <p:spPr bwMode="auto">
            <a:xfrm>
              <a:off x="3154362" y="-631825"/>
              <a:ext cx="93663" cy="157163"/>
            </a:xfrm>
            <a:custGeom>
              <a:avLst/>
              <a:gdLst>
                <a:gd name="T0" fmla="*/ 105 w 122"/>
                <a:gd name="T1" fmla="*/ 180 h 205"/>
                <a:gd name="T2" fmla="*/ 108 w 122"/>
                <a:gd name="T3" fmla="*/ 135 h 205"/>
                <a:gd name="T4" fmla="*/ 121 w 122"/>
                <a:gd name="T5" fmla="*/ 30 h 205"/>
                <a:gd name="T6" fmla="*/ 106 w 122"/>
                <a:gd name="T7" fmla="*/ 10 h 205"/>
                <a:gd name="T8" fmla="*/ 101 w 122"/>
                <a:gd name="T9" fmla="*/ 8 h 205"/>
                <a:gd name="T10" fmla="*/ 64 w 122"/>
                <a:gd name="T11" fmla="*/ 0 h 205"/>
                <a:gd name="T12" fmla="*/ 46 w 122"/>
                <a:gd name="T13" fmla="*/ 9 h 205"/>
                <a:gd name="T14" fmla="*/ 24 w 122"/>
                <a:gd name="T15" fmla="*/ 44 h 205"/>
                <a:gd name="T16" fmla="*/ 4 w 122"/>
                <a:gd name="T17" fmla="*/ 141 h 205"/>
                <a:gd name="T18" fmla="*/ 47 w 122"/>
                <a:gd name="T19" fmla="*/ 198 h 205"/>
                <a:gd name="T20" fmla="*/ 78 w 122"/>
                <a:gd name="T21" fmla="*/ 202 h 205"/>
                <a:gd name="T22" fmla="*/ 105 w 122"/>
                <a:gd name="T23" fmla="*/ 180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22" h="205">
                  <a:moveTo>
                    <a:pt x="105" y="180"/>
                  </a:moveTo>
                  <a:cubicBezTo>
                    <a:pt x="103" y="164"/>
                    <a:pt x="106" y="150"/>
                    <a:pt x="108" y="135"/>
                  </a:cubicBezTo>
                  <a:cubicBezTo>
                    <a:pt x="113" y="100"/>
                    <a:pt x="117" y="65"/>
                    <a:pt x="121" y="30"/>
                  </a:cubicBezTo>
                  <a:cubicBezTo>
                    <a:pt x="122" y="17"/>
                    <a:pt x="119" y="12"/>
                    <a:pt x="106" y="10"/>
                  </a:cubicBezTo>
                  <a:cubicBezTo>
                    <a:pt x="105" y="9"/>
                    <a:pt x="103" y="8"/>
                    <a:pt x="101" y="8"/>
                  </a:cubicBezTo>
                  <a:cubicBezTo>
                    <a:pt x="89" y="5"/>
                    <a:pt x="77" y="3"/>
                    <a:pt x="64" y="0"/>
                  </a:cubicBezTo>
                  <a:cubicBezTo>
                    <a:pt x="58" y="2"/>
                    <a:pt x="50" y="4"/>
                    <a:pt x="46" y="9"/>
                  </a:cubicBezTo>
                  <a:cubicBezTo>
                    <a:pt x="38" y="20"/>
                    <a:pt x="27" y="31"/>
                    <a:pt x="24" y="44"/>
                  </a:cubicBezTo>
                  <a:cubicBezTo>
                    <a:pt x="15" y="76"/>
                    <a:pt x="9" y="108"/>
                    <a:pt x="4" y="141"/>
                  </a:cubicBezTo>
                  <a:cubicBezTo>
                    <a:pt x="0" y="172"/>
                    <a:pt x="16" y="192"/>
                    <a:pt x="47" y="198"/>
                  </a:cubicBezTo>
                  <a:cubicBezTo>
                    <a:pt x="57" y="200"/>
                    <a:pt x="68" y="199"/>
                    <a:pt x="78" y="202"/>
                  </a:cubicBezTo>
                  <a:cubicBezTo>
                    <a:pt x="94" y="205"/>
                    <a:pt x="108" y="196"/>
                    <a:pt x="105" y="18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82" name="Freeform 16"/>
            <p:cNvSpPr/>
            <p:nvPr/>
          </p:nvSpPr>
          <p:spPr bwMode="auto">
            <a:xfrm>
              <a:off x="-407988" y="17462"/>
              <a:ext cx="93663" cy="138113"/>
            </a:xfrm>
            <a:custGeom>
              <a:avLst/>
              <a:gdLst>
                <a:gd name="T0" fmla="*/ 0 w 59"/>
                <a:gd name="T1" fmla="*/ 87 h 87"/>
                <a:gd name="T2" fmla="*/ 0 w 59"/>
                <a:gd name="T3" fmla="*/ 0 h 87"/>
                <a:gd name="T4" fmla="*/ 15 w 59"/>
                <a:gd name="T5" fmla="*/ 0 h 87"/>
                <a:gd name="T6" fmla="*/ 45 w 59"/>
                <a:gd name="T7" fmla="*/ 58 h 87"/>
                <a:gd name="T8" fmla="*/ 45 w 59"/>
                <a:gd name="T9" fmla="*/ 0 h 87"/>
                <a:gd name="T10" fmla="*/ 59 w 59"/>
                <a:gd name="T11" fmla="*/ 0 h 87"/>
                <a:gd name="T12" fmla="*/ 59 w 59"/>
                <a:gd name="T13" fmla="*/ 87 h 87"/>
                <a:gd name="T14" fmla="*/ 44 w 59"/>
                <a:gd name="T15" fmla="*/ 87 h 87"/>
                <a:gd name="T16" fmla="*/ 14 w 59"/>
                <a:gd name="T17" fmla="*/ 31 h 87"/>
                <a:gd name="T18" fmla="*/ 14 w 59"/>
                <a:gd name="T19" fmla="*/ 87 h 87"/>
                <a:gd name="T20" fmla="*/ 0 w 59"/>
                <a:gd name="T21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87">
                  <a:moveTo>
                    <a:pt x="0" y="87"/>
                  </a:moveTo>
                  <a:lnTo>
                    <a:pt x="0" y="0"/>
                  </a:lnTo>
                  <a:lnTo>
                    <a:pt x="15" y="0"/>
                  </a:lnTo>
                  <a:lnTo>
                    <a:pt x="45" y="58"/>
                  </a:lnTo>
                  <a:lnTo>
                    <a:pt x="45" y="0"/>
                  </a:lnTo>
                  <a:lnTo>
                    <a:pt x="59" y="0"/>
                  </a:lnTo>
                  <a:lnTo>
                    <a:pt x="59" y="87"/>
                  </a:lnTo>
                  <a:lnTo>
                    <a:pt x="44" y="87"/>
                  </a:lnTo>
                  <a:lnTo>
                    <a:pt x="14" y="31"/>
                  </a:lnTo>
                  <a:lnTo>
                    <a:pt x="14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83" name="Freeform 17"/>
            <p:cNvSpPr>
              <a:spLocks noEditPoints="1"/>
            </p:cNvSpPr>
            <p:nvPr/>
          </p:nvSpPr>
          <p:spPr bwMode="auto">
            <a:xfrm>
              <a:off x="-301625" y="17462"/>
              <a:ext cx="115888" cy="138113"/>
            </a:xfrm>
            <a:custGeom>
              <a:avLst/>
              <a:gdLst>
                <a:gd name="T0" fmla="*/ 73 w 73"/>
                <a:gd name="T1" fmla="*/ 87 h 87"/>
                <a:gd name="T2" fmla="*/ 57 w 73"/>
                <a:gd name="T3" fmla="*/ 87 h 87"/>
                <a:gd name="T4" fmla="*/ 51 w 73"/>
                <a:gd name="T5" fmla="*/ 67 h 87"/>
                <a:gd name="T6" fmla="*/ 22 w 73"/>
                <a:gd name="T7" fmla="*/ 67 h 87"/>
                <a:gd name="T8" fmla="*/ 15 w 73"/>
                <a:gd name="T9" fmla="*/ 87 h 87"/>
                <a:gd name="T10" fmla="*/ 0 w 73"/>
                <a:gd name="T11" fmla="*/ 87 h 87"/>
                <a:gd name="T12" fmla="*/ 28 w 73"/>
                <a:gd name="T13" fmla="*/ 0 h 87"/>
                <a:gd name="T14" fmla="*/ 44 w 73"/>
                <a:gd name="T15" fmla="*/ 0 h 87"/>
                <a:gd name="T16" fmla="*/ 73 w 73"/>
                <a:gd name="T17" fmla="*/ 87 h 87"/>
                <a:gd name="T18" fmla="*/ 46 w 73"/>
                <a:gd name="T19" fmla="*/ 53 h 87"/>
                <a:gd name="T20" fmla="*/ 36 w 73"/>
                <a:gd name="T21" fmla="*/ 21 h 87"/>
                <a:gd name="T22" fmla="*/ 26 w 73"/>
                <a:gd name="T23" fmla="*/ 53 h 87"/>
                <a:gd name="T24" fmla="*/ 46 w 73"/>
                <a:gd name="T25" fmla="*/ 5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3" h="87">
                  <a:moveTo>
                    <a:pt x="73" y="87"/>
                  </a:moveTo>
                  <a:lnTo>
                    <a:pt x="57" y="87"/>
                  </a:lnTo>
                  <a:lnTo>
                    <a:pt x="51" y="67"/>
                  </a:lnTo>
                  <a:lnTo>
                    <a:pt x="22" y="67"/>
                  </a:lnTo>
                  <a:lnTo>
                    <a:pt x="15" y="87"/>
                  </a:lnTo>
                  <a:lnTo>
                    <a:pt x="0" y="87"/>
                  </a:lnTo>
                  <a:lnTo>
                    <a:pt x="28" y="0"/>
                  </a:lnTo>
                  <a:lnTo>
                    <a:pt x="44" y="0"/>
                  </a:lnTo>
                  <a:lnTo>
                    <a:pt x="73" y="87"/>
                  </a:lnTo>
                  <a:close/>
                  <a:moveTo>
                    <a:pt x="46" y="53"/>
                  </a:moveTo>
                  <a:lnTo>
                    <a:pt x="36" y="21"/>
                  </a:lnTo>
                  <a:lnTo>
                    <a:pt x="26" y="53"/>
                  </a:lnTo>
                  <a:lnTo>
                    <a:pt x="46" y="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84" name="Freeform 18"/>
            <p:cNvSpPr/>
            <p:nvPr/>
          </p:nvSpPr>
          <p:spPr bwMode="auto">
            <a:xfrm>
              <a:off x="-173038" y="17462"/>
              <a:ext cx="92075" cy="138113"/>
            </a:xfrm>
            <a:custGeom>
              <a:avLst/>
              <a:gdLst>
                <a:gd name="T0" fmla="*/ 0 w 58"/>
                <a:gd name="T1" fmla="*/ 87 h 87"/>
                <a:gd name="T2" fmla="*/ 0 w 58"/>
                <a:gd name="T3" fmla="*/ 0 h 87"/>
                <a:gd name="T4" fmla="*/ 15 w 58"/>
                <a:gd name="T5" fmla="*/ 0 h 87"/>
                <a:gd name="T6" fmla="*/ 44 w 58"/>
                <a:gd name="T7" fmla="*/ 58 h 87"/>
                <a:gd name="T8" fmla="*/ 44 w 58"/>
                <a:gd name="T9" fmla="*/ 0 h 87"/>
                <a:gd name="T10" fmla="*/ 58 w 58"/>
                <a:gd name="T11" fmla="*/ 0 h 87"/>
                <a:gd name="T12" fmla="*/ 58 w 58"/>
                <a:gd name="T13" fmla="*/ 87 h 87"/>
                <a:gd name="T14" fmla="*/ 43 w 58"/>
                <a:gd name="T15" fmla="*/ 87 h 87"/>
                <a:gd name="T16" fmla="*/ 14 w 58"/>
                <a:gd name="T17" fmla="*/ 31 h 87"/>
                <a:gd name="T18" fmla="*/ 14 w 58"/>
                <a:gd name="T19" fmla="*/ 87 h 87"/>
                <a:gd name="T20" fmla="*/ 0 w 58"/>
                <a:gd name="T21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8" h="87">
                  <a:moveTo>
                    <a:pt x="0" y="87"/>
                  </a:moveTo>
                  <a:lnTo>
                    <a:pt x="0" y="0"/>
                  </a:lnTo>
                  <a:lnTo>
                    <a:pt x="15" y="0"/>
                  </a:lnTo>
                  <a:lnTo>
                    <a:pt x="44" y="58"/>
                  </a:lnTo>
                  <a:lnTo>
                    <a:pt x="44" y="0"/>
                  </a:lnTo>
                  <a:lnTo>
                    <a:pt x="58" y="0"/>
                  </a:lnTo>
                  <a:lnTo>
                    <a:pt x="58" y="87"/>
                  </a:lnTo>
                  <a:lnTo>
                    <a:pt x="43" y="87"/>
                  </a:lnTo>
                  <a:lnTo>
                    <a:pt x="14" y="31"/>
                  </a:lnTo>
                  <a:lnTo>
                    <a:pt x="14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85" name="Freeform 19"/>
            <p:cNvSpPr/>
            <p:nvPr/>
          </p:nvSpPr>
          <p:spPr bwMode="auto">
            <a:xfrm>
              <a:off x="-65088" y="17462"/>
              <a:ext cx="74613" cy="141288"/>
            </a:xfrm>
            <a:custGeom>
              <a:avLst/>
              <a:gdLst>
                <a:gd name="T0" fmla="*/ 67 w 97"/>
                <a:gd name="T1" fmla="*/ 0 h 183"/>
                <a:gd name="T2" fmla="*/ 97 w 97"/>
                <a:gd name="T3" fmla="*/ 0 h 183"/>
                <a:gd name="T4" fmla="*/ 97 w 97"/>
                <a:gd name="T5" fmla="*/ 114 h 183"/>
                <a:gd name="T6" fmla="*/ 94 w 97"/>
                <a:gd name="T7" fmla="*/ 148 h 183"/>
                <a:gd name="T8" fmla="*/ 78 w 97"/>
                <a:gd name="T9" fmla="*/ 173 h 183"/>
                <a:gd name="T10" fmla="*/ 47 w 97"/>
                <a:gd name="T11" fmla="*/ 183 h 183"/>
                <a:gd name="T12" fmla="*/ 12 w 97"/>
                <a:gd name="T13" fmla="*/ 168 h 183"/>
                <a:gd name="T14" fmla="*/ 0 w 97"/>
                <a:gd name="T15" fmla="*/ 124 h 183"/>
                <a:gd name="T16" fmla="*/ 29 w 97"/>
                <a:gd name="T17" fmla="*/ 120 h 183"/>
                <a:gd name="T18" fmla="*/ 32 w 97"/>
                <a:gd name="T19" fmla="*/ 142 h 183"/>
                <a:gd name="T20" fmla="*/ 48 w 97"/>
                <a:gd name="T21" fmla="*/ 152 h 183"/>
                <a:gd name="T22" fmla="*/ 62 w 97"/>
                <a:gd name="T23" fmla="*/ 145 h 183"/>
                <a:gd name="T24" fmla="*/ 67 w 97"/>
                <a:gd name="T25" fmla="*/ 116 h 183"/>
                <a:gd name="T26" fmla="*/ 67 w 97"/>
                <a:gd name="T27" fmla="*/ 0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7" h="183">
                  <a:moveTo>
                    <a:pt x="67" y="0"/>
                  </a:moveTo>
                  <a:cubicBezTo>
                    <a:pt x="97" y="0"/>
                    <a:pt x="97" y="0"/>
                    <a:pt x="97" y="0"/>
                  </a:cubicBezTo>
                  <a:cubicBezTo>
                    <a:pt x="97" y="114"/>
                    <a:pt x="97" y="114"/>
                    <a:pt x="97" y="114"/>
                  </a:cubicBezTo>
                  <a:cubicBezTo>
                    <a:pt x="97" y="128"/>
                    <a:pt x="96" y="140"/>
                    <a:pt x="94" y="148"/>
                  </a:cubicBezTo>
                  <a:cubicBezTo>
                    <a:pt x="91" y="158"/>
                    <a:pt x="85" y="167"/>
                    <a:pt x="78" y="173"/>
                  </a:cubicBezTo>
                  <a:cubicBezTo>
                    <a:pt x="70" y="179"/>
                    <a:pt x="59" y="183"/>
                    <a:pt x="47" y="183"/>
                  </a:cubicBezTo>
                  <a:cubicBezTo>
                    <a:pt x="32" y="183"/>
                    <a:pt x="20" y="178"/>
                    <a:pt x="12" y="168"/>
                  </a:cubicBezTo>
                  <a:cubicBezTo>
                    <a:pt x="4" y="158"/>
                    <a:pt x="0" y="143"/>
                    <a:pt x="0" y="124"/>
                  </a:cubicBezTo>
                  <a:cubicBezTo>
                    <a:pt x="29" y="120"/>
                    <a:pt x="29" y="120"/>
                    <a:pt x="29" y="120"/>
                  </a:cubicBezTo>
                  <a:cubicBezTo>
                    <a:pt x="29" y="130"/>
                    <a:pt x="30" y="138"/>
                    <a:pt x="32" y="142"/>
                  </a:cubicBezTo>
                  <a:cubicBezTo>
                    <a:pt x="36" y="148"/>
                    <a:pt x="41" y="152"/>
                    <a:pt x="48" y="152"/>
                  </a:cubicBezTo>
                  <a:cubicBezTo>
                    <a:pt x="55" y="152"/>
                    <a:pt x="59" y="149"/>
                    <a:pt x="62" y="145"/>
                  </a:cubicBezTo>
                  <a:cubicBezTo>
                    <a:pt x="65" y="140"/>
                    <a:pt x="67" y="131"/>
                    <a:pt x="67" y="116"/>
                  </a:cubicBezTo>
                  <a:lnTo>
                    <a:pt x="6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86" name="Rectangle 20"/>
            <p:cNvSpPr>
              <a:spLocks noChangeArrowheads="1"/>
            </p:cNvSpPr>
            <p:nvPr/>
          </p:nvSpPr>
          <p:spPr bwMode="auto">
            <a:xfrm>
              <a:off x="34925" y="17462"/>
              <a:ext cx="22225" cy="13811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87" name="Freeform 21"/>
            <p:cNvSpPr/>
            <p:nvPr/>
          </p:nvSpPr>
          <p:spPr bwMode="auto">
            <a:xfrm>
              <a:off x="79375" y="17462"/>
              <a:ext cx="93663" cy="138113"/>
            </a:xfrm>
            <a:custGeom>
              <a:avLst/>
              <a:gdLst>
                <a:gd name="T0" fmla="*/ 0 w 59"/>
                <a:gd name="T1" fmla="*/ 87 h 87"/>
                <a:gd name="T2" fmla="*/ 0 w 59"/>
                <a:gd name="T3" fmla="*/ 0 h 87"/>
                <a:gd name="T4" fmla="*/ 15 w 59"/>
                <a:gd name="T5" fmla="*/ 0 h 87"/>
                <a:gd name="T6" fmla="*/ 45 w 59"/>
                <a:gd name="T7" fmla="*/ 58 h 87"/>
                <a:gd name="T8" fmla="*/ 45 w 59"/>
                <a:gd name="T9" fmla="*/ 0 h 87"/>
                <a:gd name="T10" fmla="*/ 59 w 59"/>
                <a:gd name="T11" fmla="*/ 0 h 87"/>
                <a:gd name="T12" fmla="*/ 59 w 59"/>
                <a:gd name="T13" fmla="*/ 87 h 87"/>
                <a:gd name="T14" fmla="*/ 44 w 59"/>
                <a:gd name="T15" fmla="*/ 87 h 87"/>
                <a:gd name="T16" fmla="*/ 14 w 59"/>
                <a:gd name="T17" fmla="*/ 31 h 87"/>
                <a:gd name="T18" fmla="*/ 14 w 59"/>
                <a:gd name="T19" fmla="*/ 87 h 87"/>
                <a:gd name="T20" fmla="*/ 0 w 59"/>
                <a:gd name="T21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87">
                  <a:moveTo>
                    <a:pt x="0" y="87"/>
                  </a:moveTo>
                  <a:lnTo>
                    <a:pt x="0" y="0"/>
                  </a:lnTo>
                  <a:lnTo>
                    <a:pt x="15" y="0"/>
                  </a:lnTo>
                  <a:lnTo>
                    <a:pt x="45" y="58"/>
                  </a:lnTo>
                  <a:lnTo>
                    <a:pt x="45" y="0"/>
                  </a:lnTo>
                  <a:lnTo>
                    <a:pt x="59" y="0"/>
                  </a:lnTo>
                  <a:lnTo>
                    <a:pt x="59" y="87"/>
                  </a:lnTo>
                  <a:lnTo>
                    <a:pt x="44" y="87"/>
                  </a:lnTo>
                  <a:lnTo>
                    <a:pt x="14" y="31"/>
                  </a:lnTo>
                  <a:lnTo>
                    <a:pt x="14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88" name="Freeform 22"/>
            <p:cNvSpPr/>
            <p:nvPr/>
          </p:nvSpPr>
          <p:spPr bwMode="auto">
            <a:xfrm>
              <a:off x="193675" y="15875"/>
              <a:ext cx="107950" cy="142875"/>
            </a:xfrm>
            <a:custGeom>
              <a:avLst/>
              <a:gdLst>
                <a:gd name="T0" fmla="*/ 77 w 143"/>
                <a:gd name="T1" fmla="*/ 117 h 186"/>
                <a:gd name="T2" fmla="*/ 77 w 143"/>
                <a:gd name="T3" fmla="*/ 86 h 186"/>
                <a:gd name="T4" fmla="*/ 143 w 143"/>
                <a:gd name="T5" fmla="*/ 86 h 186"/>
                <a:gd name="T6" fmla="*/ 143 w 143"/>
                <a:gd name="T7" fmla="*/ 158 h 186"/>
                <a:gd name="T8" fmla="*/ 115 w 143"/>
                <a:gd name="T9" fmla="*/ 177 h 186"/>
                <a:gd name="T10" fmla="*/ 78 w 143"/>
                <a:gd name="T11" fmla="*/ 186 h 186"/>
                <a:gd name="T12" fmla="*/ 36 w 143"/>
                <a:gd name="T13" fmla="*/ 174 h 186"/>
                <a:gd name="T14" fmla="*/ 9 w 143"/>
                <a:gd name="T15" fmla="*/ 140 h 186"/>
                <a:gd name="T16" fmla="*/ 0 w 143"/>
                <a:gd name="T17" fmla="*/ 92 h 186"/>
                <a:gd name="T18" fmla="*/ 10 w 143"/>
                <a:gd name="T19" fmla="*/ 42 h 186"/>
                <a:gd name="T20" fmla="*/ 40 w 143"/>
                <a:gd name="T21" fmla="*/ 9 h 186"/>
                <a:gd name="T22" fmla="*/ 76 w 143"/>
                <a:gd name="T23" fmla="*/ 0 h 186"/>
                <a:gd name="T24" fmla="*/ 120 w 143"/>
                <a:gd name="T25" fmla="*/ 14 h 186"/>
                <a:gd name="T26" fmla="*/ 141 w 143"/>
                <a:gd name="T27" fmla="*/ 53 h 186"/>
                <a:gd name="T28" fmla="*/ 110 w 143"/>
                <a:gd name="T29" fmla="*/ 60 h 186"/>
                <a:gd name="T30" fmla="*/ 98 w 143"/>
                <a:gd name="T31" fmla="*/ 39 h 186"/>
                <a:gd name="T32" fmla="*/ 76 w 143"/>
                <a:gd name="T33" fmla="*/ 31 h 186"/>
                <a:gd name="T34" fmla="*/ 44 w 143"/>
                <a:gd name="T35" fmla="*/ 46 h 186"/>
                <a:gd name="T36" fmla="*/ 32 w 143"/>
                <a:gd name="T37" fmla="*/ 91 h 186"/>
                <a:gd name="T38" fmla="*/ 44 w 143"/>
                <a:gd name="T39" fmla="*/ 139 h 186"/>
                <a:gd name="T40" fmla="*/ 76 w 143"/>
                <a:gd name="T41" fmla="*/ 155 h 186"/>
                <a:gd name="T42" fmla="*/ 95 w 143"/>
                <a:gd name="T43" fmla="*/ 150 h 186"/>
                <a:gd name="T44" fmla="*/ 112 w 143"/>
                <a:gd name="T45" fmla="*/ 139 h 186"/>
                <a:gd name="T46" fmla="*/ 112 w 143"/>
                <a:gd name="T47" fmla="*/ 117 h 186"/>
                <a:gd name="T48" fmla="*/ 77 w 143"/>
                <a:gd name="T49" fmla="*/ 117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43" h="186">
                  <a:moveTo>
                    <a:pt x="77" y="117"/>
                  </a:moveTo>
                  <a:cubicBezTo>
                    <a:pt x="77" y="86"/>
                    <a:pt x="77" y="86"/>
                    <a:pt x="77" y="86"/>
                  </a:cubicBezTo>
                  <a:cubicBezTo>
                    <a:pt x="143" y="86"/>
                    <a:pt x="143" y="86"/>
                    <a:pt x="143" y="86"/>
                  </a:cubicBezTo>
                  <a:cubicBezTo>
                    <a:pt x="143" y="158"/>
                    <a:pt x="143" y="158"/>
                    <a:pt x="143" y="158"/>
                  </a:cubicBezTo>
                  <a:cubicBezTo>
                    <a:pt x="136" y="165"/>
                    <a:pt x="127" y="172"/>
                    <a:pt x="115" y="177"/>
                  </a:cubicBezTo>
                  <a:cubicBezTo>
                    <a:pt x="103" y="183"/>
                    <a:pt x="90" y="186"/>
                    <a:pt x="78" y="186"/>
                  </a:cubicBezTo>
                  <a:cubicBezTo>
                    <a:pt x="62" y="186"/>
                    <a:pt x="48" y="182"/>
                    <a:pt x="36" y="174"/>
                  </a:cubicBezTo>
                  <a:cubicBezTo>
                    <a:pt x="24" y="166"/>
                    <a:pt x="15" y="155"/>
                    <a:pt x="9" y="140"/>
                  </a:cubicBezTo>
                  <a:cubicBezTo>
                    <a:pt x="3" y="125"/>
                    <a:pt x="0" y="109"/>
                    <a:pt x="0" y="92"/>
                  </a:cubicBezTo>
                  <a:cubicBezTo>
                    <a:pt x="0" y="74"/>
                    <a:pt x="4" y="57"/>
                    <a:pt x="10" y="42"/>
                  </a:cubicBezTo>
                  <a:cubicBezTo>
                    <a:pt x="17" y="28"/>
                    <a:pt x="27" y="17"/>
                    <a:pt x="40" y="9"/>
                  </a:cubicBezTo>
                  <a:cubicBezTo>
                    <a:pt x="49" y="3"/>
                    <a:pt x="61" y="0"/>
                    <a:pt x="76" y="0"/>
                  </a:cubicBezTo>
                  <a:cubicBezTo>
                    <a:pt x="95" y="0"/>
                    <a:pt x="110" y="5"/>
                    <a:pt x="120" y="14"/>
                  </a:cubicBezTo>
                  <a:cubicBezTo>
                    <a:pt x="131" y="24"/>
                    <a:pt x="138" y="36"/>
                    <a:pt x="141" y="53"/>
                  </a:cubicBezTo>
                  <a:cubicBezTo>
                    <a:pt x="110" y="60"/>
                    <a:pt x="110" y="60"/>
                    <a:pt x="110" y="60"/>
                  </a:cubicBezTo>
                  <a:cubicBezTo>
                    <a:pt x="108" y="51"/>
                    <a:pt x="104" y="44"/>
                    <a:pt x="98" y="39"/>
                  </a:cubicBezTo>
                  <a:cubicBezTo>
                    <a:pt x="92" y="34"/>
                    <a:pt x="85" y="31"/>
                    <a:pt x="76" y="31"/>
                  </a:cubicBezTo>
                  <a:cubicBezTo>
                    <a:pt x="63" y="31"/>
                    <a:pt x="52" y="36"/>
                    <a:pt x="44" y="46"/>
                  </a:cubicBezTo>
                  <a:cubicBezTo>
                    <a:pt x="36" y="56"/>
                    <a:pt x="32" y="71"/>
                    <a:pt x="32" y="91"/>
                  </a:cubicBezTo>
                  <a:cubicBezTo>
                    <a:pt x="32" y="112"/>
                    <a:pt x="36" y="128"/>
                    <a:pt x="44" y="139"/>
                  </a:cubicBezTo>
                  <a:cubicBezTo>
                    <a:pt x="52" y="149"/>
                    <a:pt x="63" y="155"/>
                    <a:pt x="76" y="155"/>
                  </a:cubicBezTo>
                  <a:cubicBezTo>
                    <a:pt x="82" y="155"/>
                    <a:pt x="89" y="153"/>
                    <a:pt x="95" y="150"/>
                  </a:cubicBezTo>
                  <a:cubicBezTo>
                    <a:pt x="102" y="147"/>
                    <a:pt x="107" y="144"/>
                    <a:pt x="112" y="139"/>
                  </a:cubicBezTo>
                  <a:cubicBezTo>
                    <a:pt x="112" y="117"/>
                    <a:pt x="112" y="117"/>
                    <a:pt x="112" y="117"/>
                  </a:cubicBezTo>
                  <a:lnTo>
                    <a:pt x="77" y="11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89" name="Freeform 23"/>
            <p:cNvSpPr/>
            <p:nvPr/>
          </p:nvSpPr>
          <p:spPr bwMode="auto">
            <a:xfrm>
              <a:off x="368300" y="17462"/>
              <a:ext cx="93663" cy="141288"/>
            </a:xfrm>
            <a:custGeom>
              <a:avLst/>
              <a:gdLst>
                <a:gd name="T0" fmla="*/ 0 w 122"/>
                <a:gd name="T1" fmla="*/ 0 h 183"/>
                <a:gd name="T2" fmla="*/ 31 w 122"/>
                <a:gd name="T3" fmla="*/ 0 h 183"/>
                <a:gd name="T4" fmla="*/ 31 w 122"/>
                <a:gd name="T5" fmla="*/ 97 h 183"/>
                <a:gd name="T6" fmla="*/ 32 w 122"/>
                <a:gd name="T7" fmla="*/ 127 h 183"/>
                <a:gd name="T8" fmla="*/ 41 w 122"/>
                <a:gd name="T9" fmla="*/ 145 h 183"/>
                <a:gd name="T10" fmla="*/ 62 w 122"/>
                <a:gd name="T11" fmla="*/ 152 h 183"/>
                <a:gd name="T12" fmla="*/ 81 w 122"/>
                <a:gd name="T13" fmla="*/ 145 h 183"/>
                <a:gd name="T14" fmla="*/ 90 w 122"/>
                <a:gd name="T15" fmla="*/ 130 h 183"/>
                <a:gd name="T16" fmla="*/ 91 w 122"/>
                <a:gd name="T17" fmla="*/ 99 h 183"/>
                <a:gd name="T18" fmla="*/ 91 w 122"/>
                <a:gd name="T19" fmla="*/ 0 h 183"/>
                <a:gd name="T20" fmla="*/ 122 w 122"/>
                <a:gd name="T21" fmla="*/ 0 h 183"/>
                <a:gd name="T22" fmla="*/ 122 w 122"/>
                <a:gd name="T23" fmla="*/ 94 h 183"/>
                <a:gd name="T24" fmla="*/ 119 w 122"/>
                <a:gd name="T25" fmla="*/ 140 h 183"/>
                <a:gd name="T26" fmla="*/ 110 w 122"/>
                <a:gd name="T27" fmla="*/ 162 h 183"/>
                <a:gd name="T28" fmla="*/ 92 w 122"/>
                <a:gd name="T29" fmla="*/ 177 h 183"/>
                <a:gd name="T30" fmla="*/ 63 w 122"/>
                <a:gd name="T31" fmla="*/ 183 h 183"/>
                <a:gd name="T32" fmla="*/ 30 w 122"/>
                <a:gd name="T33" fmla="*/ 177 h 183"/>
                <a:gd name="T34" fmla="*/ 12 w 122"/>
                <a:gd name="T35" fmla="*/ 161 h 183"/>
                <a:gd name="T36" fmla="*/ 3 w 122"/>
                <a:gd name="T37" fmla="*/ 141 h 183"/>
                <a:gd name="T38" fmla="*/ 0 w 122"/>
                <a:gd name="T39" fmla="*/ 96 h 183"/>
                <a:gd name="T40" fmla="*/ 0 w 122"/>
                <a:gd name="T41" fmla="*/ 0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22" h="183">
                  <a:moveTo>
                    <a:pt x="0" y="0"/>
                  </a:moveTo>
                  <a:cubicBezTo>
                    <a:pt x="31" y="0"/>
                    <a:pt x="31" y="0"/>
                    <a:pt x="31" y="0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1" y="113"/>
                    <a:pt x="31" y="123"/>
                    <a:pt x="32" y="127"/>
                  </a:cubicBezTo>
                  <a:cubicBezTo>
                    <a:pt x="33" y="135"/>
                    <a:pt x="37" y="140"/>
                    <a:pt x="41" y="145"/>
                  </a:cubicBezTo>
                  <a:cubicBezTo>
                    <a:pt x="46" y="149"/>
                    <a:pt x="53" y="152"/>
                    <a:pt x="62" y="152"/>
                  </a:cubicBezTo>
                  <a:cubicBezTo>
                    <a:pt x="70" y="152"/>
                    <a:pt x="77" y="149"/>
                    <a:pt x="81" y="145"/>
                  </a:cubicBezTo>
                  <a:cubicBezTo>
                    <a:pt x="86" y="141"/>
                    <a:pt x="89" y="136"/>
                    <a:pt x="90" y="130"/>
                  </a:cubicBezTo>
                  <a:cubicBezTo>
                    <a:pt x="90" y="124"/>
                    <a:pt x="91" y="114"/>
                    <a:pt x="91" y="99"/>
                  </a:cubicBezTo>
                  <a:cubicBezTo>
                    <a:pt x="91" y="0"/>
                    <a:pt x="91" y="0"/>
                    <a:pt x="91" y="0"/>
                  </a:cubicBezTo>
                  <a:cubicBezTo>
                    <a:pt x="122" y="0"/>
                    <a:pt x="122" y="0"/>
                    <a:pt x="122" y="0"/>
                  </a:cubicBezTo>
                  <a:cubicBezTo>
                    <a:pt x="122" y="94"/>
                    <a:pt x="122" y="94"/>
                    <a:pt x="122" y="94"/>
                  </a:cubicBezTo>
                  <a:cubicBezTo>
                    <a:pt x="122" y="116"/>
                    <a:pt x="121" y="131"/>
                    <a:pt x="119" y="140"/>
                  </a:cubicBezTo>
                  <a:cubicBezTo>
                    <a:pt x="117" y="149"/>
                    <a:pt x="114" y="156"/>
                    <a:pt x="110" y="162"/>
                  </a:cubicBezTo>
                  <a:cubicBezTo>
                    <a:pt x="105" y="169"/>
                    <a:pt x="100" y="173"/>
                    <a:pt x="92" y="177"/>
                  </a:cubicBezTo>
                  <a:cubicBezTo>
                    <a:pt x="84" y="181"/>
                    <a:pt x="75" y="183"/>
                    <a:pt x="63" y="183"/>
                  </a:cubicBezTo>
                  <a:cubicBezTo>
                    <a:pt x="48" y="183"/>
                    <a:pt x="37" y="181"/>
                    <a:pt x="30" y="177"/>
                  </a:cubicBezTo>
                  <a:cubicBezTo>
                    <a:pt x="22" y="173"/>
                    <a:pt x="16" y="168"/>
                    <a:pt x="12" y="161"/>
                  </a:cubicBezTo>
                  <a:cubicBezTo>
                    <a:pt x="7" y="155"/>
                    <a:pt x="5" y="148"/>
                    <a:pt x="3" y="141"/>
                  </a:cubicBezTo>
                  <a:cubicBezTo>
                    <a:pt x="1" y="131"/>
                    <a:pt x="0" y="116"/>
                    <a:pt x="0" y="96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90" name="Freeform 24"/>
            <p:cNvSpPr/>
            <p:nvPr/>
          </p:nvSpPr>
          <p:spPr bwMode="auto">
            <a:xfrm>
              <a:off x="485775" y="17462"/>
              <a:ext cx="93663" cy="138113"/>
            </a:xfrm>
            <a:custGeom>
              <a:avLst/>
              <a:gdLst>
                <a:gd name="T0" fmla="*/ 0 w 59"/>
                <a:gd name="T1" fmla="*/ 87 h 87"/>
                <a:gd name="T2" fmla="*/ 0 w 59"/>
                <a:gd name="T3" fmla="*/ 0 h 87"/>
                <a:gd name="T4" fmla="*/ 15 w 59"/>
                <a:gd name="T5" fmla="*/ 0 h 87"/>
                <a:gd name="T6" fmla="*/ 45 w 59"/>
                <a:gd name="T7" fmla="*/ 58 h 87"/>
                <a:gd name="T8" fmla="*/ 45 w 59"/>
                <a:gd name="T9" fmla="*/ 0 h 87"/>
                <a:gd name="T10" fmla="*/ 59 w 59"/>
                <a:gd name="T11" fmla="*/ 0 h 87"/>
                <a:gd name="T12" fmla="*/ 59 w 59"/>
                <a:gd name="T13" fmla="*/ 87 h 87"/>
                <a:gd name="T14" fmla="*/ 44 w 59"/>
                <a:gd name="T15" fmla="*/ 87 h 87"/>
                <a:gd name="T16" fmla="*/ 14 w 59"/>
                <a:gd name="T17" fmla="*/ 31 h 87"/>
                <a:gd name="T18" fmla="*/ 14 w 59"/>
                <a:gd name="T19" fmla="*/ 87 h 87"/>
                <a:gd name="T20" fmla="*/ 0 w 59"/>
                <a:gd name="T21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87">
                  <a:moveTo>
                    <a:pt x="0" y="87"/>
                  </a:moveTo>
                  <a:lnTo>
                    <a:pt x="0" y="0"/>
                  </a:lnTo>
                  <a:lnTo>
                    <a:pt x="15" y="0"/>
                  </a:lnTo>
                  <a:lnTo>
                    <a:pt x="45" y="58"/>
                  </a:lnTo>
                  <a:lnTo>
                    <a:pt x="45" y="0"/>
                  </a:lnTo>
                  <a:lnTo>
                    <a:pt x="59" y="0"/>
                  </a:lnTo>
                  <a:lnTo>
                    <a:pt x="59" y="87"/>
                  </a:lnTo>
                  <a:lnTo>
                    <a:pt x="44" y="87"/>
                  </a:lnTo>
                  <a:lnTo>
                    <a:pt x="14" y="31"/>
                  </a:lnTo>
                  <a:lnTo>
                    <a:pt x="14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91" name="Rectangle 25"/>
            <p:cNvSpPr>
              <a:spLocks noChangeArrowheads="1"/>
            </p:cNvSpPr>
            <p:nvPr/>
          </p:nvSpPr>
          <p:spPr bwMode="auto">
            <a:xfrm>
              <a:off x="603250" y="17462"/>
              <a:ext cx="23813" cy="13811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92" name="Freeform 26"/>
            <p:cNvSpPr/>
            <p:nvPr/>
          </p:nvSpPr>
          <p:spPr bwMode="auto">
            <a:xfrm>
              <a:off x="636587" y="17462"/>
              <a:ext cx="107950" cy="138113"/>
            </a:xfrm>
            <a:custGeom>
              <a:avLst/>
              <a:gdLst>
                <a:gd name="T0" fmla="*/ 27 w 68"/>
                <a:gd name="T1" fmla="*/ 87 h 87"/>
                <a:gd name="T2" fmla="*/ 0 w 68"/>
                <a:gd name="T3" fmla="*/ 0 h 87"/>
                <a:gd name="T4" fmla="*/ 16 w 68"/>
                <a:gd name="T5" fmla="*/ 0 h 87"/>
                <a:gd name="T6" fmla="*/ 35 w 68"/>
                <a:gd name="T7" fmla="*/ 65 h 87"/>
                <a:gd name="T8" fmla="*/ 53 w 68"/>
                <a:gd name="T9" fmla="*/ 0 h 87"/>
                <a:gd name="T10" fmla="*/ 68 w 68"/>
                <a:gd name="T11" fmla="*/ 0 h 87"/>
                <a:gd name="T12" fmla="*/ 42 w 68"/>
                <a:gd name="T13" fmla="*/ 87 h 87"/>
                <a:gd name="T14" fmla="*/ 27 w 68"/>
                <a:gd name="T15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8" h="87">
                  <a:moveTo>
                    <a:pt x="27" y="87"/>
                  </a:moveTo>
                  <a:lnTo>
                    <a:pt x="0" y="0"/>
                  </a:lnTo>
                  <a:lnTo>
                    <a:pt x="16" y="0"/>
                  </a:lnTo>
                  <a:lnTo>
                    <a:pt x="35" y="65"/>
                  </a:lnTo>
                  <a:lnTo>
                    <a:pt x="53" y="0"/>
                  </a:lnTo>
                  <a:lnTo>
                    <a:pt x="68" y="0"/>
                  </a:lnTo>
                  <a:lnTo>
                    <a:pt x="42" y="87"/>
                  </a:lnTo>
                  <a:lnTo>
                    <a:pt x="27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93" name="Freeform 27"/>
            <p:cNvSpPr/>
            <p:nvPr/>
          </p:nvSpPr>
          <p:spPr bwMode="auto">
            <a:xfrm>
              <a:off x="757237" y="17462"/>
              <a:ext cx="88900" cy="138113"/>
            </a:xfrm>
            <a:custGeom>
              <a:avLst/>
              <a:gdLst>
                <a:gd name="T0" fmla="*/ 0 w 56"/>
                <a:gd name="T1" fmla="*/ 87 h 87"/>
                <a:gd name="T2" fmla="*/ 0 w 56"/>
                <a:gd name="T3" fmla="*/ 0 h 87"/>
                <a:gd name="T4" fmla="*/ 55 w 56"/>
                <a:gd name="T5" fmla="*/ 0 h 87"/>
                <a:gd name="T6" fmla="*/ 55 w 56"/>
                <a:gd name="T7" fmla="*/ 15 h 87"/>
                <a:gd name="T8" fmla="*/ 15 w 56"/>
                <a:gd name="T9" fmla="*/ 15 h 87"/>
                <a:gd name="T10" fmla="*/ 15 w 56"/>
                <a:gd name="T11" fmla="*/ 34 h 87"/>
                <a:gd name="T12" fmla="*/ 52 w 56"/>
                <a:gd name="T13" fmla="*/ 34 h 87"/>
                <a:gd name="T14" fmla="*/ 52 w 56"/>
                <a:gd name="T15" fmla="*/ 49 h 87"/>
                <a:gd name="T16" fmla="*/ 15 w 56"/>
                <a:gd name="T17" fmla="*/ 49 h 87"/>
                <a:gd name="T18" fmla="*/ 15 w 56"/>
                <a:gd name="T19" fmla="*/ 72 h 87"/>
                <a:gd name="T20" fmla="*/ 56 w 56"/>
                <a:gd name="T21" fmla="*/ 72 h 87"/>
                <a:gd name="T22" fmla="*/ 56 w 56"/>
                <a:gd name="T23" fmla="*/ 87 h 87"/>
                <a:gd name="T24" fmla="*/ 0 w 56"/>
                <a:gd name="T25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6" h="87">
                  <a:moveTo>
                    <a:pt x="0" y="87"/>
                  </a:moveTo>
                  <a:lnTo>
                    <a:pt x="0" y="0"/>
                  </a:lnTo>
                  <a:lnTo>
                    <a:pt x="55" y="0"/>
                  </a:lnTo>
                  <a:lnTo>
                    <a:pt x="55" y="15"/>
                  </a:lnTo>
                  <a:lnTo>
                    <a:pt x="15" y="15"/>
                  </a:lnTo>
                  <a:lnTo>
                    <a:pt x="15" y="34"/>
                  </a:lnTo>
                  <a:lnTo>
                    <a:pt x="52" y="34"/>
                  </a:lnTo>
                  <a:lnTo>
                    <a:pt x="52" y="49"/>
                  </a:lnTo>
                  <a:lnTo>
                    <a:pt x="15" y="49"/>
                  </a:lnTo>
                  <a:lnTo>
                    <a:pt x="15" y="72"/>
                  </a:lnTo>
                  <a:lnTo>
                    <a:pt x="56" y="72"/>
                  </a:lnTo>
                  <a:lnTo>
                    <a:pt x="56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94" name="Freeform 28"/>
            <p:cNvSpPr>
              <a:spLocks noEditPoints="1"/>
            </p:cNvSpPr>
            <p:nvPr/>
          </p:nvSpPr>
          <p:spPr bwMode="auto">
            <a:xfrm>
              <a:off x="865187" y="17462"/>
              <a:ext cx="104775" cy="138113"/>
            </a:xfrm>
            <a:custGeom>
              <a:avLst/>
              <a:gdLst>
                <a:gd name="T0" fmla="*/ 0 w 137"/>
                <a:gd name="T1" fmla="*/ 179 h 179"/>
                <a:gd name="T2" fmla="*/ 0 w 137"/>
                <a:gd name="T3" fmla="*/ 0 h 179"/>
                <a:gd name="T4" fmla="*/ 65 w 137"/>
                <a:gd name="T5" fmla="*/ 0 h 179"/>
                <a:gd name="T6" fmla="*/ 100 w 137"/>
                <a:gd name="T7" fmla="*/ 5 h 179"/>
                <a:gd name="T8" fmla="*/ 118 w 137"/>
                <a:gd name="T9" fmla="*/ 22 h 179"/>
                <a:gd name="T10" fmla="*/ 124 w 137"/>
                <a:gd name="T11" fmla="*/ 50 h 179"/>
                <a:gd name="T12" fmla="*/ 114 w 137"/>
                <a:gd name="T13" fmla="*/ 84 h 179"/>
                <a:gd name="T14" fmla="*/ 84 w 137"/>
                <a:gd name="T15" fmla="*/ 100 h 179"/>
                <a:gd name="T16" fmla="*/ 101 w 137"/>
                <a:gd name="T17" fmla="*/ 115 h 179"/>
                <a:gd name="T18" fmla="*/ 118 w 137"/>
                <a:gd name="T19" fmla="*/ 144 h 179"/>
                <a:gd name="T20" fmla="*/ 137 w 137"/>
                <a:gd name="T21" fmla="*/ 179 h 179"/>
                <a:gd name="T22" fmla="*/ 100 w 137"/>
                <a:gd name="T23" fmla="*/ 179 h 179"/>
                <a:gd name="T24" fmla="*/ 78 w 137"/>
                <a:gd name="T25" fmla="*/ 140 h 179"/>
                <a:gd name="T26" fmla="*/ 62 w 137"/>
                <a:gd name="T27" fmla="*/ 114 h 179"/>
                <a:gd name="T28" fmla="*/ 52 w 137"/>
                <a:gd name="T29" fmla="*/ 107 h 179"/>
                <a:gd name="T30" fmla="*/ 37 w 137"/>
                <a:gd name="T31" fmla="*/ 105 h 179"/>
                <a:gd name="T32" fmla="*/ 31 w 137"/>
                <a:gd name="T33" fmla="*/ 105 h 179"/>
                <a:gd name="T34" fmla="*/ 31 w 137"/>
                <a:gd name="T35" fmla="*/ 179 h 179"/>
                <a:gd name="T36" fmla="*/ 0 w 137"/>
                <a:gd name="T37" fmla="*/ 179 h 179"/>
                <a:gd name="T38" fmla="*/ 31 w 137"/>
                <a:gd name="T39" fmla="*/ 76 h 179"/>
                <a:gd name="T40" fmla="*/ 53 w 137"/>
                <a:gd name="T41" fmla="*/ 76 h 179"/>
                <a:gd name="T42" fmla="*/ 81 w 137"/>
                <a:gd name="T43" fmla="*/ 74 h 179"/>
                <a:gd name="T44" fmla="*/ 90 w 137"/>
                <a:gd name="T45" fmla="*/ 66 h 179"/>
                <a:gd name="T46" fmla="*/ 93 w 137"/>
                <a:gd name="T47" fmla="*/ 53 h 179"/>
                <a:gd name="T48" fmla="*/ 89 w 137"/>
                <a:gd name="T49" fmla="*/ 38 h 179"/>
                <a:gd name="T50" fmla="*/ 77 w 137"/>
                <a:gd name="T51" fmla="*/ 31 h 179"/>
                <a:gd name="T52" fmla="*/ 55 w 137"/>
                <a:gd name="T53" fmla="*/ 31 h 179"/>
                <a:gd name="T54" fmla="*/ 31 w 137"/>
                <a:gd name="T55" fmla="*/ 31 h 179"/>
                <a:gd name="T56" fmla="*/ 31 w 137"/>
                <a:gd name="T57" fmla="*/ 76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37" h="179">
                  <a:moveTo>
                    <a:pt x="0" y="179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65" y="0"/>
                    <a:pt x="65" y="0"/>
                    <a:pt x="65" y="0"/>
                  </a:cubicBezTo>
                  <a:cubicBezTo>
                    <a:pt x="81" y="0"/>
                    <a:pt x="93" y="2"/>
                    <a:pt x="100" y="5"/>
                  </a:cubicBezTo>
                  <a:cubicBezTo>
                    <a:pt x="108" y="8"/>
                    <a:pt x="113" y="14"/>
                    <a:pt x="118" y="22"/>
                  </a:cubicBezTo>
                  <a:cubicBezTo>
                    <a:pt x="122" y="30"/>
                    <a:pt x="124" y="40"/>
                    <a:pt x="124" y="50"/>
                  </a:cubicBezTo>
                  <a:cubicBezTo>
                    <a:pt x="124" y="64"/>
                    <a:pt x="121" y="75"/>
                    <a:pt x="114" y="84"/>
                  </a:cubicBezTo>
                  <a:cubicBezTo>
                    <a:pt x="108" y="93"/>
                    <a:pt x="98" y="98"/>
                    <a:pt x="84" y="100"/>
                  </a:cubicBezTo>
                  <a:cubicBezTo>
                    <a:pt x="91" y="105"/>
                    <a:pt x="96" y="110"/>
                    <a:pt x="101" y="115"/>
                  </a:cubicBezTo>
                  <a:cubicBezTo>
                    <a:pt x="105" y="121"/>
                    <a:pt x="111" y="131"/>
                    <a:pt x="118" y="144"/>
                  </a:cubicBezTo>
                  <a:cubicBezTo>
                    <a:pt x="137" y="179"/>
                    <a:pt x="137" y="179"/>
                    <a:pt x="137" y="179"/>
                  </a:cubicBezTo>
                  <a:cubicBezTo>
                    <a:pt x="100" y="179"/>
                    <a:pt x="100" y="179"/>
                    <a:pt x="100" y="179"/>
                  </a:cubicBezTo>
                  <a:cubicBezTo>
                    <a:pt x="78" y="140"/>
                    <a:pt x="78" y="140"/>
                    <a:pt x="78" y="140"/>
                  </a:cubicBezTo>
                  <a:cubicBezTo>
                    <a:pt x="70" y="127"/>
                    <a:pt x="64" y="118"/>
                    <a:pt x="62" y="114"/>
                  </a:cubicBezTo>
                  <a:cubicBezTo>
                    <a:pt x="59" y="110"/>
                    <a:pt x="56" y="108"/>
                    <a:pt x="52" y="107"/>
                  </a:cubicBezTo>
                  <a:cubicBezTo>
                    <a:pt x="49" y="105"/>
                    <a:pt x="44" y="105"/>
                    <a:pt x="37" y="105"/>
                  </a:cubicBezTo>
                  <a:cubicBezTo>
                    <a:pt x="31" y="105"/>
                    <a:pt x="31" y="105"/>
                    <a:pt x="31" y="105"/>
                  </a:cubicBezTo>
                  <a:cubicBezTo>
                    <a:pt x="31" y="179"/>
                    <a:pt x="31" y="179"/>
                    <a:pt x="31" y="179"/>
                  </a:cubicBezTo>
                  <a:lnTo>
                    <a:pt x="0" y="179"/>
                  </a:lnTo>
                  <a:close/>
                  <a:moveTo>
                    <a:pt x="31" y="76"/>
                  </a:moveTo>
                  <a:cubicBezTo>
                    <a:pt x="53" y="76"/>
                    <a:pt x="53" y="76"/>
                    <a:pt x="53" y="76"/>
                  </a:cubicBezTo>
                  <a:cubicBezTo>
                    <a:pt x="68" y="76"/>
                    <a:pt x="77" y="75"/>
                    <a:pt x="81" y="74"/>
                  </a:cubicBezTo>
                  <a:cubicBezTo>
                    <a:pt x="85" y="72"/>
                    <a:pt x="88" y="70"/>
                    <a:pt x="90" y="66"/>
                  </a:cubicBezTo>
                  <a:cubicBezTo>
                    <a:pt x="92" y="63"/>
                    <a:pt x="93" y="58"/>
                    <a:pt x="93" y="53"/>
                  </a:cubicBezTo>
                  <a:cubicBezTo>
                    <a:pt x="93" y="47"/>
                    <a:pt x="91" y="42"/>
                    <a:pt x="89" y="38"/>
                  </a:cubicBezTo>
                  <a:cubicBezTo>
                    <a:pt x="86" y="34"/>
                    <a:pt x="82" y="32"/>
                    <a:pt x="77" y="31"/>
                  </a:cubicBezTo>
                  <a:cubicBezTo>
                    <a:pt x="75" y="31"/>
                    <a:pt x="67" y="31"/>
                    <a:pt x="55" y="31"/>
                  </a:cubicBezTo>
                  <a:cubicBezTo>
                    <a:pt x="31" y="31"/>
                    <a:pt x="31" y="31"/>
                    <a:pt x="31" y="31"/>
                  </a:cubicBezTo>
                  <a:lnTo>
                    <a:pt x="31" y="7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95" name="Freeform 29"/>
            <p:cNvSpPr/>
            <p:nvPr/>
          </p:nvSpPr>
          <p:spPr bwMode="auto">
            <a:xfrm>
              <a:off x="977900" y="15875"/>
              <a:ext cx="93663" cy="142875"/>
            </a:xfrm>
            <a:custGeom>
              <a:avLst/>
              <a:gdLst>
                <a:gd name="T0" fmla="*/ 0 w 124"/>
                <a:gd name="T1" fmla="*/ 124 h 186"/>
                <a:gd name="T2" fmla="*/ 30 w 124"/>
                <a:gd name="T3" fmla="*/ 121 h 186"/>
                <a:gd name="T4" fmla="*/ 41 w 124"/>
                <a:gd name="T5" fmla="*/ 147 h 186"/>
                <a:gd name="T6" fmla="*/ 63 w 124"/>
                <a:gd name="T7" fmla="*/ 155 h 186"/>
                <a:gd name="T8" fmla="*/ 85 w 124"/>
                <a:gd name="T9" fmla="*/ 148 h 186"/>
                <a:gd name="T10" fmla="*/ 93 w 124"/>
                <a:gd name="T11" fmla="*/ 130 h 186"/>
                <a:gd name="T12" fmla="*/ 90 w 124"/>
                <a:gd name="T13" fmla="*/ 120 h 186"/>
                <a:gd name="T14" fmla="*/ 78 w 124"/>
                <a:gd name="T15" fmla="*/ 112 h 186"/>
                <a:gd name="T16" fmla="*/ 54 w 124"/>
                <a:gd name="T17" fmla="*/ 104 h 186"/>
                <a:gd name="T18" fmla="*/ 19 w 124"/>
                <a:gd name="T19" fmla="*/ 86 h 186"/>
                <a:gd name="T20" fmla="*/ 5 w 124"/>
                <a:gd name="T21" fmla="*/ 50 h 186"/>
                <a:gd name="T22" fmla="*/ 12 w 124"/>
                <a:gd name="T23" fmla="*/ 25 h 186"/>
                <a:gd name="T24" fmla="*/ 31 w 124"/>
                <a:gd name="T25" fmla="*/ 6 h 186"/>
                <a:gd name="T26" fmla="*/ 61 w 124"/>
                <a:gd name="T27" fmla="*/ 0 h 186"/>
                <a:gd name="T28" fmla="*/ 104 w 124"/>
                <a:gd name="T29" fmla="*/ 15 h 186"/>
                <a:gd name="T30" fmla="*/ 119 w 124"/>
                <a:gd name="T31" fmla="*/ 54 h 186"/>
                <a:gd name="T32" fmla="*/ 88 w 124"/>
                <a:gd name="T33" fmla="*/ 56 h 186"/>
                <a:gd name="T34" fmla="*/ 80 w 124"/>
                <a:gd name="T35" fmla="*/ 36 h 186"/>
                <a:gd name="T36" fmla="*/ 60 w 124"/>
                <a:gd name="T37" fmla="*/ 30 h 186"/>
                <a:gd name="T38" fmla="*/ 39 w 124"/>
                <a:gd name="T39" fmla="*/ 37 h 186"/>
                <a:gd name="T40" fmla="*/ 35 w 124"/>
                <a:gd name="T41" fmla="*/ 48 h 186"/>
                <a:gd name="T42" fmla="*/ 39 w 124"/>
                <a:gd name="T43" fmla="*/ 59 h 186"/>
                <a:gd name="T44" fmla="*/ 67 w 124"/>
                <a:gd name="T45" fmla="*/ 71 h 186"/>
                <a:gd name="T46" fmla="*/ 101 w 124"/>
                <a:gd name="T47" fmla="*/ 83 h 186"/>
                <a:gd name="T48" fmla="*/ 117 w 124"/>
                <a:gd name="T49" fmla="*/ 102 h 186"/>
                <a:gd name="T50" fmla="*/ 124 w 124"/>
                <a:gd name="T51" fmla="*/ 130 h 186"/>
                <a:gd name="T52" fmla="*/ 116 w 124"/>
                <a:gd name="T53" fmla="*/ 159 h 186"/>
                <a:gd name="T54" fmla="*/ 96 w 124"/>
                <a:gd name="T55" fmla="*/ 179 h 186"/>
                <a:gd name="T56" fmla="*/ 63 w 124"/>
                <a:gd name="T57" fmla="*/ 186 h 186"/>
                <a:gd name="T58" fmla="*/ 18 w 124"/>
                <a:gd name="T59" fmla="*/ 170 h 186"/>
                <a:gd name="T60" fmla="*/ 0 w 124"/>
                <a:gd name="T61" fmla="*/ 124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24" h="186">
                  <a:moveTo>
                    <a:pt x="0" y="124"/>
                  </a:moveTo>
                  <a:cubicBezTo>
                    <a:pt x="30" y="121"/>
                    <a:pt x="30" y="121"/>
                    <a:pt x="30" y="121"/>
                  </a:cubicBezTo>
                  <a:cubicBezTo>
                    <a:pt x="31" y="133"/>
                    <a:pt x="35" y="141"/>
                    <a:pt x="41" y="147"/>
                  </a:cubicBezTo>
                  <a:cubicBezTo>
                    <a:pt x="46" y="152"/>
                    <a:pt x="53" y="155"/>
                    <a:pt x="63" y="155"/>
                  </a:cubicBezTo>
                  <a:cubicBezTo>
                    <a:pt x="73" y="155"/>
                    <a:pt x="80" y="153"/>
                    <a:pt x="85" y="148"/>
                  </a:cubicBezTo>
                  <a:cubicBezTo>
                    <a:pt x="90" y="143"/>
                    <a:pt x="93" y="137"/>
                    <a:pt x="93" y="130"/>
                  </a:cubicBezTo>
                  <a:cubicBezTo>
                    <a:pt x="93" y="126"/>
                    <a:pt x="92" y="123"/>
                    <a:pt x="90" y="120"/>
                  </a:cubicBezTo>
                  <a:cubicBezTo>
                    <a:pt x="87" y="117"/>
                    <a:pt x="84" y="114"/>
                    <a:pt x="78" y="112"/>
                  </a:cubicBezTo>
                  <a:cubicBezTo>
                    <a:pt x="75" y="110"/>
                    <a:pt x="67" y="108"/>
                    <a:pt x="54" y="104"/>
                  </a:cubicBezTo>
                  <a:cubicBezTo>
                    <a:pt x="37" y="99"/>
                    <a:pt x="26" y="93"/>
                    <a:pt x="19" y="86"/>
                  </a:cubicBezTo>
                  <a:cubicBezTo>
                    <a:pt x="10" y="76"/>
                    <a:pt x="5" y="64"/>
                    <a:pt x="5" y="50"/>
                  </a:cubicBezTo>
                  <a:cubicBezTo>
                    <a:pt x="5" y="41"/>
                    <a:pt x="7" y="33"/>
                    <a:pt x="12" y="25"/>
                  </a:cubicBezTo>
                  <a:cubicBezTo>
                    <a:pt x="16" y="17"/>
                    <a:pt x="23" y="11"/>
                    <a:pt x="31" y="6"/>
                  </a:cubicBezTo>
                  <a:cubicBezTo>
                    <a:pt x="39" y="2"/>
                    <a:pt x="49" y="0"/>
                    <a:pt x="61" y="0"/>
                  </a:cubicBezTo>
                  <a:cubicBezTo>
                    <a:pt x="80" y="0"/>
                    <a:pt x="94" y="5"/>
                    <a:pt x="104" y="15"/>
                  </a:cubicBezTo>
                  <a:cubicBezTo>
                    <a:pt x="114" y="25"/>
                    <a:pt x="119" y="38"/>
                    <a:pt x="119" y="54"/>
                  </a:cubicBezTo>
                  <a:cubicBezTo>
                    <a:pt x="88" y="56"/>
                    <a:pt x="88" y="56"/>
                    <a:pt x="88" y="56"/>
                  </a:cubicBezTo>
                  <a:cubicBezTo>
                    <a:pt x="87" y="47"/>
                    <a:pt x="84" y="40"/>
                    <a:pt x="80" y="36"/>
                  </a:cubicBezTo>
                  <a:cubicBezTo>
                    <a:pt x="76" y="32"/>
                    <a:pt x="69" y="30"/>
                    <a:pt x="60" y="30"/>
                  </a:cubicBezTo>
                  <a:cubicBezTo>
                    <a:pt x="52" y="30"/>
                    <a:pt x="45" y="32"/>
                    <a:pt x="39" y="37"/>
                  </a:cubicBezTo>
                  <a:cubicBezTo>
                    <a:pt x="36" y="39"/>
                    <a:pt x="35" y="43"/>
                    <a:pt x="35" y="48"/>
                  </a:cubicBezTo>
                  <a:cubicBezTo>
                    <a:pt x="35" y="52"/>
                    <a:pt x="36" y="56"/>
                    <a:pt x="39" y="59"/>
                  </a:cubicBezTo>
                  <a:cubicBezTo>
                    <a:pt x="43" y="62"/>
                    <a:pt x="52" y="66"/>
                    <a:pt x="67" y="71"/>
                  </a:cubicBezTo>
                  <a:cubicBezTo>
                    <a:pt x="82" y="75"/>
                    <a:pt x="93" y="79"/>
                    <a:pt x="101" y="83"/>
                  </a:cubicBezTo>
                  <a:cubicBezTo>
                    <a:pt x="108" y="88"/>
                    <a:pt x="113" y="94"/>
                    <a:pt x="117" y="102"/>
                  </a:cubicBezTo>
                  <a:cubicBezTo>
                    <a:pt x="121" y="109"/>
                    <a:pt x="124" y="119"/>
                    <a:pt x="124" y="130"/>
                  </a:cubicBezTo>
                  <a:cubicBezTo>
                    <a:pt x="124" y="140"/>
                    <a:pt x="121" y="150"/>
                    <a:pt x="116" y="159"/>
                  </a:cubicBezTo>
                  <a:cubicBezTo>
                    <a:pt x="111" y="168"/>
                    <a:pt x="105" y="175"/>
                    <a:pt x="96" y="179"/>
                  </a:cubicBezTo>
                  <a:cubicBezTo>
                    <a:pt x="87" y="183"/>
                    <a:pt x="76" y="186"/>
                    <a:pt x="63" y="186"/>
                  </a:cubicBezTo>
                  <a:cubicBezTo>
                    <a:pt x="43" y="186"/>
                    <a:pt x="28" y="180"/>
                    <a:pt x="18" y="170"/>
                  </a:cubicBezTo>
                  <a:cubicBezTo>
                    <a:pt x="8" y="159"/>
                    <a:pt x="2" y="144"/>
                    <a:pt x="0" y="1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96" name="Rectangle 30"/>
            <p:cNvSpPr>
              <a:spLocks noChangeArrowheads="1"/>
            </p:cNvSpPr>
            <p:nvPr/>
          </p:nvSpPr>
          <p:spPr bwMode="auto">
            <a:xfrm>
              <a:off x="1090612" y="17462"/>
              <a:ext cx="23813" cy="13811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97" name="Freeform 31"/>
            <p:cNvSpPr/>
            <p:nvPr/>
          </p:nvSpPr>
          <p:spPr bwMode="auto">
            <a:xfrm>
              <a:off x="1128712" y="17462"/>
              <a:ext cx="92075" cy="138113"/>
            </a:xfrm>
            <a:custGeom>
              <a:avLst/>
              <a:gdLst>
                <a:gd name="T0" fmla="*/ 22 w 58"/>
                <a:gd name="T1" fmla="*/ 87 h 87"/>
                <a:gd name="T2" fmla="*/ 22 w 58"/>
                <a:gd name="T3" fmla="*/ 15 h 87"/>
                <a:gd name="T4" fmla="*/ 0 w 58"/>
                <a:gd name="T5" fmla="*/ 15 h 87"/>
                <a:gd name="T6" fmla="*/ 0 w 58"/>
                <a:gd name="T7" fmla="*/ 0 h 87"/>
                <a:gd name="T8" fmla="*/ 58 w 58"/>
                <a:gd name="T9" fmla="*/ 0 h 87"/>
                <a:gd name="T10" fmla="*/ 58 w 58"/>
                <a:gd name="T11" fmla="*/ 15 h 87"/>
                <a:gd name="T12" fmla="*/ 37 w 58"/>
                <a:gd name="T13" fmla="*/ 15 h 87"/>
                <a:gd name="T14" fmla="*/ 37 w 58"/>
                <a:gd name="T15" fmla="*/ 87 h 87"/>
                <a:gd name="T16" fmla="*/ 22 w 58"/>
                <a:gd name="T17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8" h="87">
                  <a:moveTo>
                    <a:pt x="22" y="87"/>
                  </a:moveTo>
                  <a:lnTo>
                    <a:pt x="22" y="15"/>
                  </a:lnTo>
                  <a:lnTo>
                    <a:pt x="0" y="15"/>
                  </a:lnTo>
                  <a:lnTo>
                    <a:pt x="0" y="0"/>
                  </a:lnTo>
                  <a:lnTo>
                    <a:pt x="58" y="0"/>
                  </a:lnTo>
                  <a:lnTo>
                    <a:pt x="58" y="15"/>
                  </a:lnTo>
                  <a:lnTo>
                    <a:pt x="37" y="15"/>
                  </a:lnTo>
                  <a:lnTo>
                    <a:pt x="37" y="87"/>
                  </a:lnTo>
                  <a:lnTo>
                    <a:pt x="22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98" name="Freeform 32"/>
            <p:cNvSpPr/>
            <p:nvPr/>
          </p:nvSpPr>
          <p:spPr bwMode="auto">
            <a:xfrm>
              <a:off x="1223962" y="17462"/>
              <a:ext cx="107950" cy="138113"/>
            </a:xfrm>
            <a:custGeom>
              <a:avLst/>
              <a:gdLst>
                <a:gd name="T0" fmla="*/ 27 w 68"/>
                <a:gd name="T1" fmla="*/ 87 h 87"/>
                <a:gd name="T2" fmla="*/ 27 w 68"/>
                <a:gd name="T3" fmla="*/ 51 h 87"/>
                <a:gd name="T4" fmla="*/ 0 w 68"/>
                <a:gd name="T5" fmla="*/ 0 h 87"/>
                <a:gd name="T6" fmla="*/ 17 w 68"/>
                <a:gd name="T7" fmla="*/ 0 h 87"/>
                <a:gd name="T8" fmla="*/ 35 w 68"/>
                <a:gd name="T9" fmla="*/ 35 h 87"/>
                <a:gd name="T10" fmla="*/ 52 w 68"/>
                <a:gd name="T11" fmla="*/ 0 h 87"/>
                <a:gd name="T12" fmla="*/ 68 w 68"/>
                <a:gd name="T13" fmla="*/ 0 h 87"/>
                <a:gd name="T14" fmla="*/ 41 w 68"/>
                <a:gd name="T15" fmla="*/ 51 h 87"/>
                <a:gd name="T16" fmla="*/ 41 w 68"/>
                <a:gd name="T17" fmla="*/ 87 h 87"/>
                <a:gd name="T18" fmla="*/ 27 w 68"/>
                <a:gd name="T19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8" h="87">
                  <a:moveTo>
                    <a:pt x="27" y="87"/>
                  </a:moveTo>
                  <a:lnTo>
                    <a:pt x="27" y="51"/>
                  </a:lnTo>
                  <a:lnTo>
                    <a:pt x="0" y="0"/>
                  </a:lnTo>
                  <a:lnTo>
                    <a:pt x="17" y="0"/>
                  </a:lnTo>
                  <a:lnTo>
                    <a:pt x="35" y="35"/>
                  </a:lnTo>
                  <a:lnTo>
                    <a:pt x="52" y="0"/>
                  </a:lnTo>
                  <a:lnTo>
                    <a:pt x="68" y="0"/>
                  </a:lnTo>
                  <a:lnTo>
                    <a:pt x="41" y="51"/>
                  </a:lnTo>
                  <a:lnTo>
                    <a:pt x="41" y="87"/>
                  </a:lnTo>
                  <a:lnTo>
                    <a:pt x="27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99" name="Freeform 33"/>
            <p:cNvSpPr>
              <a:spLocks noEditPoints="1"/>
            </p:cNvSpPr>
            <p:nvPr/>
          </p:nvSpPr>
          <p:spPr bwMode="auto">
            <a:xfrm>
              <a:off x="1382712" y="15875"/>
              <a:ext cx="111125" cy="142875"/>
            </a:xfrm>
            <a:custGeom>
              <a:avLst/>
              <a:gdLst>
                <a:gd name="T0" fmla="*/ 0 w 147"/>
                <a:gd name="T1" fmla="*/ 94 h 186"/>
                <a:gd name="T2" fmla="*/ 6 w 147"/>
                <a:gd name="T3" fmla="*/ 48 h 186"/>
                <a:gd name="T4" fmla="*/ 21 w 147"/>
                <a:gd name="T5" fmla="*/ 23 h 186"/>
                <a:gd name="T6" fmla="*/ 40 w 147"/>
                <a:gd name="T7" fmla="*/ 7 h 186"/>
                <a:gd name="T8" fmla="*/ 73 w 147"/>
                <a:gd name="T9" fmla="*/ 0 h 186"/>
                <a:gd name="T10" fmla="*/ 127 w 147"/>
                <a:gd name="T11" fmla="*/ 25 h 186"/>
                <a:gd name="T12" fmla="*/ 147 w 147"/>
                <a:gd name="T13" fmla="*/ 93 h 186"/>
                <a:gd name="T14" fmla="*/ 127 w 147"/>
                <a:gd name="T15" fmla="*/ 161 h 186"/>
                <a:gd name="T16" fmla="*/ 74 w 147"/>
                <a:gd name="T17" fmla="*/ 186 h 186"/>
                <a:gd name="T18" fmla="*/ 20 w 147"/>
                <a:gd name="T19" fmla="*/ 161 h 186"/>
                <a:gd name="T20" fmla="*/ 0 w 147"/>
                <a:gd name="T21" fmla="*/ 94 h 186"/>
                <a:gd name="T22" fmla="*/ 31 w 147"/>
                <a:gd name="T23" fmla="*/ 93 h 186"/>
                <a:gd name="T24" fmla="*/ 43 w 147"/>
                <a:gd name="T25" fmla="*/ 139 h 186"/>
                <a:gd name="T26" fmla="*/ 73 w 147"/>
                <a:gd name="T27" fmla="*/ 155 h 186"/>
                <a:gd name="T28" fmla="*/ 104 w 147"/>
                <a:gd name="T29" fmla="*/ 139 h 186"/>
                <a:gd name="T30" fmla="*/ 115 w 147"/>
                <a:gd name="T31" fmla="*/ 92 h 186"/>
                <a:gd name="T32" fmla="*/ 104 w 147"/>
                <a:gd name="T33" fmla="*/ 46 h 186"/>
                <a:gd name="T34" fmla="*/ 73 w 147"/>
                <a:gd name="T35" fmla="*/ 31 h 186"/>
                <a:gd name="T36" fmla="*/ 43 w 147"/>
                <a:gd name="T37" fmla="*/ 46 h 186"/>
                <a:gd name="T38" fmla="*/ 31 w 147"/>
                <a:gd name="T39" fmla="*/ 93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7" h="186">
                  <a:moveTo>
                    <a:pt x="0" y="94"/>
                  </a:moveTo>
                  <a:cubicBezTo>
                    <a:pt x="0" y="76"/>
                    <a:pt x="2" y="60"/>
                    <a:pt x="6" y="48"/>
                  </a:cubicBezTo>
                  <a:cubicBezTo>
                    <a:pt x="10" y="39"/>
                    <a:pt x="15" y="31"/>
                    <a:pt x="21" y="23"/>
                  </a:cubicBezTo>
                  <a:cubicBezTo>
                    <a:pt x="27" y="16"/>
                    <a:pt x="33" y="11"/>
                    <a:pt x="40" y="7"/>
                  </a:cubicBezTo>
                  <a:cubicBezTo>
                    <a:pt x="50" y="3"/>
                    <a:pt x="61" y="0"/>
                    <a:pt x="73" y="0"/>
                  </a:cubicBezTo>
                  <a:cubicBezTo>
                    <a:pt x="96" y="0"/>
                    <a:pt x="114" y="8"/>
                    <a:pt x="127" y="25"/>
                  </a:cubicBezTo>
                  <a:cubicBezTo>
                    <a:pt x="141" y="41"/>
                    <a:pt x="147" y="64"/>
                    <a:pt x="147" y="93"/>
                  </a:cubicBezTo>
                  <a:cubicBezTo>
                    <a:pt x="147" y="122"/>
                    <a:pt x="141" y="145"/>
                    <a:pt x="127" y="161"/>
                  </a:cubicBezTo>
                  <a:cubicBezTo>
                    <a:pt x="114" y="177"/>
                    <a:pt x="96" y="186"/>
                    <a:pt x="74" y="186"/>
                  </a:cubicBezTo>
                  <a:cubicBezTo>
                    <a:pt x="51" y="186"/>
                    <a:pt x="33" y="177"/>
                    <a:pt x="20" y="161"/>
                  </a:cubicBezTo>
                  <a:cubicBezTo>
                    <a:pt x="6" y="145"/>
                    <a:pt x="0" y="122"/>
                    <a:pt x="0" y="94"/>
                  </a:cubicBezTo>
                  <a:close/>
                  <a:moveTo>
                    <a:pt x="31" y="93"/>
                  </a:moveTo>
                  <a:cubicBezTo>
                    <a:pt x="31" y="113"/>
                    <a:pt x="35" y="128"/>
                    <a:pt x="43" y="139"/>
                  </a:cubicBezTo>
                  <a:cubicBezTo>
                    <a:pt x="51" y="149"/>
                    <a:pt x="61" y="155"/>
                    <a:pt x="73" y="155"/>
                  </a:cubicBezTo>
                  <a:cubicBezTo>
                    <a:pt x="86" y="155"/>
                    <a:pt x="96" y="149"/>
                    <a:pt x="104" y="139"/>
                  </a:cubicBezTo>
                  <a:cubicBezTo>
                    <a:pt x="112" y="129"/>
                    <a:pt x="115" y="113"/>
                    <a:pt x="115" y="92"/>
                  </a:cubicBezTo>
                  <a:cubicBezTo>
                    <a:pt x="115" y="72"/>
                    <a:pt x="112" y="56"/>
                    <a:pt x="104" y="46"/>
                  </a:cubicBezTo>
                  <a:cubicBezTo>
                    <a:pt x="96" y="36"/>
                    <a:pt x="86" y="31"/>
                    <a:pt x="73" y="31"/>
                  </a:cubicBezTo>
                  <a:cubicBezTo>
                    <a:pt x="61" y="31"/>
                    <a:pt x="51" y="36"/>
                    <a:pt x="43" y="46"/>
                  </a:cubicBezTo>
                  <a:cubicBezTo>
                    <a:pt x="35" y="57"/>
                    <a:pt x="31" y="72"/>
                    <a:pt x="31" y="9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0" name="Freeform 34"/>
            <p:cNvSpPr/>
            <p:nvPr/>
          </p:nvSpPr>
          <p:spPr bwMode="auto">
            <a:xfrm>
              <a:off x="1512887" y="17462"/>
              <a:ext cx="79375" cy="138113"/>
            </a:xfrm>
            <a:custGeom>
              <a:avLst/>
              <a:gdLst>
                <a:gd name="T0" fmla="*/ 0 w 50"/>
                <a:gd name="T1" fmla="*/ 87 h 87"/>
                <a:gd name="T2" fmla="*/ 0 w 50"/>
                <a:gd name="T3" fmla="*/ 0 h 87"/>
                <a:gd name="T4" fmla="*/ 50 w 50"/>
                <a:gd name="T5" fmla="*/ 0 h 87"/>
                <a:gd name="T6" fmla="*/ 50 w 50"/>
                <a:gd name="T7" fmla="*/ 15 h 87"/>
                <a:gd name="T8" fmla="*/ 15 w 50"/>
                <a:gd name="T9" fmla="*/ 15 h 87"/>
                <a:gd name="T10" fmla="*/ 15 w 50"/>
                <a:gd name="T11" fmla="*/ 36 h 87"/>
                <a:gd name="T12" fmla="*/ 46 w 50"/>
                <a:gd name="T13" fmla="*/ 36 h 87"/>
                <a:gd name="T14" fmla="*/ 46 w 50"/>
                <a:gd name="T15" fmla="*/ 50 h 87"/>
                <a:gd name="T16" fmla="*/ 15 w 50"/>
                <a:gd name="T17" fmla="*/ 50 h 87"/>
                <a:gd name="T18" fmla="*/ 15 w 50"/>
                <a:gd name="T19" fmla="*/ 87 h 87"/>
                <a:gd name="T20" fmla="*/ 0 w 50"/>
                <a:gd name="T21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" h="87">
                  <a:moveTo>
                    <a:pt x="0" y="87"/>
                  </a:moveTo>
                  <a:lnTo>
                    <a:pt x="0" y="0"/>
                  </a:lnTo>
                  <a:lnTo>
                    <a:pt x="50" y="0"/>
                  </a:lnTo>
                  <a:lnTo>
                    <a:pt x="50" y="15"/>
                  </a:lnTo>
                  <a:lnTo>
                    <a:pt x="15" y="15"/>
                  </a:lnTo>
                  <a:lnTo>
                    <a:pt x="15" y="36"/>
                  </a:lnTo>
                  <a:lnTo>
                    <a:pt x="46" y="36"/>
                  </a:lnTo>
                  <a:lnTo>
                    <a:pt x="46" y="50"/>
                  </a:lnTo>
                  <a:lnTo>
                    <a:pt x="15" y="50"/>
                  </a:lnTo>
                  <a:lnTo>
                    <a:pt x="15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1" name="Freeform 35"/>
            <p:cNvSpPr/>
            <p:nvPr/>
          </p:nvSpPr>
          <p:spPr bwMode="auto">
            <a:xfrm>
              <a:off x="1652587" y="15875"/>
              <a:ext cx="93663" cy="142875"/>
            </a:xfrm>
            <a:custGeom>
              <a:avLst/>
              <a:gdLst>
                <a:gd name="T0" fmla="*/ 0 w 124"/>
                <a:gd name="T1" fmla="*/ 124 h 186"/>
                <a:gd name="T2" fmla="*/ 30 w 124"/>
                <a:gd name="T3" fmla="*/ 121 h 186"/>
                <a:gd name="T4" fmla="*/ 41 w 124"/>
                <a:gd name="T5" fmla="*/ 147 h 186"/>
                <a:gd name="T6" fmla="*/ 63 w 124"/>
                <a:gd name="T7" fmla="*/ 155 h 186"/>
                <a:gd name="T8" fmla="*/ 85 w 124"/>
                <a:gd name="T9" fmla="*/ 148 h 186"/>
                <a:gd name="T10" fmla="*/ 93 w 124"/>
                <a:gd name="T11" fmla="*/ 130 h 186"/>
                <a:gd name="T12" fmla="*/ 90 w 124"/>
                <a:gd name="T13" fmla="*/ 120 h 186"/>
                <a:gd name="T14" fmla="*/ 79 w 124"/>
                <a:gd name="T15" fmla="*/ 112 h 186"/>
                <a:gd name="T16" fmla="*/ 54 w 124"/>
                <a:gd name="T17" fmla="*/ 104 h 186"/>
                <a:gd name="T18" fmla="*/ 19 w 124"/>
                <a:gd name="T19" fmla="*/ 86 h 186"/>
                <a:gd name="T20" fmla="*/ 5 w 124"/>
                <a:gd name="T21" fmla="*/ 50 h 186"/>
                <a:gd name="T22" fmla="*/ 12 w 124"/>
                <a:gd name="T23" fmla="*/ 25 h 186"/>
                <a:gd name="T24" fmla="*/ 31 w 124"/>
                <a:gd name="T25" fmla="*/ 6 h 186"/>
                <a:gd name="T26" fmla="*/ 61 w 124"/>
                <a:gd name="T27" fmla="*/ 0 h 186"/>
                <a:gd name="T28" fmla="*/ 104 w 124"/>
                <a:gd name="T29" fmla="*/ 15 h 186"/>
                <a:gd name="T30" fmla="*/ 119 w 124"/>
                <a:gd name="T31" fmla="*/ 54 h 186"/>
                <a:gd name="T32" fmla="*/ 88 w 124"/>
                <a:gd name="T33" fmla="*/ 56 h 186"/>
                <a:gd name="T34" fmla="*/ 80 w 124"/>
                <a:gd name="T35" fmla="*/ 36 h 186"/>
                <a:gd name="T36" fmla="*/ 60 w 124"/>
                <a:gd name="T37" fmla="*/ 30 h 186"/>
                <a:gd name="T38" fmla="*/ 39 w 124"/>
                <a:gd name="T39" fmla="*/ 37 h 186"/>
                <a:gd name="T40" fmla="*/ 35 w 124"/>
                <a:gd name="T41" fmla="*/ 48 h 186"/>
                <a:gd name="T42" fmla="*/ 39 w 124"/>
                <a:gd name="T43" fmla="*/ 59 h 186"/>
                <a:gd name="T44" fmla="*/ 67 w 124"/>
                <a:gd name="T45" fmla="*/ 71 h 186"/>
                <a:gd name="T46" fmla="*/ 101 w 124"/>
                <a:gd name="T47" fmla="*/ 83 h 186"/>
                <a:gd name="T48" fmla="*/ 117 w 124"/>
                <a:gd name="T49" fmla="*/ 102 h 186"/>
                <a:gd name="T50" fmla="*/ 124 w 124"/>
                <a:gd name="T51" fmla="*/ 130 h 186"/>
                <a:gd name="T52" fmla="*/ 116 w 124"/>
                <a:gd name="T53" fmla="*/ 159 h 186"/>
                <a:gd name="T54" fmla="*/ 96 w 124"/>
                <a:gd name="T55" fmla="*/ 179 h 186"/>
                <a:gd name="T56" fmla="*/ 62 w 124"/>
                <a:gd name="T57" fmla="*/ 186 h 186"/>
                <a:gd name="T58" fmla="*/ 18 w 124"/>
                <a:gd name="T59" fmla="*/ 170 h 186"/>
                <a:gd name="T60" fmla="*/ 0 w 124"/>
                <a:gd name="T61" fmla="*/ 124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24" h="186">
                  <a:moveTo>
                    <a:pt x="0" y="124"/>
                  </a:moveTo>
                  <a:cubicBezTo>
                    <a:pt x="30" y="121"/>
                    <a:pt x="30" y="121"/>
                    <a:pt x="30" y="121"/>
                  </a:cubicBezTo>
                  <a:cubicBezTo>
                    <a:pt x="31" y="133"/>
                    <a:pt x="35" y="141"/>
                    <a:pt x="41" y="147"/>
                  </a:cubicBezTo>
                  <a:cubicBezTo>
                    <a:pt x="46" y="152"/>
                    <a:pt x="53" y="155"/>
                    <a:pt x="63" y="155"/>
                  </a:cubicBezTo>
                  <a:cubicBezTo>
                    <a:pt x="73" y="155"/>
                    <a:pt x="80" y="153"/>
                    <a:pt x="85" y="148"/>
                  </a:cubicBezTo>
                  <a:cubicBezTo>
                    <a:pt x="90" y="143"/>
                    <a:pt x="93" y="137"/>
                    <a:pt x="93" y="130"/>
                  </a:cubicBezTo>
                  <a:cubicBezTo>
                    <a:pt x="93" y="126"/>
                    <a:pt x="92" y="123"/>
                    <a:pt x="90" y="120"/>
                  </a:cubicBezTo>
                  <a:cubicBezTo>
                    <a:pt x="87" y="117"/>
                    <a:pt x="84" y="114"/>
                    <a:pt x="79" y="112"/>
                  </a:cubicBezTo>
                  <a:cubicBezTo>
                    <a:pt x="75" y="110"/>
                    <a:pt x="67" y="108"/>
                    <a:pt x="54" y="104"/>
                  </a:cubicBezTo>
                  <a:cubicBezTo>
                    <a:pt x="37" y="99"/>
                    <a:pt x="26" y="93"/>
                    <a:pt x="19" y="86"/>
                  </a:cubicBezTo>
                  <a:cubicBezTo>
                    <a:pt x="10" y="76"/>
                    <a:pt x="5" y="64"/>
                    <a:pt x="5" y="50"/>
                  </a:cubicBezTo>
                  <a:cubicBezTo>
                    <a:pt x="5" y="41"/>
                    <a:pt x="7" y="33"/>
                    <a:pt x="12" y="25"/>
                  </a:cubicBezTo>
                  <a:cubicBezTo>
                    <a:pt x="16" y="17"/>
                    <a:pt x="22" y="11"/>
                    <a:pt x="31" y="6"/>
                  </a:cubicBezTo>
                  <a:cubicBezTo>
                    <a:pt x="39" y="2"/>
                    <a:pt x="49" y="0"/>
                    <a:pt x="61" y="0"/>
                  </a:cubicBezTo>
                  <a:cubicBezTo>
                    <a:pt x="80" y="0"/>
                    <a:pt x="94" y="5"/>
                    <a:pt x="104" y="15"/>
                  </a:cubicBezTo>
                  <a:cubicBezTo>
                    <a:pt x="114" y="25"/>
                    <a:pt x="119" y="38"/>
                    <a:pt x="119" y="54"/>
                  </a:cubicBezTo>
                  <a:cubicBezTo>
                    <a:pt x="88" y="56"/>
                    <a:pt x="88" y="56"/>
                    <a:pt x="88" y="56"/>
                  </a:cubicBezTo>
                  <a:cubicBezTo>
                    <a:pt x="87" y="47"/>
                    <a:pt x="84" y="40"/>
                    <a:pt x="80" y="36"/>
                  </a:cubicBezTo>
                  <a:cubicBezTo>
                    <a:pt x="76" y="32"/>
                    <a:pt x="69" y="30"/>
                    <a:pt x="60" y="30"/>
                  </a:cubicBezTo>
                  <a:cubicBezTo>
                    <a:pt x="51" y="30"/>
                    <a:pt x="44" y="32"/>
                    <a:pt x="39" y="37"/>
                  </a:cubicBezTo>
                  <a:cubicBezTo>
                    <a:pt x="36" y="39"/>
                    <a:pt x="35" y="43"/>
                    <a:pt x="35" y="48"/>
                  </a:cubicBezTo>
                  <a:cubicBezTo>
                    <a:pt x="35" y="52"/>
                    <a:pt x="36" y="56"/>
                    <a:pt x="39" y="59"/>
                  </a:cubicBezTo>
                  <a:cubicBezTo>
                    <a:pt x="43" y="62"/>
                    <a:pt x="52" y="66"/>
                    <a:pt x="67" y="71"/>
                  </a:cubicBezTo>
                  <a:cubicBezTo>
                    <a:pt x="82" y="75"/>
                    <a:pt x="93" y="79"/>
                    <a:pt x="101" y="83"/>
                  </a:cubicBezTo>
                  <a:cubicBezTo>
                    <a:pt x="108" y="88"/>
                    <a:pt x="113" y="94"/>
                    <a:pt x="117" y="102"/>
                  </a:cubicBezTo>
                  <a:cubicBezTo>
                    <a:pt x="121" y="109"/>
                    <a:pt x="124" y="119"/>
                    <a:pt x="124" y="130"/>
                  </a:cubicBezTo>
                  <a:cubicBezTo>
                    <a:pt x="124" y="140"/>
                    <a:pt x="121" y="150"/>
                    <a:pt x="116" y="159"/>
                  </a:cubicBezTo>
                  <a:cubicBezTo>
                    <a:pt x="111" y="168"/>
                    <a:pt x="104" y="175"/>
                    <a:pt x="96" y="179"/>
                  </a:cubicBezTo>
                  <a:cubicBezTo>
                    <a:pt x="87" y="183"/>
                    <a:pt x="76" y="186"/>
                    <a:pt x="62" y="186"/>
                  </a:cubicBezTo>
                  <a:cubicBezTo>
                    <a:pt x="43" y="186"/>
                    <a:pt x="28" y="180"/>
                    <a:pt x="18" y="170"/>
                  </a:cubicBezTo>
                  <a:cubicBezTo>
                    <a:pt x="8" y="159"/>
                    <a:pt x="2" y="144"/>
                    <a:pt x="0" y="1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2" name="Freeform 36"/>
            <p:cNvSpPr/>
            <p:nvPr/>
          </p:nvSpPr>
          <p:spPr bwMode="auto">
            <a:xfrm>
              <a:off x="1762125" y="15875"/>
              <a:ext cx="101600" cy="142875"/>
            </a:xfrm>
            <a:custGeom>
              <a:avLst/>
              <a:gdLst>
                <a:gd name="T0" fmla="*/ 103 w 133"/>
                <a:gd name="T1" fmla="*/ 117 h 186"/>
                <a:gd name="T2" fmla="*/ 133 w 133"/>
                <a:gd name="T3" fmla="*/ 128 h 186"/>
                <a:gd name="T4" fmla="*/ 110 w 133"/>
                <a:gd name="T5" fmla="*/ 171 h 186"/>
                <a:gd name="T6" fmla="*/ 69 w 133"/>
                <a:gd name="T7" fmla="*/ 186 h 186"/>
                <a:gd name="T8" fmla="*/ 19 w 133"/>
                <a:gd name="T9" fmla="*/ 161 h 186"/>
                <a:gd name="T10" fmla="*/ 0 w 133"/>
                <a:gd name="T11" fmla="*/ 94 h 186"/>
                <a:gd name="T12" fmla="*/ 20 w 133"/>
                <a:gd name="T13" fmla="*/ 25 h 186"/>
                <a:gd name="T14" fmla="*/ 71 w 133"/>
                <a:gd name="T15" fmla="*/ 0 h 186"/>
                <a:gd name="T16" fmla="*/ 117 w 133"/>
                <a:gd name="T17" fmla="*/ 20 h 186"/>
                <a:gd name="T18" fmla="*/ 132 w 133"/>
                <a:gd name="T19" fmla="*/ 53 h 186"/>
                <a:gd name="T20" fmla="*/ 102 w 133"/>
                <a:gd name="T21" fmla="*/ 61 h 186"/>
                <a:gd name="T22" fmla="*/ 91 w 133"/>
                <a:gd name="T23" fmla="*/ 39 h 186"/>
                <a:gd name="T24" fmla="*/ 70 w 133"/>
                <a:gd name="T25" fmla="*/ 31 h 186"/>
                <a:gd name="T26" fmla="*/ 42 w 133"/>
                <a:gd name="T27" fmla="*/ 45 h 186"/>
                <a:gd name="T28" fmla="*/ 32 w 133"/>
                <a:gd name="T29" fmla="*/ 92 h 186"/>
                <a:gd name="T30" fmla="*/ 42 w 133"/>
                <a:gd name="T31" fmla="*/ 140 h 186"/>
                <a:gd name="T32" fmla="*/ 69 w 133"/>
                <a:gd name="T33" fmla="*/ 155 h 186"/>
                <a:gd name="T34" fmla="*/ 90 w 133"/>
                <a:gd name="T35" fmla="*/ 145 h 186"/>
                <a:gd name="T36" fmla="*/ 103 w 133"/>
                <a:gd name="T37" fmla="*/ 117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3" h="186">
                  <a:moveTo>
                    <a:pt x="103" y="117"/>
                  </a:moveTo>
                  <a:cubicBezTo>
                    <a:pt x="133" y="128"/>
                    <a:pt x="133" y="128"/>
                    <a:pt x="133" y="128"/>
                  </a:cubicBezTo>
                  <a:cubicBezTo>
                    <a:pt x="128" y="147"/>
                    <a:pt x="121" y="162"/>
                    <a:pt x="110" y="171"/>
                  </a:cubicBezTo>
                  <a:cubicBezTo>
                    <a:pt x="99" y="181"/>
                    <a:pt x="86" y="186"/>
                    <a:pt x="69" y="186"/>
                  </a:cubicBezTo>
                  <a:cubicBezTo>
                    <a:pt x="49" y="186"/>
                    <a:pt x="33" y="177"/>
                    <a:pt x="19" y="161"/>
                  </a:cubicBezTo>
                  <a:cubicBezTo>
                    <a:pt x="7" y="145"/>
                    <a:pt x="0" y="123"/>
                    <a:pt x="0" y="94"/>
                  </a:cubicBezTo>
                  <a:cubicBezTo>
                    <a:pt x="0" y="65"/>
                    <a:pt x="7" y="41"/>
                    <a:pt x="20" y="25"/>
                  </a:cubicBezTo>
                  <a:cubicBezTo>
                    <a:pt x="33" y="8"/>
                    <a:pt x="50" y="0"/>
                    <a:pt x="71" y="0"/>
                  </a:cubicBezTo>
                  <a:cubicBezTo>
                    <a:pt x="90" y="0"/>
                    <a:pt x="105" y="7"/>
                    <a:pt x="117" y="20"/>
                  </a:cubicBezTo>
                  <a:cubicBezTo>
                    <a:pt x="124" y="27"/>
                    <a:pt x="129" y="38"/>
                    <a:pt x="132" y="53"/>
                  </a:cubicBezTo>
                  <a:cubicBezTo>
                    <a:pt x="102" y="61"/>
                    <a:pt x="102" y="61"/>
                    <a:pt x="102" y="61"/>
                  </a:cubicBezTo>
                  <a:cubicBezTo>
                    <a:pt x="100" y="52"/>
                    <a:pt x="96" y="44"/>
                    <a:pt x="91" y="39"/>
                  </a:cubicBezTo>
                  <a:cubicBezTo>
                    <a:pt x="85" y="34"/>
                    <a:pt x="78" y="31"/>
                    <a:pt x="70" y="31"/>
                  </a:cubicBezTo>
                  <a:cubicBezTo>
                    <a:pt x="58" y="31"/>
                    <a:pt x="49" y="36"/>
                    <a:pt x="42" y="45"/>
                  </a:cubicBezTo>
                  <a:cubicBezTo>
                    <a:pt x="35" y="55"/>
                    <a:pt x="32" y="70"/>
                    <a:pt x="32" y="92"/>
                  </a:cubicBezTo>
                  <a:cubicBezTo>
                    <a:pt x="32" y="114"/>
                    <a:pt x="35" y="130"/>
                    <a:pt x="42" y="140"/>
                  </a:cubicBezTo>
                  <a:cubicBezTo>
                    <a:pt x="49" y="150"/>
                    <a:pt x="58" y="155"/>
                    <a:pt x="69" y="155"/>
                  </a:cubicBezTo>
                  <a:cubicBezTo>
                    <a:pt x="77" y="155"/>
                    <a:pt x="84" y="151"/>
                    <a:pt x="90" y="145"/>
                  </a:cubicBezTo>
                  <a:cubicBezTo>
                    <a:pt x="96" y="139"/>
                    <a:pt x="100" y="130"/>
                    <a:pt x="103" y="1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3" name="Rectangle 37"/>
            <p:cNvSpPr>
              <a:spLocks noChangeArrowheads="1"/>
            </p:cNvSpPr>
            <p:nvPr/>
          </p:nvSpPr>
          <p:spPr bwMode="auto">
            <a:xfrm>
              <a:off x="1882775" y="17462"/>
              <a:ext cx="23813" cy="13811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4" name="Freeform 38"/>
            <p:cNvSpPr/>
            <p:nvPr/>
          </p:nvSpPr>
          <p:spPr bwMode="auto">
            <a:xfrm>
              <a:off x="1928812" y="17462"/>
              <a:ext cx="88900" cy="138113"/>
            </a:xfrm>
            <a:custGeom>
              <a:avLst/>
              <a:gdLst>
                <a:gd name="T0" fmla="*/ 0 w 56"/>
                <a:gd name="T1" fmla="*/ 87 h 87"/>
                <a:gd name="T2" fmla="*/ 0 w 56"/>
                <a:gd name="T3" fmla="*/ 0 h 87"/>
                <a:gd name="T4" fmla="*/ 54 w 56"/>
                <a:gd name="T5" fmla="*/ 0 h 87"/>
                <a:gd name="T6" fmla="*/ 54 w 56"/>
                <a:gd name="T7" fmla="*/ 15 h 87"/>
                <a:gd name="T8" fmla="*/ 15 w 56"/>
                <a:gd name="T9" fmla="*/ 15 h 87"/>
                <a:gd name="T10" fmla="*/ 15 w 56"/>
                <a:gd name="T11" fmla="*/ 34 h 87"/>
                <a:gd name="T12" fmla="*/ 51 w 56"/>
                <a:gd name="T13" fmla="*/ 34 h 87"/>
                <a:gd name="T14" fmla="*/ 51 w 56"/>
                <a:gd name="T15" fmla="*/ 49 h 87"/>
                <a:gd name="T16" fmla="*/ 15 w 56"/>
                <a:gd name="T17" fmla="*/ 49 h 87"/>
                <a:gd name="T18" fmla="*/ 15 w 56"/>
                <a:gd name="T19" fmla="*/ 72 h 87"/>
                <a:gd name="T20" fmla="*/ 56 w 56"/>
                <a:gd name="T21" fmla="*/ 72 h 87"/>
                <a:gd name="T22" fmla="*/ 56 w 56"/>
                <a:gd name="T23" fmla="*/ 87 h 87"/>
                <a:gd name="T24" fmla="*/ 0 w 56"/>
                <a:gd name="T25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6" h="87">
                  <a:moveTo>
                    <a:pt x="0" y="87"/>
                  </a:moveTo>
                  <a:lnTo>
                    <a:pt x="0" y="0"/>
                  </a:lnTo>
                  <a:lnTo>
                    <a:pt x="54" y="0"/>
                  </a:lnTo>
                  <a:lnTo>
                    <a:pt x="54" y="15"/>
                  </a:lnTo>
                  <a:lnTo>
                    <a:pt x="15" y="15"/>
                  </a:lnTo>
                  <a:lnTo>
                    <a:pt x="15" y="34"/>
                  </a:lnTo>
                  <a:lnTo>
                    <a:pt x="51" y="34"/>
                  </a:lnTo>
                  <a:lnTo>
                    <a:pt x="51" y="49"/>
                  </a:lnTo>
                  <a:lnTo>
                    <a:pt x="15" y="49"/>
                  </a:lnTo>
                  <a:lnTo>
                    <a:pt x="15" y="72"/>
                  </a:lnTo>
                  <a:lnTo>
                    <a:pt x="56" y="72"/>
                  </a:lnTo>
                  <a:lnTo>
                    <a:pt x="56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5" name="Freeform 39"/>
            <p:cNvSpPr/>
            <p:nvPr/>
          </p:nvSpPr>
          <p:spPr bwMode="auto">
            <a:xfrm>
              <a:off x="2036762" y="17462"/>
              <a:ext cx="92075" cy="138113"/>
            </a:xfrm>
            <a:custGeom>
              <a:avLst/>
              <a:gdLst>
                <a:gd name="T0" fmla="*/ 0 w 58"/>
                <a:gd name="T1" fmla="*/ 87 h 87"/>
                <a:gd name="T2" fmla="*/ 0 w 58"/>
                <a:gd name="T3" fmla="*/ 0 h 87"/>
                <a:gd name="T4" fmla="*/ 14 w 58"/>
                <a:gd name="T5" fmla="*/ 0 h 87"/>
                <a:gd name="T6" fmla="*/ 45 w 58"/>
                <a:gd name="T7" fmla="*/ 58 h 87"/>
                <a:gd name="T8" fmla="*/ 45 w 58"/>
                <a:gd name="T9" fmla="*/ 0 h 87"/>
                <a:gd name="T10" fmla="*/ 58 w 58"/>
                <a:gd name="T11" fmla="*/ 0 h 87"/>
                <a:gd name="T12" fmla="*/ 58 w 58"/>
                <a:gd name="T13" fmla="*/ 87 h 87"/>
                <a:gd name="T14" fmla="*/ 43 w 58"/>
                <a:gd name="T15" fmla="*/ 87 h 87"/>
                <a:gd name="T16" fmla="*/ 14 w 58"/>
                <a:gd name="T17" fmla="*/ 31 h 87"/>
                <a:gd name="T18" fmla="*/ 14 w 58"/>
                <a:gd name="T19" fmla="*/ 87 h 87"/>
                <a:gd name="T20" fmla="*/ 0 w 58"/>
                <a:gd name="T21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8" h="87">
                  <a:moveTo>
                    <a:pt x="0" y="87"/>
                  </a:moveTo>
                  <a:lnTo>
                    <a:pt x="0" y="0"/>
                  </a:lnTo>
                  <a:lnTo>
                    <a:pt x="14" y="0"/>
                  </a:lnTo>
                  <a:lnTo>
                    <a:pt x="45" y="58"/>
                  </a:lnTo>
                  <a:lnTo>
                    <a:pt x="45" y="0"/>
                  </a:lnTo>
                  <a:lnTo>
                    <a:pt x="58" y="0"/>
                  </a:lnTo>
                  <a:lnTo>
                    <a:pt x="58" y="87"/>
                  </a:lnTo>
                  <a:lnTo>
                    <a:pt x="43" y="87"/>
                  </a:lnTo>
                  <a:lnTo>
                    <a:pt x="14" y="31"/>
                  </a:lnTo>
                  <a:lnTo>
                    <a:pt x="14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6" name="Freeform 40"/>
            <p:cNvSpPr/>
            <p:nvPr/>
          </p:nvSpPr>
          <p:spPr bwMode="auto">
            <a:xfrm>
              <a:off x="2149475" y="15875"/>
              <a:ext cx="101600" cy="142875"/>
            </a:xfrm>
            <a:custGeom>
              <a:avLst/>
              <a:gdLst>
                <a:gd name="T0" fmla="*/ 103 w 133"/>
                <a:gd name="T1" fmla="*/ 117 h 186"/>
                <a:gd name="T2" fmla="*/ 133 w 133"/>
                <a:gd name="T3" fmla="*/ 128 h 186"/>
                <a:gd name="T4" fmla="*/ 110 w 133"/>
                <a:gd name="T5" fmla="*/ 171 h 186"/>
                <a:gd name="T6" fmla="*/ 70 w 133"/>
                <a:gd name="T7" fmla="*/ 186 h 186"/>
                <a:gd name="T8" fmla="*/ 20 w 133"/>
                <a:gd name="T9" fmla="*/ 161 h 186"/>
                <a:gd name="T10" fmla="*/ 0 w 133"/>
                <a:gd name="T11" fmla="*/ 94 h 186"/>
                <a:gd name="T12" fmla="*/ 20 w 133"/>
                <a:gd name="T13" fmla="*/ 25 h 186"/>
                <a:gd name="T14" fmla="*/ 72 w 133"/>
                <a:gd name="T15" fmla="*/ 0 h 186"/>
                <a:gd name="T16" fmla="*/ 117 w 133"/>
                <a:gd name="T17" fmla="*/ 20 h 186"/>
                <a:gd name="T18" fmla="*/ 133 w 133"/>
                <a:gd name="T19" fmla="*/ 53 h 186"/>
                <a:gd name="T20" fmla="*/ 102 w 133"/>
                <a:gd name="T21" fmla="*/ 61 h 186"/>
                <a:gd name="T22" fmla="*/ 91 w 133"/>
                <a:gd name="T23" fmla="*/ 39 h 186"/>
                <a:gd name="T24" fmla="*/ 70 w 133"/>
                <a:gd name="T25" fmla="*/ 31 h 186"/>
                <a:gd name="T26" fmla="*/ 43 w 133"/>
                <a:gd name="T27" fmla="*/ 45 h 186"/>
                <a:gd name="T28" fmla="*/ 32 w 133"/>
                <a:gd name="T29" fmla="*/ 92 h 186"/>
                <a:gd name="T30" fmla="*/ 42 w 133"/>
                <a:gd name="T31" fmla="*/ 140 h 186"/>
                <a:gd name="T32" fmla="*/ 70 w 133"/>
                <a:gd name="T33" fmla="*/ 155 h 186"/>
                <a:gd name="T34" fmla="*/ 91 w 133"/>
                <a:gd name="T35" fmla="*/ 145 h 186"/>
                <a:gd name="T36" fmla="*/ 103 w 133"/>
                <a:gd name="T37" fmla="*/ 117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3" h="186">
                  <a:moveTo>
                    <a:pt x="103" y="117"/>
                  </a:moveTo>
                  <a:cubicBezTo>
                    <a:pt x="133" y="128"/>
                    <a:pt x="133" y="128"/>
                    <a:pt x="133" y="128"/>
                  </a:cubicBezTo>
                  <a:cubicBezTo>
                    <a:pt x="128" y="147"/>
                    <a:pt x="121" y="162"/>
                    <a:pt x="110" y="171"/>
                  </a:cubicBezTo>
                  <a:cubicBezTo>
                    <a:pt x="100" y="181"/>
                    <a:pt x="86" y="186"/>
                    <a:pt x="70" y="186"/>
                  </a:cubicBezTo>
                  <a:cubicBezTo>
                    <a:pt x="50" y="186"/>
                    <a:pt x="33" y="177"/>
                    <a:pt x="20" y="161"/>
                  </a:cubicBezTo>
                  <a:cubicBezTo>
                    <a:pt x="7" y="145"/>
                    <a:pt x="0" y="123"/>
                    <a:pt x="0" y="94"/>
                  </a:cubicBezTo>
                  <a:cubicBezTo>
                    <a:pt x="0" y="65"/>
                    <a:pt x="7" y="41"/>
                    <a:pt x="20" y="25"/>
                  </a:cubicBezTo>
                  <a:cubicBezTo>
                    <a:pt x="33" y="8"/>
                    <a:pt x="50" y="0"/>
                    <a:pt x="72" y="0"/>
                  </a:cubicBezTo>
                  <a:cubicBezTo>
                    <a:pt x="90" y="0"/>
                    <a:pt x="105" y="7"/>
                    <a:pt x="117" y="20"/>
                  </a:cubicBezTo>
                  <a:cubicBezTo>
                    <a:pt x="124" y="27"/>
                    <a:pt x="129" y="38"/>
                    <a:pt x="133" y="53"/>
                  </a:cubicBezTo>
                  <a:cubicBezTo>
                    <a:pt x="102" y="61"/>
                    <a:pt x="102" y="61"/>
                    <a:pt x="102" y="61"/>
                  </a:cubicBezTo>
                  <a:cubicBezTo>
                    <a:pt x="100" y="52"/>
                    <a:pt x="97" y="44"/>
                    <a:pt x="91" y="39"/>
                  </a:cubicBezTo>
                  <a:cubicBezTo>
                    <a:pt x="85" y="34"/>
                    <a:pt x="78" y="31"/>
                    <a:pt x="70" y="31"/>
                  </a:cubicBezTo>
                  <a:cubicBezTo>
                    <a:pt x="59" y="31"/>
                    <a:pt x="50" y="36"/>
                    <a:pt x="43" y="45"/>
                  </a:cubicBezTo>
                  <a:cubicBezTo>
                    <a:pt x="36" y="55"/>
                    <a:pt x="32" y="70"/>
                    <a:pt x="32" y="92"/>
                  </a:cubicBezTo>
                  <a:cubicBezTo>
                    <a:pt x="32" y="114"/>
                    <a:pt x="36" y="130"/>
                    <a:pt x="42" y="140"/>
                  </a:cubicBezTo>
                  <a:cubicBezTo>
                    <a:pt x="49" y="150"/>
                    <a:pt x="58" y="155"/>
                    <a:pt x="70" y="155"/>
                  </a:cubicBezTo>
                  <a:cubicBezTo>
                    <a:pt x="78" y="155"/>
                    <a:pt x="85" y="151"/>
                    <a:pt x="91" y="145"/>
                  </a:cubicBezTo>
                  <a:cubicBezTo>
                    <a:pt x="97" y="139"/>
                    <a:pt x="101" y="130"/>
                    <a:pt x="103" y="1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7" name="Freeform 41"/>
            <p:cNvSpPr/>
            <p:nvPr/>
          </p:nvSpPr>
          <p:spPr bwMode="auto">
            <a:xfrm>
              <a:off x="2271712" y="17462"/>
              <a:ext cx="88900" cy="138113"/>
            </a:xfrm>
            <a:custGeom>
              <a:avLst/>
              <a:gdLst>
                <a:gd name="T0" fmla="*/ 0 w 56"/>
                <a:gd name="T1" fmla="*/ 87 h 87"/>
                <a:gd name="T2" fmla="*/ 0 w 56"/>
                <a:gd name="T3" fmla="*/ 0 h 87"/>
                <a:gd name="T4" fmla="*/ 54 w 56"/>
                <a:gd name="T5" fmla="*/ 0 h 87"/>
                <a:gd name="T6" fmla="*/ 54 w 56"/>
                <a:gd name="T7" fmla="*/ 15 h 87"/>
                <a:gd name="T8" fmla="*/ 15 w 56"/>
                <a:gd name="T9" fmla="*/ 15 h 87"/>
                <a:gd name="T10" fmla="*/ 15 w 56"/>
                <a:gd name="T11" fmla="*/ 34 h 87"/>
                <a:gd name="T12" fmla="*/ 52 w 56"/>
                <a:gd name="T13" fmla="*/ 34 h 87"/>
                <a:gd name="T14" fmla="*/ 52 w 56"/>
                <a:gd name="T15" fmla="*/ 49 h 87"/>
                <a:gd name="T16" fmla="*/ 15 w 56"/>
                <a:gd name="T17" fmla="*/ 49 h 87"/>
                <a:gd name="T18" fmla="*/ 15 w 56"/>
                <a:gd name="T19" fmla="*/ 72 h 87"/>
                <a:gd name="T20" fmla="*/ 56 w 56"/>
                <a:gd name="T21" fmla="*/ 72 h 87"/>
                <a:gd name="T22" fmla="*/ 56 w 56"/>
                <a:gd name="T23" fmla="*/ 87 h 87"/>
                <a:gd name="T24" fmla="*/ 0 w 56"/>
                <a:gd name="T25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6" h="87">
                  <a:moveTo>
                    <a:pt x="0" y="87"/>
                  </a:moveTo>
                  <a:lnTo>
                    <a:pt x="0" y="0"/>
                  </a:lnTo>
                  <a:lnTo>
                    <a:pt x="54" y="0"/>
                  </a:lnTo>
                  <a:lnTo>
                    <a:pt x="54" y="15"/>
                  </a:lnTo>
                  <a:lnTo>
                    <a:pt x="15" y="15"/>
                  </a:lnTo>
                  <a:lnTo>
                    <a:pt x="15" y="34"/>
                  </a:lnTo>
                  <a:lnTo>
                    <a:pt x="52" y="34"/>
                  </a:lnTo>
                  <a:lnTo>
                    <a:pt x="52" y="49"/>
                  </a:lnTo>
                  <a:lnTo>
                    <a:pt x="15" y="49"/>
                  </a:lnTo>
                  <a:lnTo>
                    <a:pt x="15" y="72"/>
                  </a:lnTo>
                  <a:lnTo>
                    <a:pt x="56" y="72"/>
                  </a:lnTo>
                  <a:lnTo>
                    <a:pt x="56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8" name="Freeform 42"/>
            <p:cNvSpPr>
              <a:spLocks noEditPoints="1"/>
            </p:cNvSpPr>
            <p:nvPr/>
          </p:nvSpPr>
          <p:spPr bwMode="auto">
            <a:xfrm>
              <a:off x="2420937" y="15875"/>
              <a:ext cx="106363" cy="142875"/>
            </a:xfrm>
            <a:custGeom>
              <a:avLst/>
              <a:gdLst>
                <a:gd name="T0" fmla="*/ 141 w 141"/>
                <a:gd name="T1" fmla="*/ 161 h 187"/>
                <a:gd name="T2" fmla="*/ 124 w 141"/>
                <a:gd name="T3" fmla="*/ 187 h 187"/>
                <a:gd name="T4" fmla="*/ 99 w 141"/>
                <a:gd name="T5" fmla="*/ 167 h 187"/>
                <a:gd name="T6" fmla="*/ 79 w 141"/>
                <a:gd name="T7" fmla="*/ 181 h 187"/>
                <a:gd name="T8" fmla="*/ 54 w 141"/>
                <a:gd name="T9" fmla="*/ 186 h 187"/>
                <a:gd name="T10" fmla="*/ 12 w 141"/>
                <a:gd name="T11" fmla="*/ 167 h 187"/>
                <a:gd name="T12" fmla="*/ 0 w 141"/>
                <a:gd name="T13" fmla="*/ 133 h 187"/>
                <a:gd name="T14" fmla="*/ 9 w 141"/>
                <a:gd name="T15" fmla="*/ 102 h 187"/>
                <a:gd name="T16" fmla="*/ 35 w 141"/>
                <a:gd name="T17" fmla="*/ 78 h 187"/>
                <a:gd name="T18" fmla="*/ 24 w 141"/>
                <a:gd name="T19" fmla="*/ 58 h 187"/>
                <a:gd name="T20" fmla="*/ 20 w 141"/>
                <a:gd name="T21" fmla="*/ 39 h 187"/>
                <a:gd name="T22" fmla="*/ 31 w 141"/>
                <a:gd name="T23" fmla="*/ 12 h 187"/>
                <a:gd name="T24" fmla="*/ 62 w 141"/>
                <a:gd name="T25" fmla="*/ 0 h 187"/>
                <a:gd name="T26" fmla="*/ 93 w 141"/>
                <a:gd name="T27" fmla="*/ 12 h 187"/>
                <a:gd name="T28" fmla="*/ 104 w 141"/>
                <a:gd name="T29" fmla="*/ 41 h 187"/>
                <a:gd name="T30" fmla="*/ 99 w 141"/>
                <a:gd name="T31" fmla="*/ 62 h 187"/>
                <a:gd name="T32" fmla="*/ 76 w 141"/>
                <a:gd name="T33" fmla="*/ 84 h 187"/>
                <a:gd name="T34" fmla="*/ 98 w 141"/>
                <a:gd name="T35" fmla="*/ 117 h 187"/>
                <a:gd name="T36" fmla="*/ 104 w 141"/>
                <a:gd name="T37" fmla="*/ 96 h 187"/>
                <a:gd name="T38" fmla="*/ 130 w 141"/>
                <a:gd name="T39" fmla="*/ 103 h 187"/>
                <a:gd name="T40" fmla="*/ 124 w 141"/>
                <a:gd name="T41" fmla="*/ 127 h 187"/>
                <a:gd name="T42" fmla="*/ 117 w 141"/>
                <a:gd name="T43" fmla="*/ 140 h 187"/>
                <a:gd name="T44" fmla="*/ 130 w 141"/>
                <a:gd name="T45" fmla="*/ 152 h 187"/>
                <a:gd name="T46" fmla="*/ 141 w 141"/>
                <a:gd name="T47" fmla="*/ 161 h 187"/>
                <a:gd name="T48" fmla="*/ 50 w 141"/>
                <a:gd name="T49" fmla="*/ 100 h 187"/>
                <a:gd name="T50" fmla="*/ 35 w 141"/>
                <a:gd name="T51" fmla="*/ 115 h 187"/>
                <a:gd name="T52" fmla="*/ 30 w 141"/>
                <a:gd name="T53" fmla="*/ 132 h 187"/>
                <a:gd name="T54" fmla="*/ 37 w 141"/>
                <a:gd name="T55" fmla="*/ 150 h 187"/>
                <a:gd name="T56" fmla="*/ 53 w 141"/>
                <a:gd name="T57" fmla="*/ 157 h 187"/>
                <a:gd name="T58" fmla="*/ 66 w 141"/>
                <a:gd name="T59" fmla="*/ 154 h 187"/>
                <a:gd name="T60" fmla="*/ 80 w 141"/>
                <a:gd name="T61" fmla="*/ 144 h 187"/>
                <a:gd name="T62" fmla="*/ 50 w 141"/>
                <a:gd name="T63" fmla="*/ 100 h 187"/>
                <a:gd name="T64" fmla="*/ 62 w 141"/>
                <a:gd name="T65" fmla="*/ 63 h 187"/>
                <a:gd name="T66" fmla="*/ 70 w 141"/>
                <a:gd name="T67" fmla="*/ 56 h 187"/>
                <a:gd name="T68" fmla="*/ 78 w 141"/>
                <a:gd name="T69" fmla="*/ 40 h 187"/>
                <a:gd name="T70" fmla="*/ 74 w 141"/>
                <a:gd name="T71" fmla="*/ 29 h 187"/>
                <a:gd name="T72" fmla="*/ 63 w 141"/>
                <a:gd name="T73" fmla="*/ 24 h 187"/>
                <a:gd name="T74" fmla="*/ 52 w 141"/>
                <a:gd name="T75" fmla="*/ 28 h 187"/>
                <a:gd name="T76" fmla="*/ 48 w 141"/>
                <a:gd name="T77" fmla="*/ 38 h 187"/>
                <a:gd name="T78" fmla="*/ 55 w 141"/>
                <a:gd name="T79" fmla="*/ 53 h 187"/>
                <a:gd name="T80" fmla="*/ 62 w 141"/>
                <a:gd name="T81" fmla="*/ 6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41" h="187">
                  <a:moveTo>
                    <a:pt x="141" y="161"/>
                  </a:moveTo>
                  <a:cubicBezTo>
                    <a:pt x="124" y="187"/>
                    <a:pt x="124" y="187"/>
                    <a:pt x="124" y="187"/>
                  </a:cubicBezTo>
                  <a:cubicBezTo>
                    <a:pt x="115" y="182"/>
                    <a:pt x="107" y="175"/>
                    <a:pt x="99" y="167"/>
                  </a:cubicBezTo>
                  <a:cubicBezTo>
                    <a:pt x="93" y="173"/>
                    <a:pt x="86" y="178"/>
                    <a:pt x="79" y="181"/>
                  </a:cubicBezTo>
                  <a:cubicBezTo>
                    <a:pt x="72" y="184"/>
                    <a:pt x="64" y="186"/>
                    <a:pt x="54" y="186"/>
                  </a:cubicBezTo>
                  <a:cubicBezTo>
                    <a:pt x="35" y="186"/>
                    <a:pt x="21" y="179"/>
                    <a:pt x="12" y="167"/>
                  </a:cubicBezTo>
                  <a:cubicBezTo>
                    <a:pt x="4" y="157"/>
                    <a:pt x="0" y="146"/>
                    <a:pt x="0" y="133"/>
                  </a:cubicBezTo>
                  <a:cubicBezTo>
                    <a:pt x="0" y="122"/>
                    <a:pt x="3" y="111"/>
                    <a:pt x="9" y="102"/>
                  </a:cubicBezTo>
                  <a:cubicBezTo>
                    <a:pt x="15" y="93"/>
                    <a:pt x="24" y="85"/>
                    <a:pt x="35" y="78"/>
                  </a:cubicBezTo>
                  <a:cubicBezTo>
                    <a:pt x="30" y="71"/>
                    <a:pt x="26" y="64"/>
                    <a:pt x="24" y="58"/>
                  </a:cubicBezTo>
                  <a:cubicBezTo>
                    <a:pt x="21" y="51"/>
                    <a:pt x="20" y="45"/>
                    <a:pt x="20" y="39"/>
                  </a:cubicBezTo>
                  <a:cubicBezTo>
                    <a:pt x="20" y="28"/>
                    <a:pt x="23" y="19"/>
                    <a:pt x="31" y="12"/>
                  </a:cubicBezTo>
                  <a:cubicBezTo>
                    <a:pt x="38" y="4"/>
                    <a:pt x="49" y="0"/>
                    <a:pt x="62" y="0"/>
                  </a:cubicBezTo>
                  <a:cubicBezTo>
                    <a:pt x="75" y="0"/>
                    <a:pt x="86" y="4"/>
                    <a:pt x="93" y="12"/>
                  </a:cubicBezTo>
                  <a:cubicBezTo>
                    <a:pt x="100" y="20"/>
                    <a:pt x="104" y="30"/>
                    <a:pt x="104" y="41"/>
                  </a:cubicBezTo>
                  <a:cubicBezTo>
                    <a:pt x="104" y="48"/>
                    <a:pt x="102" y="55"/>
                    <a:pt x="99" y="62"/>
                  </a:cubicBezTo>
                  <a:cubicBezTo>
                    <a:pt x="95" y="68"/>
                    <a:pt x="88" y="76"/>
                    <a:pt x="76" y="84"/>
                  </a:cubicBezTo>
                  <a:cubicBezTo>
                    <a:pt x="98" y="117"/>
                    <a:pt x="98" y="117"/>
                    <a:pt x="98" y="117"/>
                  </a:cubicBezTo>
                  <a:cubicBezTo>
                    <a:pt x="100" y="111"/>
                    <a:pt x="102" y="105"/>
                    <a:pt x="104" y="96"/>
                  </a:cubicBezTo>
                  <a:cubicBezTo>
                    <a:pt x="130" y="103"/>
                    <a:pt x="130" y="103"/>
                    <a:pt x="130" y="103"/>
                  </a:cubicBezTo>
                  <a:cubicBezTo>
                    <a:pt x="128" y="114"/>
                    <a:pt x="125" y="122"/>
                    <a:pt x="124" y="127"/>
                  </a:cubicBezTo>
                  <a:cubicBezTo>
                    <a:pt x="122" y="133"/>
                    <a:pt x="120" y="137"/>
                    <a:pt x="117" y="140"/>
                  </a:cubicBezTo>
                  <a:cubicBezTo>
                    <a:pt x="121" y="144"/>
                    <a:pt x="125" y="148"/>
                    <a:pt x="130" y="152"/>
                  </a:cubicBezTo>
                  <a:cubicBezTo>
                    <a:pt x="135" y="156"/>
                    <a:pt x="139" y="159"/>
                    <a:pt x="141" y="161"/>
                  </a:cubicBezTo>
                  <a:close/>
                  <a:moveTo>
                    <a:pt x="50" y="100"/>
                  </a:moveTo>
                  <a:cubicBezTo>
                    <a:pt x="44" y="104"/>
                    <a:pt x="39" y="109"/>
                    <a:pt x="35" y="115"/>
                  </a:cubicBezTo>
                  <a:cubicBezTo>
                    <a:pt x="32" y="120"/>
                    <a:pt x="30" y="126"/>
                    <a:pt x="30" y="132"/>
                  </a:cubicBezTo>
                  <a:cubicBezTo>
                    <a:pt x="30" y="140"/>
                    <a:pt x="32" y="146"/>
                    <a:pt x="37" y="150"/>
                  </a:cubicBezTo>
                  <a:cubicBezTo>
                    <a:pt x="41" y="155"/>
                    <a:pt x="46" y="157"/>
                    <a:pt x="53" y="157"/>
                  </a:cubicBezTo>
                  <a:cubicBezTo>
                    <a:pt x="58" y="157"/>
                    <a:pt x="62" y="156"/>
                    <a:pt x="66" y="154"/>
                  </a:cubicBezTo>
                  <a:cubicBezTo>
                    <a:pt x="71" y="152"/>
                    <a:pt x="75" y="148"/>
                    <a:pt x="80" y="144"/>
                  </a:cubicBezTo>
                  <a:lnTo>
                    <a:pt x="50" y="100"/>
                  </a:lnTo>
                  <a:close/>
                  <a:moveTo>
                    <a:pt x="62" y="63"/>
                  </a:moveTo>
                  <a:cubicBezTo>
                    <a:pt x="70" y="56"/>
                    <a:pt x="70" y="56"/>
                    <a:pt x="70" y="56"/>
                  </a:cubicBezTo>
                  <a:cubicBezTo>
                    <a:pt x="76" y="51"/>
                    <a:pt x="78" y="45"/>
                    <a:pt x="78" y="40"/>
                  </a:cubicBezTo>
                  <a:cubicBezTo>
                    <a:pt x="78" y="36"/>
                    <a:pt x="77" y="32"/>
                    <a:pt x="74" y="29"/>
                  </a:cubicBezTo>
                  <a:cubicBezTo>
                    <a:pt x="71" y="26"/>
                    <a:pt x="68" y="24"/>
                    <a:pt x="63" y="24"/>
                  </a:cubicBezTo>
                  <a:cubicBezTo>
                    <a:pt x="58" y="24"/>
                    <a:pt x="55" y="26"/>
                    <a:pt x="52" y="28"/>
                  </a:cubicBezTo>
                  <a:cubicBezTo>
                    <a:pt x="49" y="31"/>
                    <a:pt x="48" y="34"/>
                    <a:pt x="48" y="38"/>
                  </a:cubicBezTo>
                  <a:cubicBezTo>
                    <a:pt x="48" y="42"/>
                    <a:pt x="50" y="47"/>
                    <a:pt x="55" y="53"/>
                  </a:cubicBezTo>
                  <a:lnTo>
                    <a:pt x="62" y="6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9" name="Freeform 43"/>
            <p:cNvSpPr/>
            <p:nvPr/>
          </p:nvSpPr>
          <p:spPr bwMode="auto">
            <a:xfrm>
              <a:off x="2579687" y="17462"/>
              <a:ext cx="92075" cy="138113"/>
            </a:xfrm>
            <a:custGeom>
              <a:avLst/>
              <a:gdLst>
                <a:gd name="T0" fmla="*/ 22 w 58"/>
                <a:gd name="T1" fmla="*/ 87 h 87"/>
                <a:gd name="T2" fmla="*/ 22 w 58"/>
                <a:gd name="T3" fmla="*/ 15 h 87"/>
                <a:gd name="T4" fmla="*/ 0 w 58"/>
                <a:gd name="T5" fmla="*/ 15 h 87"/>
                <a:gd name="T6" fmla="*/ 0 w 58"/>
                <a:gd name="T7" fmla="*/ 0 h 87"/>
                <a:gd name="T8" fmla="*/ 58 w 58"/>
                <a:gd name="T9" fmla="*/ 0 h 87"/>
                <a:gd name="T10" fmla="*/ 58 w 58"/>
                <a:gd name="T11" fmla="*/ 15 h 87"/>
                <a:gd name="T12" fmla="*/ 36 w 58"/>
                <a:gd name="T13" fmla="*/ 15 h 87"/>
                <a:gd name="T14" fmla="*/ 36 w 58"/>
                <a:gd name="T15" fmla="*/ 87 h 87"/>
                <a:gd name="T16" fmla="*/ 22 w 58"/>
                <a:gd name="T17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8" h="87">
                  <a:moveTo>
                    <a:pt x="22" y="87"/>
                  </a:moveTo>
                  <a:lnTo>
                    <a:pt x="22" y="15"/>
                  </a:lnTo>
                  <a:lnTo>
                    <a:pt x="0" y="15"/>
                  </a:lnTo>
                  <a:lnTo>
                    <a:pt x="0" y="0"/>
                  </a:lnTo>
                  <a:lnTo>
                    <a:pt x="58" y="0"/>
                  </a:lnTo>
                  <a:lnTo>
                    <a:pt x="58" y="15"/>
                  </a:lnTo>
                  <a:lnTo>
                    <a:pt x="36" y="15"/>
                  </a:lnTo>
                  <a:lnTo>
                    <a:pt x="36" y="87"/>
                  </a:lnTo>
                  <a:lnTo>
                    <a:pt x="22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10" name="Freeform 44"/>
            <p:cNvSpPr/>
            <p:nvPr/>
          </p:nvSpPr>
          <p:spPr bwMode="auto">
            <a:xfrm>
              <a:off x="2686050" y="17462"/>
              <a:ext cx="88900" cy="138113"/>
            </a:xfrm>
            <a:custGeom>
              <a:avLst/>
              <a:gdLst>
                <a:gd name="T0" fmla="*/ 0 w 56"/>
                <a:gd name="T1" fmla="*/ 87 h 87"/>
                <a:gd name="T2" fmla="*/ 0 w 56"/>
                <a:gd name="T3" fmla="*/ 0 h 87"/>
                <a:gd name="T4" fmla="*/ 55 w 56"/>
                <a:gd name="T5" fmla="*/ 0 h 87"/>
                <a:gd name="T6" fmla="*/ 55 w 56"/>
                <a:gd name="T7" fmla="*/ 15 h 87"/>
                <a:gd name="T8" fmla="*/ 15 w 56"/>
                <a:gd name="T9" fmla="*/ 15 h 87"/>
                <a:gd name="T10" fmla="*/ 15 w 56"/>
                <a:gd name="T11" fmla="*/ 34 h 87"/>
                <a:gd name="T12" fmla="*/ 52 w 56"/>
                <a:gd name="T13" fmla="*/ 34 h 87"/>
                <a:gd name="T14" fmla="*/ 52 w 56"/>
                <a:gd name="T15" fmla="*/ 49 h 87"/>
                <a:gd name="T16" fmla="*/ 15 w 56"/>
                <a:gd name="T17" fmla="*/ 49 h 87"/>
                <a:gd name="T18" fmla="*/ 15 w 56"/>
                <a:gd name="T19" fmla="*/ 72 h 87"/>
                <a:gd name="T20" fmla="*/ 56 w 56"/>
                <a:gd name="T21" fmla="*/ 72 h 87"/>
                <a:gd name="T22" fmla="*/ 56 w 56"/>
                <a:gd name="T23" fmla="*/ 87 h 87"/>
                <a:gd name="T24" fmla="*/ 0 w 56"/>
                <a:gd name="T25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6" h="87">
                  <a:moveTo>
                    <a:pt x="0" y="87"/>
                  </a:moveTo>
                  <a:lnTo>
                    <a:pt x="0" y="0"/>
                  </a:lnTo>
                  <a:lnTo>
                    <a:pt x="55" y="0"/>
                  </a:lnTo>
                  <a:lnTo>
                    <a:pt x="55" y="15"/>
                  </a:lnTo>
                  <a:lnTo>
                    <a:pt x="15" y="15"/>
                  </a:lnTo>
                  <a:lnTo>
                    <a:pt x="15" y="34"/>
                  </a:lnTo>
                  <a:lnTo>
                    <a:pt x="52" y="34"/>
                  </a:lnTo>
                  <a:lnTo>
                    <a:pt x="52" y="49"/>
                  </a:lnTo>
                  <a:lnTo>
                    <a:pt x="15" y="49"/>
                  </a:lnTo>
                  <a:lnTo>
                    <a:pt x="15" y="72"/>
                  </a:lnTo>
                  <a:lnTo>
                    <a:pt x="56" y="72"/>
                  </a:lnTo>
                  <a:lnTo>
                    <a:pt x="56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11" name="Freeform 45"/>
            <p:cNvSpPr/>
            <p:nvPr/>
          </p:nvSpPr>
          <p:spPr bwMode="auto">
            <a:xfrm>
              <a:off x="2790825" y="15875"/>
              <a:ext cx="101600" cy="142875"/>
            </a:xfrm>
            <a:custGeom>
              <a:avLst/>
              <a:gdLst>
                <a:gd name="T0" fmla="*/ 103 w 133"/>
                <a:gd name="T1" fmla="*/ 117 h 186"/>
                <a:gd name="T2" fmla="*/ 133 w 133"/>
                <a:gd name="T3" fmla="*/ 128 h 186"/>
                <a:gd name="T4" fmla="*/ 110 w 133"/>
                <a:gd name="T5" fmla="*/ 171 h 186"/>
                <a:gd name="T6" fmla="*/ 69 w 133"/>
                <a:gd name="T7" fmla="*/ 186 h 186"/>
                <a:gd name="T8" fmla="*/ 19 w 133"/>
                <a:gd name="T9" fmla="*/ 161 h 186"/>
                <a:gd name="T10" fmla="*/ 0 w 133"/>
                <a:gd name="T11" fmla="*/ 94 h 186"/>
                <a:gd name="T12" fmla="*/ 20 w 133"/>
                <a:gd name="T13" fmla="*/ 25 h 186"/>
                <a:gd name="T14" fmla="*/ 71 w 133"/>
                <a:gd name="T15" fmla="*/ 0 h 186"/>
                <a:gd name="T16" fmla="*/ 117 w 133"/>
                <a:gd name="T17" fmla="*/ 20 h 186"/>
                <a:gd name="T18" fmla="*/ 132 w 133"/>
                <a:gd name="T19" fmla="*/ 53 h 186"/>
                <a:gd name="T20" fmla="*/ 102 w 133"/>
                <a:gd name="T21" fmla="*/ 61 h 186"/>
                <a:gd name="T22" fmla="*/ 90 w 133"/>
                <a:gd name="T23" fmla="*/ 39 h 186"/>
                <a:gd name="T24" fmla="*/ 70 w 133"/>
                <a:gd name="T25" fmla="*/ 31 h 186"/>
                <a:gd name="T26" fmla="*/ 42 w 133"/>
                <a:gd name="T27" fmla="*/ 45 h 186"/>
                <a:gd name="T28" fmla="*/ 32 w 133"/>
                <a:gd name="T29" fmla="*/ 92 h 186"/>
                <a:gd name="T30" fmla="*/ 42 w 133"/>
                <a:gd name="T31" fmla="*/ 140 h 186"/>
                <a:gd name="T32" fmla="*/ 69 w 133"/>
                <a:gd name="T33" fmla="*/ 155 h 186"/>
                <a:gd name="T34" fmla="*/ 90 w 133"/>
                <a:gd name="T35" fmla="*/ 145 h 186"/>
                <a:gd name="T36" fmla="*/ 103 w 133"/>
                <a:gd name="T37" fmla="*/ 117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3" h="186">
                  <a:moveTo>
                    <a:pt x="103" y="117"/>
                  </a:moveTo>
                  <a:cubicBezTo>
                    <a:pt x="133" y="128"/>
                    <a:pt x="133" y="128"/>
                    <a:pt x="133" y="128"/>
                  </a:cubicBezTo>
                  <a:cubicBezTo>
                    <a:pt x="128" y="147"/>
                    <a:pt x="120" y="162"/>
                    <a:pt x="110" y="171"/>
                  </a:cubicBezTo>
                  <a:cubicBezTo>
                    <a:pt x="99" y="181"/>
                    <a:pt x="86" y="186"/>
                    <a:pt x="69" y="186"/>
                  </a:cubicBezTo>
                  <a:cubicBezTo>
                    <a:pt x="49" y="186"/>
                    <a:pt x="32" y="177"/>
                    <a:pt x="19" y="161"/>
                  </a:cubicBezTo>
                  <a:cubicBezTo>
                    <a:pt x="6" y="145"/>
                    <a:pt x="0" y="123"/>
                    <a:pt x="0" y="94"/>
                  </a:cubicBezTo>
                  <a:cubicBezTo>
                    <a:pt x="0" y="65"/>
                    <a:pt x="7" y="41"/>
                    <a:pt x="20" y="25"/>
                  </a:cubicBezTo>
                  <a:cubicBezTo>
                    <a:pt x="33" y="8"/>
                    <a:pt x="50" y="0"/>
                    <a:pt x="71" y="0"/>
                  </a:cubicBezTo>
                  <a:cubicBezTo>
                    <a:pt x="90" y="0"/>
                    <a:pt x="105" y="7"/>
                    <a:pt x="117" y="20"/>
                  </a:cubicBezTo>
                  <a:cubicBezTo>
                    <a:pt x="124" y="27"/>
                    <a:pt x="129" y="38"/>
                    <a:pt x="132" y="53"/>
                  </a:cubicBezTo>
                  <a:cubicBezTo>
                    <a:pt x="102" y="61"/>
                    <a:pt x="102" y="61"/>
                    <a:pt x="102" y="61"/>
                  </a:cubicBezTo>
                  <a:cubicBezTo>
                    <a:pt x="100" y="52"/>
                    <a:pt x="96" y="44"/>
                    <a:pt x="90" y="39"/>
                  </a:cubicBezTo>
                  <a:cubicBezTo>
                    <a:pt x="85" y="34"/>
                    <a:pt x="78" y="31"/>
                    <a:pt x="70" y="31"/>
                  </a:cubicBezTo>
                  <a:cubicBezTo>
                    <a:pt x="58" y="31"/>
                    <a:pt x="49" y="36"/>
                    <a:pt x="42" y="45"/>
                  </a:cubicBezTo>
                  <a:cubicBezTo>
                    <a:pt x="35" y="55"/>
                    <a:pt x="32" y="70"/>
                    <a:pt x="32" y="92"/>
                  </a:cubicBezTo>
                  <a:cubicBezTo>
                    <a:pt x="32" y="114"/>
                    <a:pt x="35" y="130"/>
                    <a:pt x="42" y="140"/>
                  </a:cubicBezTo>
                  <a:cubicBezTo>
                    <a:pt x="49" y="150"/>
                    <a:pt x="58" y="155"/>
                    <a:pt x="69" y="155"/>
                  </a:cubicBezTo>
                  <a:cubicBezTo>
                    <a:pt x="77" y="155"/>
                    <a:pt x="84" y="151"/>
                    <a:pt x="90" y="145"/>
                  </a:cubicBezTo>
                  <a:cubicBezTo>
                    <a:pt x="96" y="139"/>
                    <a:pt x="100" y="130"/>
                    <a:pt x="103" y="1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12" name="Freeform 46"/>
            <p:cNvSpPr/>
            <p:nvPr/>
          </p:nvSpPr>
          <p:spPr bwMode="auto">
            <a:xfrm>
              <a:off x="2913062" y="17462"/>
              <a:ext cx="93663" cy="138113"/>
            </a:xfrm>
            <a:custGeom>
              <a:avLst/>
              <a:gdLst>
                <a:gd name="T0" fmla="*/ 0 w 59"/>
                <a:gd name="T1" fmla="*/ 87 h 87"/>
                <a:gd name="T2" fmla="*/ 0 w 59"/>
                <a:gd name="T3" fmla="*/ 0 h 87"/>
                <a:gd name="T4" fmla="*/ 15 w 59"/>
                <a:gd name="T5" fmla="*/ 0 h 87"/>
                <a:gd name="T6" fmla="*/ 15 w 59"/>
                <a:gd name="T7" fmla="*/ 35 h 87"/>
                <a:gd name="T8" fmla="*/ 44 w 59"/>
                <a:gd name="T9" fmla="*/ 35 h 87"/>
                <a:gd name="T10" fmla="*/ 44 w 59"/>
                <a:gd name="T11" fmla="*/ 0 h 87"/>
                <a:gd name="T12" fmla="*/ 59 w 59"/>
                <a:gd name="T13" fmla="*/ 0 h 87"/>
                <a:gd name="T14" fmla="*/ 59 w 59"/>
                <a:gd name="T15" fmla="*/ 87 h 87"/>
                <a:gd name="T16" fmla="*/ 44 w 59"/>
                <a:gd name="T17" fmla="*/ 87 h 87"/>
                <a:gd name="T18" fmla="*/ 44 w 59"/>
                <a:gd name="T19" fmla="*/ 49 h 87"/>
                <a:gd name="T20" fmla="*/ 15 w 59"/>
                <a:gd name="T21" fmla="*/ 49 h 87"/>
                <a:gd name="T22" fmla="*/ 15 w 59"/>
                <a:gd name="T23" fmla="*/ 87 h 87"/>
                <a:gd name="T24" fmla="*/ 0 w 59"/>
                <a:gd name="T25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9" h="87">
                  <a:moveTo>
                    <a:pt x="0" y="87"/>
                  </a:moveTo>
                  <a:lnTo>
                    <a:pt x="0" y="0"/>
                  </a:lnTo>
                  <a:lnTo>
                    <a:pt x="15" y="0"/>
                  </a:lnTo>
                  <a:lnTo>
                    <a:pt x="15" y="35"/>
                  </a:lnTo>
                  <a:lnTo>
                    <a:pt x="44" y="35"/>
                  </a:lnTo>
                  <a:lnTo>
                    <a:pt x="44" y="0"/>
                  </a:lnTo>
                  <a:lnTo>
                    <a:pt x="59" y="0"/>
                  </a:lnTo>
                  <a:lnTo>
                    <a:pt x="59" y="87"/>
                  </a:lnTo>
                  <a:lnTo>
                    <a:pt x="44" y="87"/>
                  </a:lnTo>
                  <a:lnTo>
                    <a:pt x="44" y="49"/>
                  </a:lnTo>
                  <a:lnTo>
                    <a:pt x="15" y="49"/>
                  </a:lnTo>
                  <a:lnTo>
                    <a:pt x="15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13" name="Freeform 47"/>
            <p:cNvSpPr/>
            <p:nvPr/>
          </p:nvSpPr>
          <p:spPr bwMode="auto">
            <a:xfrm>
              <a:off x="3030537" y="17462"/>
              <a:ext cx="92075" cy="138113"/>
            </a:xfrm>
            <a:custGeom>
              <a:avLst/>
              <a:gdLst>
                <a:gd name="T0" fmla="*/ 0 w 58"/>
                <a:gd name="T1" fmla="*/ 87 h 87"/>
                <a:gd name="T2" fmla="*/ 0 w 58"/>
                <a:gd name="T3" fmla="*/ 0 h 87"/>
                <a:gd name="T4" fmla="*/ 14 w 58"/>
                <a:gd name="T5" fmla="*/ 0 h 87"/>
                <a:gd name="T6" fmla="*/ 44 w 58"/>
                <a:gd name="T7" fmla="*/ 58 h 87"/>
                <a:gd name="T8" fmla="*/ 44 w 58"/>
                <a:gd name="T9" fmla="*/ 0 h 87"/>
                <a:gd name="T10" fmla="*/ 58 w 58"/>
                <a:gd name="T11" fmla="*/ 0 h 87"/>
                <a:gd name="T12" fmla="*/ 58 w 58"/>
                <a:gd name="T13" fmla="*/ 87 h 87"/>
                <a:gd name="T14" fmla="*/ 43 w 58"/>
                <a:gd name="T15" fmla="*/ 87 h 87"/>
                <a:gd name="T16" fmla="*/ 14 w 58"/>
                <a:gd name="T17" fmla="*/ 31 h 87"/>
                <a:gd name="T18" fmla="*/ 14 w 58"/>
                <a:gd name="T19" fmla="*/ 87 h 87"/>
                <a:gd name="T20" fmla="*/ 0 w 58"/>
                <a:gd name="T21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8" h="87">
                  <a:moveTo>
                    <a:pt x="0" y="87"/>
                  </a:moveTo>
                  <a:lnTo>
                    <a:pt x="0" y="0"/>
                  </a:lnTo>
                  <a:lnTo>
                    <a:pt x="14" y="0"/>
                  </a:lnTo>
                  <a:lnTo>
                    <a:pt x="44" y="58"/>
                  </a:lnTo>
                  <a:lnTo>
                    <a:pt x="44" y="0"/>
                  </a:lnTo>
                  <a:lnTo>
                    <a:pt x="58" y="0"/>
                  </a:lnTo>
                  <a:lnTo>
                    <a:pt x="58" y="87"/>
                  </a:lnTo>
                  <a:lnTo>
                    <a:pt x="43" y="87"/>
                  </a:lnTo>
                  <a:lnTo>
                    <a:pt x="14" y="31"/>
                  </a:lnTo>
                  <a:lnTo>
                    <a:pt x="14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14" name="Freeform 48"/>
            <p:cNvSpPr>
              <a:spLocks noEditPoints="1"/>
            </p:cNvSpPr>
            <p:nvPr/>
          </p:nvSpPr>
          <p:spPr bwMode="auto">
            <a:xfrm>
              <a:off x="3143250" y="15875"/>
              <a:ext cx="112713" cy="142875"/>
            </a:xfrm>
            <a:custGeom>
              <a:avLst/>
              <a:gdLst>
                <a:gd name="T0" fmla="*/ 0 w 148"/>
                <a:gd name="T1" fmla="*/ 94 h 186"/>
                <a:gd name="T2" fmla="*/ 7 w 148"/>
                <a:gd name="T3" fmla="*/ 48 h 186"/>
                <a:gd name="T4" fmla="*/ 21 w 148"/>
                <a:gd name="T5" fmla="*/ 23 h 186"/>
                <a:gd name="T6" fmla="*/ 41 w 148"/>
                <a:gd name="T7" fmla="*/ 7 h 186"/>
                <a:gd name="T8" fmla="*/ 74 w 148"/>
                <a:gd name="T9" fmla="*/ 0 h 186"/>
                <a:gd name="T10" fmla="*/ 128 w 148"/>
                <a:gd name="T11" fmla="*/ 25 h 186"/>
                <a:gd name="T12" fmla="*/ 148 w 148"/>
                <a:gd name="T13" fmla="*/ 93 h 186"/>
                <a:gd name="T14" fmla="*/ 128 w 148"/>
                <a:gd name="T15" fmla="*/ 161 h 186"/>
                <a:gd name="T16" fmla="*/ 74 w 148"/>
                <a:gd name="T17" fmla="*/ 186 h 186"/>
                <a:gd name="T18" fmla="*/ 20 w 148"/>
                <a:gd name="T19" fmla="*/ 161 h 186"/>
                <a:gd name="T20" fmla="*/ 0 w 148"/>
                <a:gd name="T21" fmla="*/ 94 h 186"/>
                <a:gd name="T22" fmla="*/ 32 w 148"/>
                <a:gd name="T23" fmla="*/ 93 h 186"/>
                <a:gd name="T24" fmla="*/ 44 w 148"/>
                <a:gd name="T25" fmla="*/ 139 h 186"/>
                <a:gd name="T26" fmla="*/ 74 w 148"/>
                <a:gd name="T27" fmla="*/ 155 h 186"/>
                <a:gd name="T28" fmla="*/ 104 w 148"/>
                <a:gd name="T29" fmla="*/ 139 h 186"/>
                <a:gd name="T30" fmla="*/ 116 w 148"/>
                <a:gd name="T31" fmla="*/ 92 h 186"/>
                <a:gd name="T32" fmla="*/ 105 w 148"/>
                <a:gd name="T33" fmla="*/ 46 h 186"/>
                <a:gd name="T34" fmla="*/ 74 w 148"/>
                <a:gd name="T35" fmla="*/ 31 h 186"/>
                <a:gd name="T36" fmla="*/ 43 w 148"/>
                <a:gd name="T37" fmla="*/ 46 h 186"/>
                <a:gd name="T38" fmla="*/ 32 w 148"/>
                <a:gd name="T39" fmla="*/ 93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8" h="186">
                  <a:moveTo>
                    <a:pt x="0" y="94"/>
                  </a:moveTo>
                  <a:cubicBezTo>
                    <a:pt x="0" y="76"/>
                    <a:pt x="2" y="60"/>
                    <a:pt x="7" y="48"/>
                  </a:cubicBezTo>
                  <a:cubicBezTo>
                    <a:pt x="11" y="39"/>
                    <a:pt x="15" y="31"/>
                    <a:pt x="21" y="23"/>
                  </a:cubicBezTo>
                  <a:cubicBezTo>
                    <a:pt x="27" y="16"/>
                    <a:pt x="34" y="11"/>
                    <a:pt x="41" y="7"/>
                  </a:cubicBezTo>
                  <a:cubicBezTo>
                    <a:pt x="50" y="3"/>
                    <a:pt x="61" y="0"/>
                    <a:pt x="74" y="0"/>
                  </a:cubicBezTo>
                  <a:cubicBezTo>
                    <a:pt x="96" y="0"/>
                    <a:pt x="114" y="8"/>
                    <a:pt x="128" y="25"/>
                  </a:cubicBezTo>
                  <a:cubicBezTo>
                    <a:pt x="141" y="41"/>
                    <a:pt x="148" y="64"/>
                    <a:pt x="148" y="93"/>
                  </a:cubicBezTo>
                  <a:cubicBezTo>
                    <a:pt x="148" y="122"/>
                    <a:pt x="141" y="145"/>
                    <a:pt x="128" y="161"/>
                  </a:cubicBezTo>
                  <a:cubicBezTo>
                    <a:pt x="115" y="177"/>
                    <a:pt x="97" y="186"/>
                    <a:pt x="74" y="186"/>
                  </a:cubicBezTo>
                  <a:cubicBezTo>
                    <a:pt x="52" y="186"/>
                    <a:pt x="34" y="177"/>
                    <a:pt x="20" y="161"/>
                  </a:cubicBezTo>
                  <a:cubicBezTo>
                    <a:pt x="7" y="145"/>
                    <a:pt x="0" y="122"/>
                    <a:pt x="0" y="94"/>
                  </a:cubicBezTo>
                  <a:close/>
                  <a:moveTo>
                    <a:pt x="32" y="93"/>
                  </a:moveTo>
                  <a:cubicBezTo>
                    <a:pt x="32" y="113"/>
                    <a:pt x="36" y="128"/>
                    <a:pt x="44" y="139"/>
                  </a:cubicBezTo>
                  <a:cubicBezTo>
                    <a:pt x="52" y="149"/>
                    <a:pt x="62" y="155"/>
                    <a:pt x="74" y="155"/>
                  </a:cubicBezTo>
                  <a:cubicBezTo>
                    <a:pt x="86" y="155"/>
                    <a:pt x="97" y="149"/>
                    <a:pt x="104" y="139"/>
                  </a:cubicBezTo>
                  <a:cubicBezTo>
                    <a:pt x="112" y="129"/>
                    <a:pt x="116" y="113"/>
                    <a:pt x="116" y="92"/>
                  </a:cubicBezTo>
                  <a:cubicBezTo>
                    <a:pt x="116" y="72"/>
                    <a:pt x="112" y="56"/>
                    <a:pt x="105" y="46"/>
                  </a:cubicBezTo>
                  <a:cubicBezTo>
                    <a:pt x="97" y="36"/>
                    <a:pt x="87" y="31"/>
                    <a:pt x="74" y="31"/>
                  </a:cubicBezTo>
                  <a:cubicBezTo>
                    <a:pt x="61" y="31"/>
                    <a:pt x="51" y="36"/>
                    <a:pt x="43" y="46"/>
                  </a:cubicBezTo>
                  <a:cubicBezTo>
                    <a:pt x="36" y="57"/>
                    <a:pt x="32" y="72"/>
                    <a:pt x="32" y="9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15" name="Freeform 49"/>
            <p:cNvSpPr/>
            <p:nvPr/>
          </p:nvSpPr>
          <p:spPr bwMode="auto">
            <a:xfrm>
              <a:off x="3275012" y="19050"/>
              <a:ext cx="80963" cy="136525"/>
            </a:xfrm>
            <a:custGeom>
              <a:avLst/>
              <a:gdLst>
                <a:gd name="T0" fmla="*/ 0 w 51"/>
                <a:gd name="T1" fmla="*/ 86 h 86"/>
                <a:gd name="T2" fmla="*/ 0 w 51"/>
                <a:gd name="T3" fmla="*/ 0 h 86"/>
                <a:gd name="T4" fmla="*/ 14 w 51"/>
                <a:gd name="T5" fmla="*/ 0 h 86"/>
                <a:gd name="T6" fmla="*/ 14 w 51"/>
                <a:gd name="T7" fmla="*/ 71 h 86"/>
                <a:gd name="T8" fmla="*/ 51 w 51"/>
                <a:gd name="T9" fmla="*/ 71 h 86"/>
                <a:gd name="T10" fmla="*/ 51 w 51"/>
                <a:gd name="T11" fmla="*/ 86 h 86"/>
                <a:gd name="T12" fmla="*/ 0 w 51"/>
                <a:gd name="T13" fmla="*/ 8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1" h="86">
                  <a:moveTo>
                    <a:pt x="0" y="86"/>
                  </a:moveTo>
                  <a:lnTo>
                    <a:pt x="0" y="0"/>
                  </a:lnTo>
                  <a:lnTo>
                    <a:pt x="14" y="0"/>
                  </a:lnTo>
                  <a:lnTo>
                    <a:pt x="14" y="71"/>
                  </a:lnTo>
                  <a:lnTo>
                    <a:pt x="51" y="71"/>
                  </a:lnTo>
                  <a:lnTo>
                    <a:pt x="51" y="86"/>
                  </a:lnTo>
                  <a:lnTo>
                    <a:pt x="0" y="8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16" name="Freeform 50"/>
            <p:cNvSpPr>
              <a:spLocks noEditPoints="1"/>
            </p:cNvSpPr>
            <p:nvPr/>
          </p:nvSpPr>
          <p:spPr bwMode="auto">
            <a:xfrm>
              <a:off x="3368675" y="15875"/>
              <a:ext cx="112713" cy="142875"/>
            </a:xfrm>
            <a:custGeom>
              <a:avLst/>
              <a:gdLst>
                <a:gd name="T0" fmla="*/ 0 w 147"/>
                <a:gd name="T1" fmla="*/ 94 h 186"/>
                <a:gd name="T2" fmla="*/ 7 w 147"/>
                <a:gd name="T3" fmla="*/ 48 h 186"/>
                <a:gd name="T4" fmla="*/ 21 w 147"/>
                <a:gd name="T5" fmla="*/ 23 h 186"/>
                <a:gd name="T6" fmla="*/ 40 w 147"/>
                <a:gd name="T7" fmla="*/ 7 h 186"/>
                <a:gd name="T8" fmla="*/ 73 w 147"/>
                <a:gd name="T9" fmla="*/ 0 h 186"/>
                <a:gd name="T10" fmla="*/ 127 w 147"/>
                <a:gd name="T11" fmla="*/ 25 h 186"/>
                <a:gd name="T12" fmla="*/ 147 w 147"/>
                <a:gd name="T13" fmla="*/ 93 h 186"/>
                <a:gd name="T14" fmla="*/ 127 w 147"/>
                <a:gd name="T15" fmla="*/ 161 h 186"/>
                <a:gd name="T16" fmla="*/ 74 w 147"/>
                <a:gd name="T17" fmla="*/ 186 h 186"/>
                <a:gd name="T18" fmla="*/ 20 w 147"/>
                <a:gd name="T19" fmla="*/ 161 h 186"/>
                <a:gd name="T20" fmla="*/ 0 w 147"/>
                <a:gd name="T21" fmla="*/ 94 h 186"/>
                <a:gd name="T22" fmla="*/ 31 w 147"/>
                <a:gd name="T23" fmla="*/ 93 h 186"/>
                <a:gd name="T24" fmla="*/ 43 w 147"/>
                <a:gd name="T25" fmla="*/ 139 h 186"/>
                <a:gd name="T26" fmla="*/ 74 w 147"/>
                <a:gd name="T27" fmla="*/ 155 h 186"/>
                <a:gd name="T28" fmla="*/ 104 w 147"/>
                <a:gd name="T29" fmla="*/ 139 h 186"/>
                <a:gd name="T30" fmla="*/ 116 w 147"/>
                <a:gd name="T31" fmla="*/ 92 h 186"/>
                <a:gd name="T32" fmla="*/ 104 w 147"/>
                <a:gd name="T33" fmla="*/ 46 h 186"/>
                <a:gd name="T34" fmla="*/ 74 w 147"/>
                <a:gd name="T35" fmla="*/ 31 h 186"/>
                <a:gd name="T36" fmla="*/ 43 w 147"/>
                <a:gd name="T37" fmla="*/ 46 h 186"/>
                <a:gd name="T38" fmla="*/ 31 w 147"/>
                <a:gd name="T39" fmla="*/ 93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7" h="186">
                  <a:moveTo>
                    <a:pt x="0" y="94"/>
                  </a:moveTo>
                  <a:cubicBezTo>
                    <a:pt x="0" y="76"/>
                    <a:pt x="2" y="60"/>
                    <a:pt x="7" y="48"/>
                  </a:cubicBezTo>
                  <a:cubicBezTo>
                    <a:pt x="10" y="39"/>
                    <a:pt x="15" y="31"/>
                    <a:pt x="21" y="23"/>
                  </a:cubicBezTo>
                  <a:cubicBezTo>
                    <a:pt x="27" y="16"/>
                    <a:pt x="33" y="11"/>
                    <a:pt x="40" y="7"/>
                  </a:cubicBezTo>
                  <a:cubicBezTo>
                    <a:pt x="50" y="3"/>
                    <a:pt x="61" y="0"/>
                    <a:pt x="73" y="0"/>
                  </a:cubicBezTo>
                  <a:cubicBezTo>
                    <a:pt x="96" y="0"/>
                    <a:pt x="114" y="8"/>
                    <a:pt x="127" y="25"/>
                  </a:cubicBezTo>
                  <a:cubicBezTo>
                    <a:pt x="141" y="41"/>
                    <a:pt x="147" y="64"/>
                    <a:pt x="147" y="93"/>
                  </a:cubicBezTo>
                  <a:cubicBezTo>
                    <a:pt x="147" y="122"/>
                    <a:pt x="141" y="145"/>
                    <a:pt x="127" y="161"/>
                  </a:cubicBezTo>
                  <a:cubicBezTo>
                    <a:pt x="114" y="177"/>
                    <a:pt x="96" y="186"/>
                    <a:pt x="74" y="186"/>
                  </a:cubicBezTo>
                  <a:cubicBezTo>
                    <a:pt x="51" y="186"/>
                    <a:pt x="33" y="177"/>
                    <a:pt x="20" y="161"/>
                  </a:cubicBezTo>
                  <a:cubicBezTo>
                    <a:pt x="6" y="145"/>
                    <a:pt x="0" y="122"/>
                    <a:pt x="0" y="94"/>
                  </a:cubicBezTo>
                  <a:close/>
                  <a:moveTo>
                    <a:pt x="31" y="93"/>
                  </a:moveTo>
                  <a:cubicBezTo>
                    <a:pt x="31" y="113"/>
                    <a:pt x="35" y="128"/>
                    <a:pt x="43" y="139"/>
                  </a:cubicBezTo>
                  <a:cubicBezTo>
                    <a:pt x="51" y="149"/>
                    <a:pt x="61" y="155"/>
                    <a:pt x="74" y="155"/>
                  </a:cubicBezTo>
                  <a:cubicBezTo>
                    <a:pt x="86" y="155"/>
                    <a:pt x="96" y="149"/>
                    <a:pt x="104" y="139"/>
                  </a:cubicBezTo>
                  <a:cubicBezTo>
                    <a:pt x="112" y="129"/>
                    <a:pt x="116" y="113"/>
                    <a:pt x="116" y="92"/>
                  </a:cubicBezTo>
                  <a:cubicBezTo>
                    <a:pt x="116" y="72"/>
                    <a:pt x="112" y="56"/>
                    <a:pt x="104" y="46"/>
                  </a:cubicBezTo>
                  <a:cubicBezTo>
                    <a:pt x="97" y="36"/>
                    <a:pt x="86" y="31"/>
                    <a:pt x="74" y="31"/>
                  </a:cubicBezTo>
                  <a:cubicBezTo>
                    <a:pt x="61" y="31"/>
                    <a:pt x="51" y="36"/>
                    <a:pt x="43" y="46"/>
                  </a:cubicBezTo>
                  <a:cubicBezTo>
                    <a:pt x="35" y="57"/>
                    <a:pt x="31" y="72"/>
                    <a:pt x="31" y="9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17" name="Freeform 51"/>
            <p:cNvSpPr/>
            <p:nvPr/>
          </p:nvSpPr>
          <p:spPr bwMode="auto">
            <a:xfrm>
              <a:off x="3495675" y="15875"/>
              <a:ext cx="109538" cy="142875"/>
            </a:xfrm>
            <a:custGeom>
              <a:avLst/>
              <a:gdLst>
                <a:gd name="T0" fmla="*/ 76 w 143"/>
                <a:gd name="T1" fmla="*/ 117 h 186"/>
                <a:gd name="T2" fmla="*/ 76 w 143"/>
                <a:gd name="T3" fmla="*/ 86 h 186"/>
                <a:gd name="T4" fmla="*/ 143 w 143"/>
                <a:gd name="T5" fmla="*/ 86 h 186"/>
                <a:gd name="T6" fmla="*/ 143 w 143"/>
                <a:gd name="T7" fmla="*/ 158 h 186"/>
                <a:gd name="T8" fmla="*/ 115 w 143"/>
                <a:gd name="T9" fmla="*/ 177 h 186"/>
                <a:gd name="T10" fmla="*/ 77 w 143"/>
                <a:gd name="T11" fmla="*/ 186 h 186"/>
                <a:gd name="T12" fmla="*/ 36 w 143"/>
                <a:gd name="T13" fmla="*/ 174 h 186"/>
                <a:gd name="T14" fmla="*/ 9 w 143"/>
                <a:gd name="T15" fmla="*/ 140 h 186"/>
                <a:gd name="T16" fmla="*/ 0 w 143"/>
                <a:gd name="T17" fmla="*/ 92 h 186"/>
                <a:gd name="T18" fmla="*/ 10 w 143"/>
                <a:gd name="T19" fmla="*/ 42 h 186"/>
                <a:gd name="T20" fmla="*/ 39 w 143"/>
                <a:gd name="T21" fmla="*/ 9 h 186"/>
                <a:gd name="T22" fmla="*/ 76 w 143"/>
                <a:gd name="T23" fmla="*/ 0 h 186"/>
                <a:gd name="T24" fmla="*/ 120 w 143"/>
                <a:gd name="T25" fmla="*/ 14 h 186"/>
                <a:gd name="T26" fmla="*/ 141 w 143"/>
                <a:gd name="T27" fmla="*/ 53 h 186"/>
                <a:gd name="T28" fmla="*/ 110 w 143"/>
                <a:gd name="T29" fmla="*/ 60 h 186"/>
                <a:gd name="T30" fmla="*/ 98 w 143"/>
                <a:gd name="T31" fmla="*/ 39 h 186"/>
                <a:gd name="T32" fmla="*/ 76 w 143"/>
                <a:gd name="T33" fmla="*/ 31 h 186"/>
                <a:gd name="T34" fmla="*/ 44 w 143"/>
                <a:gd name="T35" fmla="*/ 46 h 186"/>
                <a:gd name="T36" fmla="*/ 32 w 143"/>
                <a:gd name="T37" fmla="*/ 91 h 186"/>
                <a:gd name="T38" fmla="*/ 44 w 143"/>
                <a:gd name="T39" fmla="*/ 139 h 186"/>
                <a:gd name="T40" fmla="*/ 75 w 143"/>
                <a:gd name="T41" fmla="*/ 155 h 186"/>
                <a:gd name="T42" fmla="*/ 95 w 143"/>
                <a:gd name="T43" fmla="*/ 150 h 186"/>
                <a:gd name="T44" fmla="*/ 112 w 143"/>
                <a:gd name="T45" fmla="*/ 139 h 186"/>
                <a:gd name="T46" fmla="*/ 112 w 143"/>
                <a:gd name="T47" fmla="*/ 117 h 186"/>
                <a:gd name="T48" fmla="*/ 76 w 143"/>
                <a:gd name="T49" fmla="*/ 117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43" h="186">
                  <a:moveTo>
                    <a:pt x="76" y="117"/>
                  </a:moveTo>
                  <a:cubicBezTo>
                    <a:pt x="76" y="86"/>
                    <a:pt x="76" y="86"/>
                    <a:pt x="76" y="86"/>
                  </a:cubicBezTo>
                  <a:cubicBezTo>
                    <a:pt x="143" y="86"/>
                    <a:pt x="143" y="86"/>
                    <a:pt x="143" y="86"/>
                  </a:cubicBezTo>
                  <a:cubicBezTo>
                    <a:pt x="143" y="158"/>
                    <a:pt x="143" y="158"/>
                    <a:pt x="143" y="158"/>
                  </a:cubicBezTo>
                  <a:cubicBezTo>
                    <a:pt x="136" y="165"/>
                    <a:pt x="127" y="172"/>
                    <a:pt x="115" y="177"/>
                  </a:cubicBezTo>
                  <a:cubicBezTo>
                    <a:pt x="102" y="183"/>
                    <a:pt x="90" y="186"/>
                    <a:pt x="77" y="186"/>
                  </a:cubicBezTo>
                  <a:cubicBezTo>
                    <a:pt x="62" y="186"/>
                    <a:pt x="48" y="182"/>
                    <a:pt x="36" y="174"/>
                  </a:cubicBezTo>
                  <a:cubicBezTo>
                    <a:pt x="24" y="166"/>
                    <a:pt x="15" y="155"/>
                    <a:pt x="9" y="140"/>
                  </a:cubicBezTo>
                  <a:cubicBezTo>
                    <a:pt x="3" y="125"/>
                    <a:pt x="0" y="109"/>
                    <a:pt x="0" y="92"/>
                  </a:cubicBezTo>
                  <a:cubicBezTo>
                    <a:pt x="0" y="74"/>
                    <a:pt x="3" y="57"/>
                    <a:pt x="10" y="42"/>
                  </a:cubicBezTo>
                  <a:cubicBezTo>
                    <a:pt x="17" y="28"/>
                    <a:pt x="27" y="17"/>
                    <a:pt x="39" y="9"/>
                  </a:cubicBezTo>
                  <a:cubicBezTo>
                    <a:pt x="49" y="3"/>
                    <a:pt x="61" y="0"/>
                    <a:pt x="76" y="0"/>
                  </a:cubicBezTo>
                  <a:cubicBezTo>
                    <a:pt x="95" y="0"/>
                    <a:pt x="109" y="5"/>
                    <a:pt x="120" y="14"/>
                  </a:cubicBezTo>
                  <a:cubicBezTo>
                    <a:pt x="131" y="24"/>
                    <a:pt x="138" y="36"/>
                    <a:pt x="141" y="53"/>
                  </a:cubicBezTo>
                  <a:cubicBezTo>
                    <a:pt x="110" y="60"/>
                    <a:pt x="110" y="60"/>
                    <a:pt x="110" y="60"/>
                  </a:cubicBezTo>
                  <a:cubicBezTo>
                    <a:pt x="108" y="51"/>
                    <a:pt x="104" y="44"/>
                    <a:pt x="98" y="39"/>
                  </a:cubicBezTo>
                  <a:cubicBezTo>
                    <a:pt x="92" y="34"/>
                    <a:pt x="85" y="31"/>
                    <a:pt x="76" y="31"/>
                  </a:cubicBezTo>
                  <a:cubicBezTo>
                    <a:pt x="62" y="31"/>
                    <a:pt x="52" y="36"/>
                    <a:pt x="44" y="46"/>
                  </a:cubicBezTo>
                  <a:cubicBezTo>
                    <a:pt x="36" y="56"/>
                    <a:pt x="32" y="71"/>
                    <a:pt x="32" y="91"/>
                  </a:cubicBezTo>
                  <a:cubicBezTo>
                    <a:pt x="32" y="112"/>
                    <a:pt x="36" y="128"/>
                    <a:pt x="44" y="139"/>
                  </a:cubicBezTo>
                  <a:cubicBezTo>
                    <a:pt x="52" y="149"/>
                    <a:pt x="62" y="155"/>
                    <a:pt x="75" y="155"/>
                  </a:cubicBezTo>
                  <a:cubicBezTo>
                    <a:pt x="82" y="155"/>
                    <a:pt x="88" y="153"/>
                    <a:pt x="95" y="150"/>
                  </a:cubicBezTo>
                  <a:cubicBezTo>
                    <a:pt x="101" y="147"/>
                    <a:pt x="107" y="144"/>
                    <a:pt x="112" y="139"/>
                  </a:cubicBezTo>
                  <a:cubicBezTo>
                    <a:pt x="112" y="117"/>
                    <a:pt x="112" y="117"/>
                    <a:pt x="112" y="117"/>
                  </a:cubicBezTo>
                  <a:lnTo>
                    <a:pt x="76" y="11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18" name="Freeform 52"/>
            <p:cNvSpPr/>
            <p:nvPr/>
          </p:nvSpPr>
          <p:spPr bwMode="auto">
            <a:xfrm>
              <a:off x="3614737" y="17462"/>
              <a:ext cx="107950" cy="138113"/>
            </a:xfrm>
            <a:custGeom>
              <a:avLst/>
              <a:gdLst>
                <a:gd name="T0" fmla="*/ 26 w 68"/>
                <a:gd name="T1" fmla="*/ 87 h 87"/>
                <a:gd name="T2" fmla="*/ 26 w 68"/>
                <a:gd name="T3" fmla="*/ 51 h 87"/>
                <a:gd name="T4" fmla="*/ 0 w 68"/>
                <a:gd name="T5" fmla="*/ 0 h 87"/>
                <a:gd name="T6" fmla="*/ 17 w 68"/>
                <a:gd name="T7" fmla="*/ 0 h 87"/>
                <a:gd name="T8" fmla="*/ 34 w 68"/>
                <a:gd name="T9" fmla="*/ 35 h 87"/>
                <a:gd name="T10" fmla="*/ 51 w 68"/>
                <a:gd name="T11" fmla="*/ 0 h 87"/>
                <a:gd name="T12" fmla="*/ 68 w 68"/>
                <a:gd name="T13" fmla="*/ 0 h 87"/>
                <a:gd name="T14" fmla="*/ 41 w 68"/>
                <a:gd name="T15" fmla="*/ 51 h 87"/>
                <a:gd name="T16" fmla="*/ 41 w 68"/>
                <a:gd name="T17" fmla="*/ 87 h 87"/>
                <a:gd name="T18" fmla="*/ 26 w 68"/>
                <a:gd name="T19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8" h="87">
                  <a:moveTo>
                    <a:pt x="26" y="87"/>
                  </a:moveTo>
                  <a:lnTo>
                    <a:pt x="26" y="51"/>
                  </a:lnTo>
                  <a:lnTo>
                    <a:pt x="0" y="0"/>
                  </a:lnTo>
                  <a:lnTo>
                    <a:pt x="17" y="0"/>
                  </a:lnTo>
                  <a:lnTo>
                    <a:pt x="34" y="35"/>
                  </a:lnTo>
                  <a:lnTo>
                    <a:pt x="51" y="0"/>
                  </a:lnTo>
                  <a:lnTo>
                    <a:pt x="68" y="0"/>
                  </a:lnTo>
                  <a:lnTo>
                    <a:pt x="41" y="51"/>
                  </a:lnTo>
                  <a:lnTo>
                    <a:pt x="41" y="87"/>
                  </a:lnTo>
                  <a:lnTo>
                    <a:pt x="26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19" name="Freeform 53"/>
            <p:cNvSpPr>
              <a:spLocks noEditPoints="1"/>
            </p:cNvSpPr>
            <p:nvPr/>
          </p:nvSpPr>
          <p:spPr bwMode="auto">
            <a:xfrm>
              <a:off x="-2189163" y="-1093788"/>
              <a:ext cx="1360488" cy="1363663"/>
            </a:xfrm>
            <a:custGeom>
              <a:avLst/>
              <a:gdLst>
                <a:gd name="T0" fmla="*/ 891 w 1781"/>
                <a:gd name="T1" fmla="*/ 0 h 1781"/>
                <a:gd name="T2" fmla="*/ 0 w 1781"/>
                <a:gd name="T3" fmla="*/ 891 h 1781"/>
                <a:gd name="T4" fmla="*/ 891 w 1781"/>
                <a:gd name="T5" fmla="*/ 1781 h 1781"/>
                <a:gd name="T6" fmla="*/ 1781 w 1781"/>
                <a:gd name="T7" fmla="*/ 891 h 1781"/>
                <a:gd name="T8" fmla="*/ 891 w 1781"/>
                <a:gd name="T9" fmla="*/ 0 h 1781"/>
                <a:gd name="T10" fmla="*/ 891 w 1781"/>
                <a:gd name="T11" fmla="*/ 1762 h 1781"/>
                <a:gd name="T12" fmla="*/ 20 w 1781"/>
                <a:gd name="T13" fmla="*/ 891 h 1781"/>
                <a:gd name="T14" fmla="*/ 891 w 1781"/>
                <a:gd name="T15" fmla="*/ 20 h 1781"/>
                <a:gd name="T16" fmla="*/ 1762 w 1781"/>
                <a:gd name="T17" fmla="*/ 891 h 1781"/>
                <a:gd name="T18" fmla="*/ 891 w 1781"/>
                <a:gd name="T19" fmla="*/ 1762 h 17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81" h="1781">
                  <a:moveTo>
                    <a:pt x="891" y="0"/>
                  </a:moveTo>
                  <a:cubicBezTo>
                    <a:pt x="399" y="0"/>
                    <a:pt x="0" y="399"/>
                    <a:pt x="0" y="891"/>
                  </a:cubicBezTo>
                  <a:cubicBezTo>
                    <a:pt x="0" y="1383"/>
                    <a:pt x="399" y="1781"/>
                    <a:pt x="891" y="1781"/>
                  </a:cubicBezTo>
                  <a:cubicBezTo>
                    <a:pt x="1382" y="1781"/>
                    <a:pt x="1781" y="1383"/>
                    <a:pt x="1781" y="891"/>
                  </a:cubicBezTo>
                  <a:cubicBezTo>
                    <a:pt x="1781" y="399"/>
                    <a:pt x="1382" y="0"/>
                    <a:pt x="891" y="0"/>
                  </a:cubicBezTo>
                  <a:close/>
                  <a:moveTo>
                    <a:pt x="891" y="1762"/>
                  </a:moveTo>
                  <a:cubicBezTo>
                    <a:pt x="410" y="1762"/>
                    <a:pt x="20" y="1372"/>
                    <a:pt x="20" y="891"/>
                  </a:cubicBezTo>
                  <a:cubicBezTo>
                    <a:pt x="20" y="410"/>
                    <a:pt x="410" y="20"/>
                    <a:pt x="891" y="20"/>
                  </a:cubicBezTo>
                  <a:cubicBezTo>
                    <a:pt x="1372" y="20"/>
                    <a:pt x="1762" y="410"/>
                    <a:pt x="1762" y="891"/>
                  </a:cubicBezTo>
                  <a:cubicBezTo>
                    <a:pt x="1762" y="1372"/>
                    <a:pt x="1372" y="1762"/>
                    <a:pt x="891" y="17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20" name="Freeform 54"/>
            <p:cNvSpPr>
              <a:spLocks noEditPoints="1"/>
            </p:cNvSpPr>
            <p:nvPr/>
          </p:nvSpPr>
          <p:spPr bwMode="auto">
            <a:xfrm>
              <a:off x="-2103438" y="-561975"/>
              <a:ext cx="1189038" cy="744538"/>
            </a:xfrm>
            <a:custGeom>
              <a:avLst/>
              <a:gdLst>
                <a:gd name="T0" fmla="*/ 41 w 1555"/>
                <a:gd name="T1" fmla="*/ 65 h 973"/>
                <a:gd name="T2" fmla="*/ 7 w 1555"/>
                <a:gd name="T3" fmla="*/ 87 h 973"/>
                <a:gd name="T4" fmla="*/ 88 w 1555"/>
                <a:gd name="T5" fmla="*/ 189 h 973"/>
                <a:gd name="T6" fmla="*/ 39 w 1555"/>
                <a:gd name="T7" fmla="*/ 294 h 973"/>
                <a:gd name="T8" fmla="*/ 8 w 1555"/>
                <a:gd name="T9" fmla="*/ 255 h 973"/>
                <a:gd name="T10" fmla="*/ 96 w 1555"/>
                <a:gd name="T11" fmla="*/ 301 h 973"/>
                <a:gd name="T12" fmla="*/ 29 w 1555"/>
                <a:gd name="T13" fmla="*/ 407 h 973"/>
                <a:gd name="T14" fmla="*/ 62 w 1555"/>
                <a:gd name="T15" fmla="*/ 438 h 973"/>
                <a:gd name="T16" fmla="*/ 121 w 1555"/>
                <a:gd name="T17" fmla="*/ 414 h 973"/>
                <a:gd name="T18" fmla="*/ 91 w 1555"/>
                <a:gd name="T19" fmla="*/ 444 h 973"/>
                <a:gd name="T20" fmla="*/ 109 w 1555"/>
                <a:gd name="T21" fmla="*/ 539 h 973"/>
                <a:gd name="T22" fmla="*/ 101 w 1555"/>
                <a:gd name="T23" fmla="*/ 576 h 973"/>
                <a:gd name="T24" fmla="*/ 126 w 1555"/>
                <a:gd name="T25" fmla="*/ 620 h 973"/>
                <a:gd name="T26" fmla="*/ 242 w 1555"/>
                <a:gd name="T27" fmla="*/ 629 h 973"/>
                <a:gd name="T28" fmla="*/ 280 w 1555"/>
                <a:gd name="T29" fmla="*/ 673 h 973"/>
                <a:gd name="T30" fmla="*/ 235 w 1555"/>
                <a:gd name="T31" fmla="*/ 753 h 973"/>
                <a:gd name="T32" fmla="*/ 331 w 1555"/>
                <a:gd name="T33" fmla="*/ 832 h 973"/>
                <a:gd name="T34" fmla="*/ 369 w 1555"/>
                <a:gd name="T35" fmla="*/ 751 h 973"/>
                <a:gd name="T36" fmla="*/ 367 w 1555"/>
                <a:gd name="T37" fmla="*/ 773 h 973"/>
                <a:gd name="T38" fmla="*/ 401 w 1555"/>
                <a:gd name="T39" fmla="*/ 805 h 973"/>
                <a:gd name="T40" fmla="*/ 411 w 1555"/>
                <a:gd name="T41" fmla="*/ 781 h 973"/>
                <a:gd name="T42" fmla="*/ 387 w 1555"/>
                <a:gd name="T43" fmla="*/ 852 h 973"/>
                <a:gd name="T44" fmla="*/ 423 w 1555"/>
                <a:gd name="T45" fmla="*/ 843 h 973"/>
                <a:gd name="T46" fmla="*/ 533 w 1555"/>
                <a:gd name="T47" fmla="*/ 841 h 973"/>
                <a:gd name="T48" fmla="*/ 533 w 1555"/>
                <a:gd name="T49" fmla="*/ 843 h 973"/>
                <a:gd name="T50" fmla="*/ 689 w 1555"/>
                <a:gd name="T51" fmla="*/ 924 h 973"/>
                <a:gd name="T52" fmla="*/ 685 w 1555"/>
                <a:gd name="T53" fmla="*/ 889 h 973"/>
                <a:gd name="T54" fmla="*/ 672 w 1555"/>
                <a:gd name="T55" fmla="*/ 898 h 973"/>
                <a:gd name="T56" fmla="*/ 755 w 1555"/>
                <a:gd name="T57" fmla="*/ 885 h 973"/>
                <a:gd name="T58" fmla="*/ 829 w 1555"/>
                <a:gd name="T59" fmla="*/ 899 h 973"/>
                <a:gd name="T60" fmla="*/ 818 w 1555"/>
                <a:gd name="T61" fmla="*/ 933 h 973"/>
                <a:gd name="T62" fmla="*/ 802 w 1555"/>
                <a:gd name="T63" fmla="*/ 966 h 973"/>
                <a:gd name="T64" fmla="*/ 887 w 1555"/>
                <a:gd name="T65" fmla="*/ 944 h 973"/>
                <a:gd name="T66" fmla="*/ 867 w 1555"/>
                <a:gd name="T67" fmla="*/ 890 h 973"/>
                <a:gd name="T68" fmla="*/ 950 w 1555"/>
                <a:gd name="T69" fmla="*/ 953 h 973"/>
                <a:gd name="T70" fmla="*/ 975 w 1555"/>
                <a:gd name="T71" fmla="*/ 871 h 973"/>
                <a:gd name="T72" fmla="*/ 1084 w 1555"/>
                <a:gd name="T73" fmla="*/ 878 h 973"/>
                <a:gd name="T74" fmla="*/ 1061 w 1555"/>
                <a:gd name="T75" fmla="*/ 824 h 973"/>
                <a:gd name="T76" fmla="*/ 1140 w 1555"/>
                <a:gd name="T77" fmla="*/ 815 h 973"/>
                <a:gd name="T78" fmla="*/ 1169 w 1555"/>
                <a:gd name="T79" fmla="*/ 836 h 973"/>
                <a:gd name="T80" fmla="*/ 1193 w 1555"/>
                <a:gd name="T81" fmla="*/ 746 h 973"/>
                <a:gd name="T82" fmla="*/ 1308 w 1555"/>
                <a:gd name="T83" fmla="*/ 762 h 973"/>
                <a:gd name="T84" fmla="*/ 1242 w 1555"/>
                <a:gd name="T85" fmla="*/ 702 h 973"/>
                <a:gd name="T86" fmla="*/ 1308 w 1555"/>
                <a:gd name="T87" fmla="*/ 734 h 973"/>
                <a:gd name="T88" fmla="*/ 1257 w 1555"/>
                <a:gd name="T89" fmla="*/ 724 h 973"/>
                <a:gd name="T90" fmla="*/ 1294 w 1555"/>
                <a:gd name="T91" fmla="*/ 756 h 973"/>
                <a:gd name="T92" fmla="*/ 1325 w 1555"/>
                <a:gd name="T93" fmla="*/ 637 h 973"/>
                <a:gd name="T94" fmla="*/ 1363 w 1555"/>
                <a:gd name="T95" fmla="*/ 559 h 973"/>
                <a:gd name="T96" fmla="*/ 1449 w 1555"/>
                <a:gd name="T97" fmla="*/ 558 h 973"/>
                <a:gd name="T98" fmla="*/ 1383 w 1555"/>
                <a:gd name="T99" fmla="*/ 521 h 973"/>
                <a:gd name="T100" fmla="*/ 1440 w 1555"/>
                <a:gd name="T101" fmla="*/ 486 h 973"/>
                <a:gd name="T102" fmla="*/ 1425 w 1555"/>
                <a:gd name="T103" fmla="*/ 431 h 973"/>
                <a:gd name="T104" fmla="*/ 1526 w 1555"/>
                <a:gd name="T105" fmla="*/ 402 h 973"/>
                <a:gd name="T106" fmla="*/ 1460 w 1555"/>
                <a:gd name="T107" fmla="*/ 346 h 973"/>
                <a:gd name="T108" fmla="*/ 1478 w 1555"/>
                <a:gd name="T109" fmla="*/ 307 h 973"/>
                <a:gd name="T110" fmla="*/ 1549 w 1555"/>
                <a:gd name="T111" fmla="*/ 281 h 973"/>
                <a:gd name="T112" fmla="*/ 1476 w 1555"/>
                <a:gd name="T113" fmla="*/ 206 h 973"/>
                <a:gd name="T114" fmla="*/ 1486 w 1555"/>
                <a:gd name="T115" fmla="*/ 165 h 973"/>
                <a:gd name="T116" fmla="*/ 1512 w 1555"/>
                <a:gd name="T117" fmla="*/ 78 h 973"/>
                <a:gd name="T118" fmla="*/ 1485 w 1555"/>
                <a:gd name="T119" fmla="*/ 82 h 973"/>
                <a:gd name="T120" fmla="*/ 1548 w 1555"/>
                <a:gd name="T121" fmla="*/ 90 h 973"/>
                <a:gd name="T122" fmla="*/ 1498 w 1555"/>
                <a:gd name="T123" fmla="*/ 29 h 9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55" h="973">
                  <a:moveTo>
                    <a:pt x="96" y="90"/>
                  </a:moveTo>
                  <a:cubicBezTo>
                    <a:pt x="10" y="73"/>
                    <a:pt x="10" y="73"/>
                    <a:pt x="10" y="73"/>
                  </a:cubicBezTo>
                  <a:cubicBezTo>
                    <a:pt x="13" y="58"/>
                    <a:pt x="13" y="58"/>
                    <a:pt x="13" y="58"/>
                  </a:cubicBezTo>
                  <a:cubicBezTo>
                    <a:pt x="75" y="40"/>
                    <a:pt x="75" y="40"/>
                    <a:pt x="75" y="40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108" y="32"/>
                    <a:pt x="108" y="32"/>
                    <a:pt x="108" y="32"/>
                  </a:cubicBezTo>
                  <a:cubicBezTo>
                    <a:pt x="105" y="47"/>
                    <a:pt x="105" y="47"/>
                    <a:pt x="105" y="47"/>
                  </a:cubicBezTo>
                  <a:cubicBezTo>
                    <a:pt x="41" y="65"/>
                    <a:pt x="41" y="65"/>
                    <a:pt x="41" y="65"/>
                  </a:cubicBezTo>
                  <a:cubicBezTo>
                    <a:pt x="99" y="77"/>
                    <a:pt x="99" y="77"/>
                    <a:pt x="99" y="77"/>
                  </a:cubicBezTo>
                  <a:lnTo>
                    <a:pt x="96" y="90"/>
                  </a:lnTo>
                  <a:close/>
                  <a:moveTo>
                    <a:pt x="91" y="140"/>
                  </a:moveTo>
                  <a:cubicBezTo>
                    <a:pt x="0" y="162"/>
                    <a:pt x="0" y="162"/>
                    <a:pt x="0" y="162"/>
                  </a:cubicBezTo>
                  <a:cubicBezTo>
                    <a:pt x="2" y="145"/>
                    <a:pt x="2" y="145"/>
                    <a:pt x="2" y="145"/>
                  </a:cubicBezTo>
                  <a:cubicBezTo>
                    <a:pt x="22" y="141"/>
                    <a:pt x="22" y="141"/>
                    <a:pt x="22" y="141"/>
                  </a:cubicBezTo>
                  <a:cubicBezTo>
                    <a:pt x="25" y="111"/>
                    <a:pt x="25" y="111"/>
                    <a:pt x="25" y="111"/>
                  </a:cubicBezTo>
                  <a:cubicBezTo>
                    <a:pt x="6" y="103"/>
                    <a:pt x="6" y="103"/>
                    <a:pt x="6" y="103"/>
                  </a:cubicBezTo>
                  <a:cubicBezTo>
                    <a:pt x="7" y="87"/>
                    <a:pt x="7" y="87"/>
                    <a:pt x="7" y="87"/>
                  </a:cubicBezTo>
                  <a:cubicBezTo>
                    <a:pt x="92" y="124"/>
                    <a:pt x="92" y="124"/>
                    <a:pt x="92" y="124"/>
                  </a:cubicBezTo>
                  <a:lnTo>
                    <a:pt x="91" y="140"/>
                  </a:lnTo>
                  <a:close/>
                  <a:moveTo>
                    <a:pt x="71" y="130"/>
                  </a:moveTo>
                  <a:cubicBezTo>
                    <a:pt x="39" y="117"/>
                    <a:pt x="39" y="117"/>
                    <a:pt x="39" y="117"/>
                  </a:cubicBezTo>
                  <a:cubicBezTo>
                    <a:pt x="38" y="137"/>
                    <a:pt x="38" y="137"/>
                    <a:pt x="38" y="137"/>
                  </a:cubicBezTo>
                  <a:lnTo>
                    <a:pt x="71" y="130"/>
                  </a:lnTo>
                  <a:close/>
                  <a:moveTo>
                    <a:pt x="89" y="220"/>
                  </a:moveTo>
                  <a:cubicBezTo>
                    <a:pt x="30" y="220"/>
                    <a:pt x="30" y="220"/>
                    <a:pt x="30" y="220"/>
                  </a:cubicBezTo>
                  <a:cubicBezTo>
                    <a:pt x="88" y="189"/>
                    <a:pt x="88" y="189"/>
                    <a:pt x="88" y="189"/>
                  </a:cubicBezTo>
                  <a:cubicBezTo>
                    <a:pt x="88" y="174"/>
                    <a:pt x="88" y="174"/>
                    <a:pt x="88" y="174"/>
                  </a:cubicBezTo>
                  <a:cubicBezTo>
                    <a:pt x="0" y="175"/>
                    <a:pt x="0" y="175"/>
                    <a:pt x="0" y="175"/>
                  </a:cubicBezTo>
                  <a:cubicBezTo>
                    <a:pt x="0" y="189"/>
                    <a:pt x="0" y="189"/>
                    <a:pt x="0" y="189"/>
                  </a:cubicBezTo>
                  <a:cubicBezTo>
                    <a:pt x="58" y="189"/>
                    <a:pt x="58" y="189"/>
                    <a:pt x="58" y="189"/>
                  </a:cubicBezTo>
                  <a:cubicBezTo>
                    <a:pt x="1" y="219"/>
                    <a:pt x="1" y="219"/>
                    <a:pt x="1" y="219"/>
                  </a:cubicBezTo>
                  <a:cubicBezTo>
                    <a:pt x="1" y="235"/>
                    <a:pt x="1" y="235"/>
                    <a:pt x="1" y="235"/>
                  </a:cubicBezTo>
                  <a:cubicBezTo>
                    <a:pt x="89" y="234"/>
                    <a:pt x="89" y="234"/>
                    <a:pt x="89" y="234"/>
                  </a:cubicBezTo>
                  <a:lnTo>
                    <a:pt x="89" y="220"/>
                  </a:lnTo>
                  <a:close/>
                  <a:moveTo>
                    <a:pt x="39" y="294"/>
                  </a:moveTo>
                  <a:cubicBezTo>
                    <a:pt x="94" y="288"/>
                    <a:pt x="94" y="288"/>
                    <a:pt x="94" y="288"/>
                  </a:cubicBezTo>
                  <a:cubicBezTo>
                    <a:pt x="93" y="273"/>
                    <a:pt x="93" y="273"/>
                    <a:pt x="93" y="273"/>
                  </a:cubicBezTo>
                  <a:cubicBezTo>
                    <a:pt x="36" y="279"/>
                    <a:pt x="36" y="279"/>
                    <a:pt x="36" y="279"/>
                  </a:cubicBezTo>
                  <a:cubicBezTo>
                    <a:pt x="29" y="280"/>
                    <a:pt x="24" y="280"/>
                    <a:pt x="22" y="278"/>
                  </a:cubicBezTo>
                  <a:cubicBezTo>
                    <a:pt x="20" y="277"/>
                    <a:pt x="18" y="275"/>
                    <a:pt x="18" y="272"/>
                  </a:cubicBezTo>
                  <a:cubicBezTo>
                    <a:pt x="18" y="268"/>
                    <a:pt x="19" y="266"/>
                    <a:pt x="22" y="264"/>
                  </a:cubicBezTo>
                  <a:cubicBezTo>
                    <a:pt x="24" y="262"/>
                    <a:pt x="27" y="262"/>
                    <a:pt x="32" y="261"/>
                  </a:cubicBezTo>
                  <a:cubicBezTo>
                    <a:pt x="29" y="247"/>
                    <a:pt x="29" y="247"/>
                    <a:pt x="29" y="247"/>
                  </a:cubicBezTo>
                  <a:cubicBezTo>
                    <a:pt x="20" y="248"/>
                    <a:pt x="13" y="251"/>
                    <a:pt x="8" y="255"/>
                  </a:cubicBezTo>
                  <a:cubicBezTo>
                    <a:pt x="4" y="260"/>
                    <a:pt x="2" y="265"/>
                    <a:pt x="3" y="273"/>
                  </a:cubicBezTo>
                  <a:cubicBezTo>
                    <a:pt x="3" y="279"/>
                    <a:pt x="5" y="284"/>
                    <a:pt x="9" y="287"/>
                  </a:cubicBezTo>
                  <a:cubicBezTo>
                    <a:pt x="12" y="291"/>
                    <a:pt x="17" y="293"/>
                    <a:pt x="22" y="294"/>
                  </a:cubicBezTo>
                  <a:cubicBezTo>
                    <a:pt x="26" y="295"/>
                    <a:pt x="32" y="295"/>
                    <a:pt x="39" y="294"/>
                  </a:cubicBezTo>
                  <a:close/>
                  <a:moveTo>
                    <a:pt x="96" y="301"/>
                  </a:moveTo>
                  <a:cubicBezTo>
                    <a:pt x="10" y="316"/>
                    <a:pt x="10" y="316"/>
                    <a:pt x="10" y="316"/>
                  </a:cubicBezTo>
                  <a:cubicBezTo>
                    <a:pt x="12" y="331"/>
                    <a:pt x="12" y="331"/>
                    <a:pt x="12" y="331"/>
                  </a:cubicBezTo>
                  <a:cubicBezTo>
                    <a:pt x="99" y="316"/>
                    <a:pt x="99" y="316"/>
                    <a:pt x="99" y="316"/>
                  </a:cubicBezTo>
                  <a:lnTo>
                    <a:pt x="96" y="301"/>
                  </a:lnTo>
                  <a:close/>
                  <a:moveTo>
                    <a:pt x="111" y="372"/>
                  </a:moveTo>
                  <a:cubicBezTo>
                    <a:pt x="54" y="386"/>
                    <a:pt x="54" y="386"/>
                    <a:pt x="54" y="386"/>
                  </a:cubicBezTo>
                  <a:cubicBezTo>
                    <a:pt x="104" y="343"/>
                    <a:pt x="104" y="343"/>
                    <a:pt x="104" y="343"/>
                  </a:cubicBezTo>
                  <a:cubicBezTo>
                    <a:pt x="100" y="328"/>
                    <a:pt x="100" y="328"/>
                    <a:pt x="100" y="328"/>
                  </a:cubicBezTo>
                  <a:cubicBezTo>
                    <a:pt x="15" y="349"/>
                    <a:pt x="15" y="349"/>
                    <a:pt x="15" y="349"/>
                  </a:cubicBezTo>
                  <a:cubicBezTo>
                    <a:pt x="18" y="363"/>
                    <a:pt x="18" y="363"/>
                    <a:pt x="18" y="363"/>
                  </a:cubicBezTo>
                  <a:cubicBezTo>
                    <a:pt x="74" y="349"/>
                    <a:pt x="74" y="349"/>
                    <a:pt x="74" y="349"/>
                  </a:cubicBezTo>
                  <a:cubicBezTo>
                    <a:pt x="25" y="392"/>
                    <a:pt x="25" y="392"/>
                    <a:pt x="25" y="392"/>
                  </a:cubicBezTo>
                  <a:cubicBezTo>
                    <a:pt x="29" y="407"/>
                    <a:pt x="29" y="407"/>
                    <a:pt x="29" y="407"/>
                  </a:cubicBezTo>
                  <a:cubicBezTo>
                    <a:pt x="114" y="386"/>
                    <a:pt x="114" y="386"/>
                    <a:pt x="114" y="386"/>
                  </a:cubicBezTo>
                  <a:lnTo>
                    <a:pt x="111" y="372"/>
                  </a:lnTo>
                  <a:close/>
                  <a:moveTo>
                    <a:pt x="91" y="444"/>
                  </a:moveTo>
                  <a:cubicBezTo>
                    <a:pt x="77" y="449"/>
                    <a:pt x="77" y="449"/>
                    <a:pt x="77" y="449"/>
                  </a:cubicBezTo>
                  <a:cubicBezTo>
                    <a:pt x="83" y="466"/>
                    <a:pt x="83" y="466"/>
                    <a:pt x="83" y="466"/>
                  </a:cubicBezTo>
                  <a:cubicBezTo>
                    <a:pt x="72" y="469"/>
                    <a:pt x="72" y="469"/>
                    <a:pt x="72" y="469"/>
                  </a:cubicBezTo>
                  <a:cubicBezTo>
                    <a:pt x="70" y="468"/>
                    <a:pt x="67" y="466"/>
                    <a:pt x="65" y="463"/>
                  </a:cubicBezTo>
                  <a:cubicBezTo>
                    <a:pt x="62" y="461"/>
                    <a:pt x="61" y="458"/>
                    <a:pt x="59" y="455"/>
                  </a:cubicBezTo>
                  <a:cubicBezTo>
                    <a:pt x="57" y="449"/>
                    <a:pt x="58" y="443"/>
                    <a:pt x="62" y="438"/>
                  </a:cubicBezTo>
                  <a:cubicBezTo>
                    <a:pt x="65" y="433"/>
                    <a:pt x="72" y="428"/>
                    <a:pt x="82" y="424"/>
                  </a:cubicBezTo>
                  <a:cubicBezTo>
                    <a:pt x="91" y="421"/>
                    <a:pt x="98" y="420"/>
                    <a:pt x="104" y="422"/>
                  </a:cubicBezTo>
                  <a:cubicBezTo>
                    <a:pt x="110" y="424"/>
                    <a:pt x="114" y="429"/>
                    <a:pt x="116" y="435"/>
                  </a:cubicBezTo>
                  <a:cubicBezTo>
                    <a:pt x="118" y="439"/>
                    <a:pt x="118" y="443"/>
                    <a:pt x="117" y="446"/>
                  </a:cubicBezTo>
                  <a:cubicBezTo>
                    <a:pt x="115" y="450"/>
                    <a:pt x="113" y="453"/>
                    <a:pt x="109" y="455"/>
                  </a:cubicBezTo>
                  <a:cubicBezTo>
                    <a:pt x="117" y="468"/>
                    <a:pt x="117" y="468"/>
                    <a:pt x="117" y="468"/>
                  </a:cubicBezTo>
                  <a:cubicBezTo>
                    <a:pt x="124" y="464"/>
                    <a:pt x="129" y="459"/>
                    <a:pt x="132" y="452"/>
                  </a:cubicBezTo>
                  <a:cubicBezTo>
                    <a:pt x="134" y="446"/>
                    <a:pt x="134" y="438"/>
                    <a:pt x="131" y="430"/>
                  </a:cubicBezTo>
                  <a:cubicBezTo>
                    <a:pt x="128" y="423"/>
                    <a:pt x="125" y="418"/>
                    <a:pt x="121" y="414"/>
                  </a:cubicBezTo>
                  <a:cubicBezTo>
                    <a:pt x="115" y="410"/>
                    <a:pt x="108" y="407"/>
                    <a:pt x="100" y="406"/>
                  </a:cubicBezTo>
                  <a:cubicBezTo>
                    <a:pt x="93" y="406"/>
                    <a:pt x="84" y="407"/>
                    <a:pt x="76" y="410"/>
                  </a:cubicBezTo>
                  <a:cubicBezTo>
                    <a:pt x="68" y="413"/>
                    <a:pt x="61" y="417"/>
                    <a:pt x="55" y="422"/>
                  </a:cubicBezTo>
                  <a:cubicBezTo>
                    <a:pt x="49" y="427"/>
                    <a:pt x="46" y="433"/>
                    <a:pt x="44" y="440"/>
                  </a:cubicBezTo>
                  <a:cubicBezTo>
                    <a:pt x="42" y="447"/>
                    <a:pt x="43" y="454"/>
                    <a:pt x="46" y="461"/>
                  </a:cubicBezTo>
                  <a:cubicBezTo>
                    <a:pt x="48" y="467"/>
                    <a:pt x="51" y="472"/>
                    <a:pt x="56" y="477"/>
                  </a:cubicBezTo>
                  <a:cubicBezTo>
                    <a:pt x="60" y="482"/>
                    <a:pt x="65" y="485"/>
                    <a:pt x="69" y="487"/>
                  </a:cubicBezTo>
                  <a:cubicBezTo>
                    <a:pt x="102" y="475"/>
                    <a:pt x="102" y="475"/>
                    <a:pt x="102" y="475"/>
                  </a:cubicBezTo>
                  <a:lnTo>
                    <a:pt x="91" y="444"/>
                  </a:lnTo>
                  <a:close/>
                  <a:moveTo>
                    <a:pt x="144" y="570"/>
                  </a:moveTo>
                  <a:cubicBezTo>
                    <a:pt x="184" y="548"/>
                    <a:pt x="184" y="548"/>
                    <a:pt x="184" y="548"/>
                  </a:cubicBezTo>
                  <a:cubicBezTo>
                    <a:pt x="177" y="535"/>
                    <a:pt x="177" y="535"/>
                    <a:pt x="177" y="535"/>
                  </a:cubicBezTo>
                  <a:cubicBezTo>
                    <a:pt x="135" y="558"/>
                    <a:pt x="135" y="558"/>
                    <a:pt x="135" y="558"/>
                  </a:cubicBezTo>
                  <a:cubicBezTo>
                    <a:pt x="128" y="561"/>
                    <a:pt x="124" y="563"/>
                    <a:pt x="121" y="564"/>
                  </a:cubicBezTo>
                  <a:cubicBezTo>
                    <a:pt x="118" y="565"/>
                    <a:pt x="115" y="565"/>
                    <a:pt x="112" y="564"/>
                  </a:cubicBezTo>
                  <a:cubicBezTo>
                    <a:pt x="110" y="563"/>
                    <a:pt x="107" y="561"/>
                    <a:pt x="105" y="557"/>
                  </a:cubicBezTo>
                  <a:cubicBezTo>
                    <a:pt x="103" y="553"/>
                    <a:pt x="102" y="550"/>
                    <a:pt x="103" y="547"/>
                  </a:cubicBezTo>
                  <a:cubicBezTo>
                    <a:pt x="104" y="544"/>
                    <a:pt x="106" y="541"/>
                    <a:pt x="109" y="539"/>
                  </a:cubicBezTo>
                  <a:cubicBezTo>
                    <a:pt x="110" y="537"/>
                    <a:pt x="115" y="535"/>
                    <a:pt x="121" y="531"/>
                  </a:cubicBezTo>
                  <a:cubicBezTo>
                    <a:pt x="163" y="509"/>
                    <a:pt x="163" y="509"/>
                    <a:pt x="163" y="509"/>
                  </a:cubicBezTo>
                  <a:cubicBezTo>
                    <a:pt x="156" y="495"/>
                    <a:pt x="156" y="495"/>
                    <a:pt x="156" y="495"/>
                  </a:cubicBezTo>
                  <a:cubicBezTo>
                    <a:pt x="115" y="518"/>
                    <a:pt x="115" y="518"/>
                    <a:pt x="115" y="518"/>
                  </a:cubicBezTo>
                  <a:cubicBezTo>
                    <a:pt x="106" y="522"/>
                    <a:pt x="100" y="526"/>
                    <a:pt x="96" y="529"/>
                  </a:cubicBezTo>
                  <a:cubicBezTo>
                    <a:pt x="93" y="532"/>
                    <a:pt x="91" y="534"/>
                    <a:pt x="89" y="538"/>
                  </a:cubicBezTo>
                  <a:cubicBezTo>
                    <a:pt x="88" y="541"/>
                    <a:pt x="87" y="545"/>
                    <a:pt x="87" y="549"/>
                  </a:cubicBezTo>
                  <a:cubicBezTo>
                    <a:pt x="87" y="553"/>
                    <a:pt x="89" y="558"/>
                    <a:pt x="92" y="565"/>
                  </a:cubicBezTo>
                  <a:cubicBezTo>
                    <a:pt x="95" y="570"/>
                    <a:pt x="98" y="574"/>
                    <a:pt x="101" y="576"/>
                  </a:cubicBezTo>
                  <a:cubicBezTo>
                    <a:pt x="104" y="579"/>
                    <a:pt x="108" y="580"/>
                    <a:pt x="112" y="581"/>
                  </a:cubicBezTo>
                  <a:cubicBezTo>
                    <a:pt x="115" y="581"/>
                    <a:pt x="119" y="581"/>
                    <a:pt x="123" y="579"/>
                  </a:cubicBezTo>
                  <a:cubicBezTo>
                    <a:pt x="128" y="578"/>
                    <a:pt x="135" y="575"/>
                    <a:pt x="144" y="570"/>
                  </a:cubicBezTo>
                  <a:close/>
                  <a:moveTo>
                    <a:pt x="216" y="596"/>
                  </a:moveTo>
                  <a:cubicBezTo>
                    <a:pt x="168" y="629"/>
                    <a:pt x="168" y="629"/>
                    <a:pt x="168" y="629"/>
                  </a:cubicBezTo>
                  <a:cubicBezTo>
                    <a:pt x="199" y="571"/>
                    <a:pt x="199" y="571"/>
                    <a:pt x="199" y="571"/>
                  </a:cubicBezTo>
                  <a:cubicBezTo>
                    <a:pt x="191" y="558"/>
                    <a:pt x="191" y="558"/>
                    <a:pt x="191" y="558"/>
                  </a:cubicBezTo>
                  <a:cubicBezTo>
                    <a:pt x="118" y="608"/>
                    <a:pt x="118" y="608"/>
                    <a:pt x="118" y="608"/>
                  </a:cubicBezTo>
                  <a:cubicBezTo>
                    <a:pt x="126" y="620"/>
                    <a:pt x="126" y="620"/>
                    <a:pt x="126" y="620"/>
                  </a:cubicBezTo>
                  <a:cubicBezTo>
                    <a:pt x="173" y="587"/>
                    <a:pt x="173" y="587"/>
                    <a:pt x="173" y="587"/>
                  </a:cubicBezTo>
                  <a:cubicBezTo>
                    <a:pt x="143" y="644"/>
                    <a:pt x="143" y="644"/>
                    <a:pt x="143" y="644"/>
                  </a:cubicBezTo>
                  <a:cubicBezTo>
                    <a:pt x="152" y="657"/>
                    <a:pt x="152" y="657"/>
                    <a:pt x="152" y="657"/>
                  </a:cubicBezTo>
                  <a:cubicBezTo>
                    <a:pt x="224" y="607"/>
                    <a:pt x="224" y="607"/>
                    <a:pt x="224" y="607"/>
                  </a:cubicBezTo>
                  <a:lnTo>
                    <a:pt x="216" y="596"/>
                  </a:lnTo>
                  <a:close/>
                  <a:moveTo>
                    <a:pt x="233" y="617"/>
                  </a:moveTo>
                  <a:cubicBezTo>
                    <a:pt x="163" y="672"/>
                    <a:pt x="163" y="672"/>
                    <a:pt x="163" y="672"/>
                  </a:cubicBezTo>
                  <a:cubicBezTo>
                    <a:pt x="173" y="684"/>
                    <a:pt x="173" y="684"/>
                    <a:pt x="173" y="684"/>
                  </a:cubicBezTo>
                  <a:cubicBezTo>
                    <a:pt x="242" y="629"/>
                    <a:pt x="242" y="629"/>
                    <a:pt x="242" y="629"/>
                  </a:cubicBezTo>
                  <a:lnTo>
                    <a:pt x="233" y="617"/>
                  </a:lnTo>
                  <a:close/>
                  <a:moveTo>
                    <a:pt x="280" y="673"/>
                  </a:moveTo>
                  <a:cubicBezTo>
                    <a:pt x="220" y="703"/>
                    <a:pt x="220" y="703"/>
                    <a:pt x="220" y="703"/>
                  </a:cubicBezTo>
                  <a:cubicBezTo>
                    <a:pt x="255" y="645"/>
                    <a:pt x="255" y="645"/>
                    <a:pt x="255" y="645"/>
                  </a:cubicBezTo>
                  <a:cubicBezTo>
                    <a:pt x="244" y="633"/>
                    <a:pt x="244" y="633"/>
                    <a:pt x="244" y="633"/>
                  </a:cubicBezTo>
                  <a:cubicBezTo>
                    <a:pt x="197" y="712"/>
                    <a:pt x="197" y="712"/>
                    <a:pt x="197" y="712"/>
                  </a:cubicBezTo>
                  <a:cubicBezTo>
                    <a:pt x="208" y="724"/>
                    <a:pt x="208" y="724"/>
                    <a:pt x="208" y="724"/>
                  </a:cubicBezTo>
                  <a:cubicBezTo>
                    <a:pt x="291" y="685"/>
                    <a:pt x="291" y="685"/>
                    <a:pt x="291" y="685"/>
                  </a:cubicBezTo>
                  <a:lnTo>
                    <a:pt x="280" y="673"/>
                  </a:lnTo>
                  <a:close/>
                  <a:moveTo>
                    <a:pt x="272" y="734"/>
                  </a:moveTo>
                  <a:cubicBezTo>
                    <a:pt x="300" y="759"/>
                    <a:pt x="300" y="759"/>
                    <a:pt x="300" y="759"/>
                  </a:cubicBezTo>
                  <a:cubicBezTo>
                    <a:pt x="310" y="748"/>
                    <a:pt x="310" y="748"/>
                    <a:pt x="310" y="748"/>
                  </a:cubicBezTo>
                  <a:cubicBezTo>
                    <a:pt x="282" y="723"/>
                    <a:pt x="282" y="723"/>
                    <a:pt x="282" y="723"/>
                  </a:cubicBezTo>
                  <a:cubicBezTo>
                    <a:pt x="295" y="709"/>
                    <a:pt x="295" y="709"/>
                    <a:pt x="295" y="709"/>
                  </a:cubicBezTo>
                  <a:cubicBezTo>
                    <a:pt x="325" y="736"/>
                    <a:pt x="325" y="736"/>
                    <a:pt x="325" y="736"/>
                  </a:cubicBezTo>
                  <a:cubicBezTo>
                    <a:pt x="335" y="725"/>
                    <a:pt x="335" y="725"/>
                    <a:pt x="335" y="725"/>
                  </a:cubicBezTo>
                  <a:cubicBezTo>
                    <a:pt x="294" y="688"/>
                    <a:pt x="294" y="688"/>
                    <a:pt x="294" y="688"/>
                  </a:cubicBezTo>
                  <a:cubicBezTo>
                    <a:pt x="235" y="753"/>
                    <a:pt x="235" y="753"/>
                    <a:pt x="235" y="753"/>
                  </a:cubicBezTo>
                  <a:cubicBezTo>
                    <a:pt x="277" y="791"/>
                    <a:pt x="277" y="791"/>
                    <a:pt x="277" y="791"/>
                  </a:cubicBezTo>
                  <a:cubicBezTo>
                    <a:pt x="287" y="780"/>
                    <a:pt x="287" y="780"/>
                    <a:pt x="287" y="780"/>
                  </a:cubicBezTo>
                  <a:cubicBezTo>
                    <a:pt x="256" y="752"/>
                    <a:pt x="256" y="752"/>
                    <a:pt x="256" y="752"/>
                  </a:cubicBezTo>
                  <a:lnTo>
                    <a:pt x="272" y="734"/>
                  </a:lnTo>
                  <a:close/>
                  <a:moveTo>
                    <a:pt x="348" y="796"/>
                  </a:moveTo>
                  <a:cubicBezTo>
                    <a:pt x="349" y="800"/>
                    <a:pt x="350" y="803"/>
                    <a:pt x="350" y="807"/>
                  </a:cubicBezTo>
                  <a:cubicBezTo>
                    <a:pt x="350" y="810"/>
                    <a:pt x="349" y="816"/>
                    <a:pt x="348" y="823"/>
                  </a:cubicBezTo>
                  <a:cubicBezTo>
                    <a:pt x="345" y="843"/>
                    <a:pt x="345" y="843"/>
                    <a:pt x="345" y="843"/>
                  </a:cubicBezTo>
                  <a:cubicBezTo>
                    <a:pt x="331" y="832"/>
                    <a:pt x="331" y="832"/>
                    <a:pt x="331" y="832"/>
                  </a:cubicBezTo>
                  <a:cubicBezTo>
                    <a:pt x="333" y="810"/>
                    <a:pt x="333" y="810"/>
                    <a:pt x="333" y="810"/>
                  </a:cubicBezTo>
                  <a:cubicBezTo>
                    <a:pt x="334" y="802"/>
                    <a:pt x="335" y="797"/>
                    <a:pt x="334" y="795"/>
                  </a:cubicBezTo>
                  <a:cubicBezTo>
                    <a:pt x="334" y="793"/>
                    <a:pt x="334" y="791"/>
                    <a:pt x="333" y="789"/>
                  </a:cubicBezTo>
                  <a:cubicBezTo>
                    <a:pt x="332" y="788"/>
                    <a:pt x="330" y="786"/>
                    <a:pt x="327" y="784"/>
                  </a:cubicBezTo>
                  <a:cubicBezTo>
                    <a:pt x="325" y="782"/>
                    <a:pt x="325" y="782"/>
                    <a:pt x="325" y="782"/>
                  </a:cubicBezTo>
                  <a:cubicBezTo>
                    <a:pt x="303" y="812"/>
                    <a:pt x="303" y="812"/>
                    <a:pt x="303" y="812"/>
                  </a:cubicBezTo>
                  <a:cubicBezTo>
                    <a:pt x="291" y="802"/>
                    <a:pt x="291" y="802"/>
                    <a:pt x="291" y="802"/>
                  </a:cubicBezTo>
                  <a:cubicBezTo>
                    <a:pt x="343" y="732"/>
                    <a:pt x="343" y="732"/>
                    <a:pt x="343" y="732"/>
                  </a:cubicBezTo>
                  <a:cubicBezTo>
                    <a:pt x="369" y="751"/>
                    <a:pt x="369" y="751"/>
                    <a:pt x="369" y="751"/>
                  </a:cubicBezTo>
                  <a:cubicBezTo>
                    <a:pt x="375" y="756"/>
                    <a:pt x="380" y="760"/>
                    <a:pt x="382" y="763"/>
                  </a:cubicBezTo>
                  <a:cubicBezTo>
                    <a:pt x="384" y="766"/>
                    <a:pt x="384" y="770"/>
                    <a:pt x="384" y="775"/>
                  </a:cubicBezTo>
                  <a:cubicBezTo>
                    <a:pt x="383" y="780"/>
                    <a:pt x="381" y="784"/>
                    <a:pt x="378" y="788"/>
                  </a:cubicBezTo>
                  <a:cubicBezTo>
                    <a:pt x="374" y="793"/>
                    <a:pt x="369" y="797"/>
                    <a:pt x="364" y="798"/>
                  </a:cubicBezTo>
                  <a:cubicBezTo>
                    <a:pt x="359" y="800"/>
                    <a:pt x="353" y="799"/>
                    <a:pt x="348" y="796"/>
                  </a:cubicBezTo>
                  <a:close/>
                  <a:moveTo>
                    <a:pt x="354" y="785"/>
                  </a:moveTo>
                  <a:cubicBezTo>
                    <a:pt x="356" y="785"/>
                    <a:pt x="358" y="785"/>
                    <a:pt x="360" y="784"/>
                  </a:cubicBezTo>
                  <a:cubicBezTo>
                    <a:pt x="362" y="783"/>
                    <a:pt x="363" y="782"/>
                    <a:pt x="365" y="780"/>
                  </a:cubicBezTo>
                  <a:cubicBezTo>
                    <a:pt x="366" y="777"/>
                    <a:pt x="367" y="775"/>
                    <a:pt x="367" y="773"/>
                  </a:cubicBezTo>
                  <a:cubicBezTo>
                    <a:pt x="367" y="770"/>
                    <a:pt x="366" y="768"/>
                    <a:pt x="365" y="767"/>
                  </a:cubicBezTo>
                  <a:cubicBezTo>
                    <a:pt x="364" y="766"/>
                    <a:pt x="361" y="763"/>
                    <a:pt x="356" y="760"/>
                  </a:cubicBezTo>
                  <a:cubicBezTo>
                    <a:pt x="347" y="753"/>
                    <a:pt x="347" y="753"/>
                    <a:pt x="347" y="753"/>
                  </a:cubicBezTo>
                  <a:cubicBezTo>
                    <a:pt x="333" y="771"/>
                    <a:pt x="333" y="771"/>
                    <a:pt x="333" y="771"/>
                  </a:cubicBezTo>
                  <a:cubicBezTo>
                    <a:pt x="342" y="777"/>
                    <a:pt x="342" y="777"/>
                    <a:pt x="342" y="777"/>
                  </a:cubicBezTo>
                  <a:cubicBezTo>
                    <a:pt x="348" y="782"/>
                    <a:pt x="352" y="784"/>
                    <a:pt x="354" y="785"/>
                  </a:cubicBezTo>
                  <a:close/>
                  <a:moveTo>
                    <a:pt x="421" y="831"/>
                  </a:moveTo>
                  <a:cubicBezTo>
                    <a:pt x="419" y="828"/>
                    <a:pt x="415" y="823"/>
                    <a:pt x="410" y="818"/>
                  </a:cubicBezTo>
                  <a:cubicBezTo>
                    <a:pt x="405" y="812"/>
                    <a:pt x="402" y="808"/>
                    <a:pt x="401" y="805"/>
                  </a:cubicBezTo>
                  <a:cubicBezTo>
                    <a:pt x="401" y="803"/>
                    <a:pt x="401" y="801"/>
                    <a:pt x="402" y="800"/>
                  </a:cubicBezTo>
                  <a:cubicBezTo>
                    <a:pt x="403" y="798"/>
                    <a:pt x="405" y="796"/>
                    <a:pt x="407" y="796"/>
                  </a:cubicBezTo>
                  <a:cubicBezTo>
                    <a:pt x="410" y="796"/>
                    <a:pt x="413" y="796"/>
                    <a:pt x="417" y="799"/>
                  </a:cubicBezTo>
                  <a:cubicBezTo>
                    <a:pt x="421" y="801"/>
                    <a:pt x="423" y="803"/>
                    <a:pt x="424" y="806"/>
                  </a:cubicBezTo>
                  <a:cubicBezTo>
                    <a:pt x="425" y="809"/>
                    <a:pt x="424" y="812"/>
                    <a:pt x="422" y="817"/>
                  </a:cubicBezTo>
                  <a:cubicBezTo>
                    <a:pt x="436" y="824"/>
                    <a:pt x="436" y="824"/>
                    <a:pt x="436" y="824"/>
                  </a:cubicBezTo>
                  <a:cubicBezTo>
                    <a:pt x="440" y="817"/>
                    <a:pt x="441" y="810"/>
                    <a:pt x="439" y="803"/>
                  </a:cubicBezTo>
                  <a:cubicBezTo>
                    <a:pt x="438" y="797"/>
                    <a:pt x="433" y="791"/>
                    <a:pt x="425" y="786"/>
                  </a:cubicBezTo>
                  <a:cubicBezTo>
                    <a:pt x="420" y="783"/>
                    <a:pt x="415" y="782"/>
                    <a:pt x="411" y="781"/>
                  </a:cubicBezTo>
                  <a:cubicBezTo>
                    <a:pt x="406" y="781"/>
                    <a:pt x="402" y="782"/>
                    <a:pt x="398" y="784"/>
                  </a:cubicBezTo>
                  <a:cubicBezTo>
                    <a:pt x="394" y="786"/>
                    <a:pt x="391" y="789"/>
                    <a:pt x="389" y="793"/>
                  </a:cubicBezTo>
                  <a:cubicBezTo>
                    <a:pt x="385" y="799"/>
                    <a:pt x="384" y="805"/>
                    <a:pt x="386" y="812"/>
                  </a:cubicBezTo>
                  <a:cubicBezTo>
                    <a:pt x="387" y="817"/>
                    <a:pt x="390" y="822"/>
                    <a:pt x="396" y="828"/>
                  </a:cubicBezTo>
                  <a:cubicBezTo>
                    <a:pt x="400" y="833"/>
                    <a:pt x="403" y="836"/>
                    <a:pt x="404" y="838"/>
                  </a:cubicBezTo>
                  <a:cubicBezTo>
                    <a:pt x="406" y="840"/>
                    <a:pt x="407" y="842"/>
                    <a:pt x="407" y="844"/>
                  </a:cubicBezTo>
                  <a:cubicBezTo>
                    <a:pt x="407" y="845"/>
                    <a:pt x="407" y="847"/>
                    <a:pt x="406" y="849"/>
                  </a:cubicBezTo>
                  <a:cubicBezTo>
                    <a:pt x="404" y="852"/>
                    <a:pt x="402" y="854"/>
                    <a:pt x="398" y="854"/>
                  </a:cubicBezTo>
                  <a:cubicBezTo>
                    <a:pt x="395" y="855"/>
                    <a:pt x="391" y="854"/>
                    <a:pt x="387" y="852"/>
                  </a:cubicBezTo>
                  <a:cubicBezTo>
                    <a:pt x="383" y="850"/>
                    <a:pt x="380" y="847"/>
                    <a:pt x="380" y="843"/>
                  </a:cubicBezTo>
                  <a:cubicBezTo>
                    <a:pt x="379" y="839"/>
                    <a:pt x="379" y="835"/>
                    <a:pt x="381" y="829"/>
                  </a:cubicBezTo>
                  <a:cubicBezTo>
                    <a:pt x="368" y="823"/>
                    <a:pt x="368" y="823"/>
                    <a:pt x="368" y="823"/>
                  </a:cubicBezTo>
                  <a:cubicBezTo>
                    <a:pt x="364" y="832"/>
                    <a:pt x="363" y="840"/>
                    <a:pt x="364" y="847"/>
                  </a:cubicBezTo>
                  <a:cubicBezTo>
                    <a:pt x="366" y="854"/>
                    <a:pt x="371" y="860"/>
                    <a:pt x="379" y="865"/>
                  </a:cubicBezTo>
                  <a:cubicBezTo>
                    <a:pt x="385" y="868"/>
                    <a:pt x="390" y="870"/>
                    <a:pt x="395" y="870"/>
                  </a:cubicBezTo>
                  <a:cubicBezTo>
                    <a:pt x="400" y="871"/>
                    <a:pt x="404" y="870"/>
                    <a:pt x="408" y="867"/>
                  </a:cubicBezTo>
                  <a:cubicBezTo>
                    <a:pt x="413" y="865"/>
                    <a:pt x="416" y="861"/>
                    <a:pt x="419" y="857"/>
                  </a:cubicBezTo>
                  <a:cubicBezTo>
                    <a:pt x="421" y="852"/>
                    <a:pt x="423" y="847"/>
                    <a:pt x="423" y="843"/>
                  </a:cubicBezTo>
                  <a:cubicBezTo>
                    <a:pt x="424" y="839"/>
                    <a:pt x="423" y="835"/>
                    <a:pt x="421" y="831"/>
                  </a:cubicBezTo>
                  <a:close/>
                  <a:moveTo>
                    <a:pt x="460" y="807"/>
                  </a:moveTo>
                  <a:cubicBezTo>
                    <a:pt x="420" y="886"/>
                    <a:pt x="420" y="886"/>
                    <a:pt x="420" y="886"/>
                  </a:cubicBezTo>
                  <a:cubicBezTo>
                    <a:pt x="433" y="893"/>
                    <a:pt x="433" y="893"/>
                    <a:pt x="433" y="893"/>
                  </a:cubicBezTo>
                  <a:cubicBezTo>
                    <a:pt x="473" y="814"/>
                    <a:pt x="473" y="814"/>
                    <a:pt x="473" y="814"/>
                  </a:cubicBezTo>
                  <a:lnTo>
                    <a:pt x="460" y="807"/>
                  </a:lnTo>
                  <a:close/>
                  <a:moveTo>
                    <a:pt x="555" y="885"/>
                  </a:moveTo>
                  <a:cubicBezTo>
                    <a:pt x="549" y="846"/>
                    <a:pt x="549" y="846"/>
                    <a:pt x="549" y="846"/>
                  </a:cubicBezTo>
                  <a:cubicBezTo>
                    <a:pt x="533" y="841"/>
                    <a:pt x="533" y="841"/>
                    <a:pt x="533" y="841"/>
                  </a:cubicBezTo>
                  <a:cubicBezTo>
                    <a:pt x="533" y="841"/>
                    <a:pt x="533" y="841"/>
                    <a:pt x="533" y="841"/>
                  </a:cubicBezTo>
                  <a:cubicBezTo>
                    <a:pt x="479" y="818"/>
                    <a:pt x="479" y="818"/>
                    <a:pt x="479" y="818"/>
                  </a:cubicBezTo>
                  <a:cubicBezTo>
                    <a:pt x="473" y="831"/>
                    <a:pt x="473" y="831"/>
                    <a:pt x="473" y="831"/>
                  </a:cubicBezTo>
                  <a:cubicBezTo>
                    <a:pt x="493" y="840"/>
                    <a:pt x="493" y="840"/>
                    <a:pt x="493" y="840"/>
                  </a:cubicBezTo>
                  <a:cubicBezTo>
                    <a:pt x="465" y="907"/>
                    <a:pt x="465" y="907"/>
                    <a:pt x="465" y="907"/>
                  </a:cubicBezTo>
                  <a:cubicBezTo>
                    <a:pt x="479" y="913"/>
                    <a:pt x="479" y="913"/>
                    <a:pt x="479" y="913"/>
                  </a:cubicBezTo>
                  <a:cubicBezTo>
                    <a:pt x="507" y="846"/>
                    <a:pt x="507" y="846"/>
                    <a:pt x="507" y="846"/>
                  </a:cubicBezTo>
                  <a:cubicBezTo>
                    <a:pt x="528" y="855"/>
                    <a:pt x="528" y="855"/>
                    <a:pt x="528" y="855"/>
                  </a:cubicBezTo>
                  <a:cubicBezTo>
                    <a:pt x="533" y="843"/>
                    <a:pt x="533" y="843"/>
                    <a:pt x="533" y="843"/>
                  </a:cubicBezTo>
                  <a:cubicBezTo>
                    <a:pt x="543" y="898"/>
                    <a:pt x="543" y="898"/>
                    <a:pt x="543" y="898"/>
                  </a:cubicBezTo>
                  <a:cubicBezTo>
                    <a:pt x="531" y="933"/>
                    <a:pt x="531" y="933"/>
                    <a:pt x="531" y="933"/>
                  </a:cubicBezTo>
                  <a:cubicBezTo>
                    <a:pt x="546" y="937"/>
                    <a:pt x="546" y="937"/>
                    <a:pt x="546" y="937"/>
                  </a:cubicBezTo>
                  <a:cubicBezTo>
                    <a:pt x="557" y="902"/>
                    <a:pt x="557" y="902"/>
                    <a:pt x="557" y="902"/>
                  </a:cubicBezTo>
                  <a:cubicBezTo>
                    <a:pt x="599" y="862"/>
                    <a:pt x="599" y="862"/>
                    <a:pt x="599" y="862"/>
                  </a:cubicBezTo>
                  <a:cubicBezTo>
                    <a:pt x="582" y="857"/>
                    <a:pt x="582" y="857"/>
                    <a:pt x="582" y="857"/>
                  </a:cubicBezTo>
                  <a:lnTo>
                    <a:pt x="555" y="885"/>
                  </a:lnTo>
                  <a:close/>
                  <a:moveTo>
                    <a:pt x="685" y="889"/>
                  </a:moveTo>
                  <a:cubicBezTo>
                    <a:pt x="690" y="899"/>
                    <a:pt x="691" y="910"/>
                    <a:pt x="689" y="924"/>
                  </a:cubicBezTo>
                  <a:cubicBezTo>
                    <a:pt x="686" y="938"/>
                    <a:pt x="681" y="949"/>
                    <a:pt x="673" y="955"/>
                  </a:cubicBezTo>
                  <a:cubicBezTo>
                    <a:pt x="666" y="962"/>
                    <a:pt x="656" y="965"/>
                    <a:pt x="645" y="963"/>
                  </a:cubicBezTo>
                  <a:cubicBezTo>
                    <a:pt x="635" y="961"/>
                    <a:pt x="626" y="955"/>
                    <a:pt x="621" y="947"/>
                  </a:cubicBezTo>
                  <a:cubicBezTo>
                    <a:pt x="616" y="937"/>
                    <a:pt x="615" y="926"/>
                    <a:pt x="617" y="912"/>
                  </a:cubicBezTo>
                  <a:cubicBezTo>
                    <a:pt x="619" y="904"/>
                    <a:pt x="621" y="896"/>
                    <a:pt x="624" y="891"/>
                  </a:cubicBezTo>
                  <a:cubicBezTo>
                    <a:pt x="627" y="887"/>
                    <a:pt x="630" y="883"/>
                    <a:pt x="633" y="880"/>
                  </a:cubicBezTo>
                  <a:cubicBezTo>
                    <a:pt x="637" y="877"/>
                    <a:pt x="640" y="875"/>
                    <a:pt x="644" y="874"/>
                  </a:cubicBezTo>
                  <a:cubicBezTo>
                    <a:pt x="649" y="872"/>
                    <a:pt x="655" y="872"/>
                    <a:pt x="661" y="873"/>
                  </a:cubicBezTo>
                  <a:cubicBezTo>
                    <a:pt x="671" y="875"/>
                    <a:pt x="679" y="880"/>
                    <a:pt x="685" y="889"/>
                  </a:cubicBezTo>
                  <a:close/>
                  <a:moveTo>
                    <a:pt x="672" y="898"/>
                  </a:moveTo>
                  <a:cubicBezTo>
                    <a:pt x="669" y="892"/>
                    <a:pt x="664" y="889"/>
                    <a:pt x="658" y="888"/>
                  </a:cubicBezTo>
                  <a:cubicBezTo>
                    <a:pt x="652" y="887"/>
                    <a:pt x="647" y="889"/>
                    <a:pt x="642" y="893"/>
                  </a:cubicBezTo>
                  <a:cubicBezTo>
                    <a:pt x="637" y="897"/>
                    <a:pt x="634" y="904"/>
                    <a:pt x="633" y="914"/>
                  </a:cubicBezTo>
                  <a:cubicBezTo>
                    <a:pt x="631" y="924"/>
                    <a:pt x="631" y="932"/>
                    <a:pt x="635" y="938"/>
                  </a:cubicBezTo>
                  <a:cubicBezTo>
                    <a:pt x="637" y="943"/>
                    <a:pt x="642" y="947"/>
                    <a:pt x="648" y="948"/>
                  </a:cubicBezTo>
                  <a:cubicBezTo>
                    <a:pt x="654" y="949"/>
                    <a:pt x="659" y="947"/>
                    <a:pt x="664" y="943"/>
                  </a:cubicBezTo>
                  <a:cubicBezTo>
                    <a:pt x="669" y="938"/>
                    <a:pt x="672" y="931"/>
                    <a:pt x="673" y="921"/>
                  </a:cubicBezTo>
                  <a:cubicBezTo>
                    <a:pt x="675" y="911"/>
                    <a:pt x="675" y="903"/>
                    <a:pt x="672" y="898"/>
                  </a:cubicBezTo>
                  <a:close/>
                  <a:moveTo>
                    <a:pt x="698" y="969"/>
                  </a:moveTo>
                  <a:cubicBezTo>
                    <a:pt x="713" y="970"/>
                    <a:pt x="713" y="970"/>
                    <a:pt x="713" y="970"/>
                  </a:cubicBezTo>
                  <a:cubicBezTo>
                    <a:pt x="716" y="933"/>
                    <a:pt x="716" y="933"/>
                    <a:pt x="716" y="933"/>
                  </a:cubicBezTo>
                  <a:cubicBezTo>
                    <a:pt x="747" y="935"/>
                    <a:pt x="747" y="935"/>
                    <a:pt x="747" y="935"/>
                  </a:cubicBezTo>
                  <a:cubicBezTo>
                    <a:pt x="748" y="920"/>
                    <a:pt x="748" y="920"/>
                    <a:pt x="748" y="920"/>
                  </a:cubicBezTo>
                  <a:cubicBezTo>
                    <a:pt x="717" y="918"/>
                    <a:pt x="717" y="918"/>
                    <a:pt x="717" y="918"/>
                  </a:cubicBezTo>
                  <a:cubicBezTo>
                    <a:pt x="718" y="897"/>
                    <a:pt x="718" y="897"/>
                    <a:pt x="718" y="897"/>
                  </a:cubicBezTo>
                  <a:cubicBezTo>
                    <a:pt x="754" y="900"/>
                    <a:pt x="754" y="900"/>
                    <a:pt x="754" y="900"/>
                  </a:cubicBezTo>
                  <a:cubicBezTo>
                    <a:pt x="755" y="885"/>
                    <a:pt x="755" y="885"/>
                    <a:pt x="755" y="885"/>
                  </a:cubicBezTo>
                  <a:cubicBezTo>
                    <a:pt x="704" y="881"/>
                    <a:pt x="704" y="881"/>
                    <a:pt x="704" y="881"/>
                  </a:cubicBezTo>
                  <a:lnTo>
                    <a:pt x="698" y="969"/>
                  </a:lnTo>
                  <a:close/>
                  <a:moveTo>
                    <a:pt x="840" y="921"/>
                  </a:moveTo>
                  <a:cubicBezTo>
                    <a:pt x="836" y="920"/>
                    <a:pt x="831" y="918"/>
                    <a:pt x="823" y="916"/>
                  </a:cubicBezTo>
                  <a:cubicBezTo>
                    <a:pt x="816" y="915"/>
                    <a:pt x="811" y="913"/>
                    <a:pt x="809" y="911"/>
                  </a:cubicBezTo>
                  <a:cubicBezTo>
                    <a:pt x="808" y="910"/>
                    <a:pt x="807" y="908"/>
                    <a:pt x="807" y="906"/>
                  </a:cubicBezTo>
                  <a:cubicBezTo>
                    <a:pt x="807" y="904"/>
                    <a:pt x="807" y="902"/>
                    <a:pt x="809" y="900"/>
                  </a:cubicBezTo>
                  <a:cubicBezTo>
                    <a:pt x="811" y="898"/>
                    <a:pt x="815" y="897"/>
                    <a:pt x="819" y="897"/>
                  </a:cubicBezTo>
                  <a:cubicBezTo>
                    <a:pt x="823" y="896"/>
                    <a:pt x="826" y="897"/>
                    <a:pt x="829" y="899"/>
                  </a:cubicBezTo>
                  <a:cubicBezTo>
                    <a:pt x="831" y="901"/>
                    <a:pt x="832" y="904"/>
                    <a:pt x="833" y="908"/>
                  </a:cubicBezTo>
                  <a:cubicBezTo>
                    <a:pt x="848" y="907"/>
                    <a:pt x="848" y="907"/>
                    <a:pt x="848" y="907"/>
                  </a:cubicBezTo>
                  <a:cubicBezTo>
                    <a:pt x="848" y="899"/>
                    <a:pt x="845" y="892"/>
                    <a:pt x="840" y="888"/>
                  </a:cubicBezTo>
                  <a:cubicBezTo>
                    <a:pt x="835" y="883"/>
                    <a:pt x="827" y="881"/>
                    <a:pt x="818" y="882"/>
                  </a:cubicBezTo>
                  <a:cubicBezTo>
                    <a:pt x="812" y="882"/>
                    <a:pt x="808" y="884"/>
                    <a:pt x="804" y="886"/>
                  </a:cubicBezTo>
                  <a:cubicBezTo>
                    <a:pt x="800" y="888"/>
                    <a:pt x="797" y="891"/>
                    <a:pt x="795" y="895"/>
                  </a:cubicBezTo>
                  <a:cubicBezTo>
                    <a:pt x="793" y="899"/>
                    <a:pt x="792" y="904"/>
                    <a:pt x="792" y="908"/>
                  </a:cubicBezTo>
                  <a:cubicBezTo>
                    <a:pt x="793" y="915"/>
                    <a:pt x="795" y="921"/>
                    <a:pt x="800" y="925"/>
                  </a:cubicBezTo>
                  <a:cubicBezTo>
                    <a:pt x="804" y="929"/>
                    <a:pt x="810" y="931"/>
                    <a:pt x="818" y="933"/>
                  </a:cubicBezTo>
                  <a:cubicBezTo>
                    <a:pt x="824" y="934"/>
                    <a:pt x="828" y="935"/>
                    <a:pt x="830" y="936"/>
                  </a:cubicBezTo>
                  <a:cubicBezTo>
                    <a:pt x="833" y="937"/>
                    <a:pt x="835" y="938"/>
                    <a:pt x="836" y="940"/>
                  </a:cubicBezTo>
                  <a:cubicBezTo>
                    <a:pt x="837" y="941"/>
                    <a:pt x="838" y="943"/>
                    <a:pt x="838" y="945"/>
                  </a:cubicBezTo>
                  <a:cubicBezTo>
                    <a:pt x="838" y="948"/>
                    <a:pt x="837" y="951"/>
                    <a:pt x="834" y="954"/>
                  </a:cubicBezTo>
                  <a:cubicBezTo>
                    <a:pt x="832" y="956"/>
                    <a:pt x="829" y="958"/>
                    <a:pt x="824" y="958"/>
                  </a:cubicBezTo>
                  <a:cubicBezTo>
                    <a:pt x="819" y="958"/>
                    <a:pt x="815" y="957"/>
                    <a:pt x="813" y="954"/>
                  </a:cubicBezTo>
                  <a:cubicBezTo>
                    <a:pt x="810" y="952"/>
                    <a:pt x="808" y="948"/>
                    <a:pt x="806" y="942"/>
                  </a:cubicBezTo>
                  <a:cubicBezTo>
                    <a:pt x="792" y="944"/>
                    <a:pt x="792" y="944"/>
                    <a:pt x="792" y="944"/>
                  </a:cubicBezTo>
                  <a:cubicBezTo>
                    <a:pt x="793" y="954"/>
                    <a:pt x="797" y="961"/>
                    <a:pt x="802" y="966"/>
                  </a:cubicBezTo>
                  <a:cubicBezTo>
                    <a:pt x="808" y="971"/>
                    <a:pt x="815" y="973"/>
                    <a:pt x="824" y="973"/>
                  </a:cubicBezTo>
                  <a:cubicBezTo>
                    <a:pt x="831" y="972"/>
                    <a:pt x="836" y="971"/>
                    <a:pt x="841" y="969"/>
                  </a:cubicBezTo>
                  <a:cubicBezTo>
                    <a:pt x="845" y="966"/>
                    <a:pt x="848" y="963"/>
                    <a:pt x="850" y="958"/>
                  </a:cubicBezTo>
                  <a:cubicBezTo>
                    <a:pt x="852" y="954"/>
                    <a:pt x="853" y="949"/>
                    <a:pt x="853" y="944"/>
                  </a:cubicBezTo>
                  <a:cubicBezTo>
                    <a:pt x="852" y="938"/>
                    <a:pt x="851" y="934"/>
                    <a:pt x="849" y="930"/>
                  </a:cubicBezTo>
                  <a:cubicBezTo>
                    <a:pt x="847" y="926"/>
                    <a:pt x="844" y="924"/>
                    <a:pt x="840" y="921"/>
                  </a:cubicBezTo>
                  <a:close/>
                  <a:moveTo>
                    <a:pt x="910" y="943"/>
                  </a:moveTo>
                  <a:cubicBezTo>
                    <a:pt x="908" y="946"/>
                    <a:pt x="905" y="948"/>
                    <a:pt x="901" y="949"/>
                  </a:cubicBezTo>
                  <a:cubicBezTo>
                    <a:pt x="896" y="950"/>
                    <a:pt x="891" y="948"/>
                    <a:pt x="887" y="944"/>
                  </a:cubicBezTo>
                  <a:cubicBezTo>
                    <a:pt x="883" y="940"/>
                    <a:pt x="880" y="932"/>
                    <a:pt x="878" y="921"/>
                  </a:cubicBezTo>
                  <a:cubicBezTo>
                    <a:pt x="876" y="911"/>
                    <a:pt x="877" y="903"/>
                    <a:pt x="879" y="898"/>
                  </a:cubicBezTo>
                  <a:cubicBezTo>
                    <a:pt x="882" y="893"/>
                    <a:pt x="886" y="890"/>
                    <a:pt x="892" y="889"/>
                  </a:cubicBezTo>
                  <a:cubicBezTo>
                    <a:pt x="896" y="888"/>
                    <a:pt x="899" y="889"/>
                    <a:pt x="902" y="891"/>
                  </a:cubicBezTo>
                  <a:cubicBezTo>
                    <a:pt x="905" y="893"/>
                    <a:pt x="908" y="897"/>
                    <a:pt x="909" y="901"/>
                  </a:cubicBezTo>
                  <a:cubicBezTo>
                    <a:pt x="923" y="895"/>
                    <a:pt x="923" y="895"/>
                    <a:pt x="923" y="895"/>
                  </a:cubicBezTo>
                  <a:cubicBezTo>
                    <a:pt x="921" y="888"/>
                    <a:pt x="917" y="883"/>
                    <a:pt x="913" y="880"/>
                  </a:cubicBezTo>
                  <a:cubicBezTo>
                    <a:pt x="907" y="874"/>
                    <a:pt x="899" y="872"/>
                    <a:pt x="890" y="874"/>
                  </a:cubicBezTo>
                  <a:cubicBezTo>
                    <a:pt x="879" y="876"/>
                    <a:pt x="872" y="881"/>
                    <a:pt x="867" y="890"/>
                  </a:cubicBezTo>
                  <a:cubicBezTo>
                    <a:pt x="862" y="899"/>
                    <a:pt x="860" y="911"/>
                    <a:pt x="863" y="925"/>
                  </a:cubicBezTo>
                  <a:cubicBezTo>
                    <a:pt x="865" y="939"/>
                    <a:pt x="870" y="949"/>
                    <a:pt x="877" y="956"/>
                  </a:cubicBezTo>
                  <a:cubicBezTo>
                    <a:pt x="885" y="963"/>
                    <a:pt x="894" y="965"/>
                    <a:pt x="904" y="964"/>
                  </a:cubicBezTo>
                  <a:cubicBezTo>
                    <a:pt x="911" y="962"/>
                    <a:pt x="918" y="959"/>
                    <a:pt x="922" y="954"/>
                  </a:cubicBezTo>
                  <a:cubicBezTo>
                    <a:pt x="926" y="948"/>
                    <a:pt x="929" y="941"/>
                    <a:pt x="930" y="931"/>
                  </a:cubicBezTo>
                  <a:cubicBezTo>
                    <a:pt x="914" y="928"/>
                    <a:pt x="914" y="928"/>
                    <a:pt x="914" y="928"/>
                  </a:cubicBezTo>
                  <a:cubicBezTo>
                    <a:pt x="914" y="934"/>
                    <a:pt x="913" y="939"/>
                    <a:pt x="910" y="943"/>
                  </a:cubicBezTo>
                  <a:close/>
                  <a:moveTo>
                    <a:pt x="929" y="868"/>
                  </a:moveTo>
                  <a:cubicBezTo>
                    <a:pt x="950" y="953"/>
                    <a:pt x="950" y="953"/>
                    <a:pt x="950" y="953"/>
                  </a:cubicBezTo>
                  <a:cubicBezTo>
                    <a:pt x="965" y="950"/>
                    <a:pt x="965" y="950"/>
                    <a:pt x="965" y="950"/>
                  </a:cubicBezTo>
                  <a:cubicBezTo>
                    <a:pt x="944" y="864"/>
                    <a:pt x="944" y="864"/>
                    <a:pt x="944" y="864"/>
                  </a:cubicBezTo>
                  <a:lnTo>
                    <a:pt x="929" y="868"/>
                  </a:lnTo>
                  <a:close/>
                  <a:moveTo>
                    <a:pt x="992" y="927"/>
                  </a:moveTo>
                  <a:cubicBezTo>
                    <a:pt x="985" y="904"/>
                    <a:pt x="985" y="904"/>
                    <a:pt x="985" y="904"/>
                  </a:cubicBezTo>
                  <a:cubicBezTo>
                    <a:pt x="1021" y="893"/>
                    <a:pt x="1021" y="893"/>
                    <a:pt x="1021" y="893"/>
                  </a:cubicBezTo>
                  <a:cubicBezTo>
                    <a:pt x="1016" y="879"/>
                    <a:pt x="1016" y="879"/>
                    <a:pt x="1016" y="879"/>
                  </a:cubicBezTo>
                  <a:cubicBezTo>
                    <a:pt x="980" y="890"/>
                    <a:pt x="980" y="890"/>
                    <a:pt x="980" y="890"/>
                  </a:cubicBezTo>
                  <a:cubicBezTo>
                    <a:pt x="975" y="871"/>
                    <a:pt x="975" y="871"/>
                    <a:pt x="975" y="871"/>
                  </a:cubicBezTo>
                  <a:cubicBezTo>
                    <a:pt x="1013" y="859"/>
                    <a:pt x="1013" y="859"/>
                    <a:pt x="1013" y="859"/>
                  </a:cubicBezTo>
                  <a:cubicBezTo>
                    <a:pt x="1009" y="845"/>
                    <a:pt x="1009" y="845"/>
                    <a:pt x="1009" y="845"/>
                  </a:cubicBezTo>
                  <a:cubicBezTo>
                    <a:pt x="956" y="862"/>
                    <a:pt x="956" y="862"/>
                    <a:pt x="956" y="862"/>
                  </a:cubicBezTo>
                  <a:cubicBezTo>
                    <a:pt x="982" y="946"/>
                    <a:pt x="982" y="946"/>
                    <a:pt x="982" y="946"/>
                  </a:cubicBezTo>
                  <a:cubicBezTo>
                    <a:pt x="1036" y="929"/>
                    <a:pt x="1036" y="929"/>
                    <a:pt x="1036" y="929"/>
                  </a:cubicBezTo>
                  <a:cubicBezTo>
                    <a:pt x="1032" y="915"/>
                    <a:pt x="1032" y="915"/>
                    <a:pt x="1032" y="915"/>
                  </a:cubicBezTo>
                  <a:lnTo>
                    <a:pt x="992" y="927"/>
                  </a:lnTo>
                  <a:close/>
                  <a:moveTo>
                    <a:pt x="1061" y="824"/>
                  </a:moveTo>
                  <a:cubicBezTo>
                    <a:pt x="1084" y="878"/>
                    <a:pt x="1084" y="878"/>
                    <a:pt x="1084" y="878"/>
                  </a:cubicBezTo>
                  <a:cubicBezTo>
                    <a:pt x="1032" y="836"/>
                    <a:pt x="1032" y="836"/>
                    <a:pt x="1032" y="836"/>
                  </a:cubicBezTo>
                  <a:cubicBezTo>
                    <a:pt x="1019" y="841"/>
                    <a:pt x="1019" y="841"/>
                    <a:pt x="1019" y="841"/>
                  </a:cubicBezTo>
                  <a:cubicBezTo>
                    <a:pt x="1053" y="922"/>
                    <a:pt x="1053" y="922"/>
                    <a:pt x="1053" y="922"/>
                  </a:cubicBezTo>
                  <a:cubicBezTo>
                    <a:pt x="1066" y="917"/>
                    <a:pt x="1066" y="917"/>
                    <a:pt x="1066" y="917"/>
                  </a:cubicBezTo>
                  <a:cubicBezTo>
                    <a:pt x="1044" y="864"/>
                    <a:pt x="1044" y="864"/>
                    <a:pt x="1044" y="864"/>
                  </a:cubicBezTo>
                  <a:cubicBezTo>
                    <a:pt x="1094" y="905"/>
                    <a:pt x="1094" y="905"/>
                    <a:pt x="1094" y="905"/>
                  </a:cubicBezTo>
                  <a:cubicBezTo>
                    <a:pt x="1108" y="899"/>
                    <a:pt x="1108" y="899"/>
                    <a:pt x="1108" y="899"/>
                  </a:cubicBezTo>
                  <a:cubicBezTo>
                    <a:pt x="1074" y="818"/>
                    <a:pt x="1074" y="818"/>
                    <a:pt x="1074" y="818"/>
                  </a:cubicBezTo>
                  <a:lnTo>
                    <a:pt x="1061" y="824"/>
                  </a:lnTo>
                  <a:close/>
                  <a:moveTo>
                    <a:pt x="1153" y="838"/>
                  </a:moveTo>
                  <a:cubicBezTo>
                    <a:pt x="1155" y="845"/>
                    <a:pt x="1156" y="850"/>
                    <a:pt x="1155" y="854"/>
                  </a:cubicBezTo>
                  <a:cubicBezTo>
                    <a:pt x="1154" y="858"/>
                    <a:pt x="1152" y="861"/>
                    <a:pt x="1148" y="863"/>
                  </a:cubicBezTo>
                  <a:cubicBezTo>
                    <a:pt x="1143" y="865"/>
                    <a:pt x="1138" y="865"/>
                    <a:pt x="1133" y="863"/>
                  </a:cubicBezTo>
                  <a:cubicBezTo>
                    <a:pt x="1128" y="860"/>
                    <a:pt x="1122" y="854"/>
                    <a:pt x="1117" y="845"/>
                  </a:cubicBezTo>
                  <a:cubicBezTo>
                    <a:pt x="1112" y="835"/>
                    <a:pt x="1110" y="828"/>
                    <a:pt x="1110" y="822"/>
                  </a:cubicBezTo>
                  <a:cubicBezTo>
                    <a:pt x="1111" y="816"/>
                    <a:pt x="1114" y="812"/>
                    <a:pt x="1119" y="809"/>
                  </a:cubicBezTo>
                  <a:cubicBezTo>
                    <a:pt x="1122" y="807"/>
                    <a:pt x="1126" y="807"/>
                    <a:pt x="1130" y="808"/>
                  </a:cubicBezTo>
                  <a:cubicBezTo>
                    <a:pt x="1133" y="809"/>
                    <a:pt x="1137" y="811"/>
                    <a:pt x="1140" y="815"/>
                  </a:cubicBezTo>
                  <a:cubicBezTo>
                    <a:pt x="1151" y="804"/>
                    <a:pt x="1151" y="804"/>
                    <a:pt x="1151" y="804"/>
                  </a:cubicBezTo>
                  <a:cubicBezTo>
                    <a:pt x="1146" y="798"/>
                    <a:pt x="1141" y="795"/>
                    <a:pt x="1136" y="793"/>
                  </a:cubicBezTo>
                  <a:cubicBezTo>
                    <a:pt x="1128" y="791"/>
                    <a:pt x="1120" y="791"/>
                    <a:pt x="1112" y="796"/>
                  </a:cubicBezTo>
                  <a:cubicBezTo>
                    <a:pt x="1103" y="801"/>
                    <a:pt x="1098" y="809"/>
                    <a:pt x="1096" y="819"/>
                  </a:cubicBezTo>
                  <a:cubicBezTo>
                    <a:pt x="1094" y="829"/>
                    <a:pt x="1097" y="840"/>
                    <a:pt x="1104" y="853"/>
                  </a:cubicBezTo>
                  <a:cubicBezTo>
                    <a:pt x="1111" y="865"/>
                    <a:pt x="1119" y="873"/>
                    <a:pt x="1128" y="877"/>
                  </a:cubicBezTo>
                  <a:cubicBezTo>
                    <a:pt x="1138" y="881"/>
                    <a:pt x="1147" y="881"/>
                    <a:pt x="1155" y="876"/>
                  </a:cubicBezTo>
                  <a:cubicBezTo>
                    <a:pt x="1163" y="872"/>
                    <a:pt x="1167" y="867"/>
                    <a:pt x="1169" y="860"/>
                  </a:cubicBezTo>
                  <a:cubicBezTo>
                    <a:pt x="1172" y="853"/>
                    <a:pt x="1172" y="845"/>
                    <a:pt x="1169" y="836"/>
                  </a:cubicBezTo>
                  <a:lnTo>
                    <a:pt x="1153" y="838"/>
                  </a:lnTo>
                  <a:close/>
                  <a:moveTo>
                    <a:pt x="1201" y="829"/>
                  </a:moveTo>
                  <a:cubicBezTo>
                    <a:pt x="1188" y="809"/>
                    <a:pt x="1188" y="809"/>
                    <a:pt x="1188" y="809"/>
                  </a:cubicBezTo>
                  <a:cubicBezTo>
                    <a:pt x="1218" y="788"/>
                    <a:pt x="1218" y="788"/>
                    <a:pt x="1218" y="788"/>
                  </a:cubicBezTo>
                  <a:cubicBezTo>
                    <a:pt x="1210" y="775"/>
                    <a:pt x="1210" y="775"/>
                    <a:pt x="1210" y="775"/>
                  </a:cubicBezTo>
                  <a:cubicBezTo>
                    <a:pt x="1179" y="797"/>
                    <a:pt x="1179" y="797"/>
                    <a:pt x="1179" y="797"/>
                  </a:cubicBezTo>
                  <a:cubicBezTo>
                    <a:pt x="1168" y="781"/>
                    <a:pt x="1168" y="781"/>
                    <a:pt x="1168" y="781"/>
                  </a:cubicBezTo>
                  <a:cubicBezTo>
                    <a:pt x="1201" y="758"/>
                    <a:pt x="1201" y="758"/>
                    <a:pt x="1201" y="758"/>
                  </a:cubicBezTo>
                  <a:cubicBezTo>
                    <a:pt x="1193" y="746"/>
                    <a:pt x="1193" y="746"/>
                    <a:pt x="1193" y="746"/>
                  </a:cubicBezTo>
                  <a:cubicBezTo>
                    <a:pt x="1147" y="777"/>
                    <a:pt x="1147" y="777"/>
                    <a:pt x="1147" y="777"/>
                  </a:cubicBezTo>
                  <a:cubicBezTo>
                    <a:pt x="1197" y="849"/>
                    <a:pt x="1197" y="849"/>
                    <a:pt x="1197" y="849"/>
                  </a:cubicBezTo>
                  <a:cubicBezTo>
                    <a:pt x="1244" y="817"/>
                    <a:pt x="1244" y="817"/>
                    <a:pt x="1244" y="817"/>
                  </a:cubicBezTo>
                  <a:cubicBezTo>
                    <a:pt x="1236" y="805"/>
                    <a:pt x="1236" y="805"/>
                    <a:pt x="1236" y="805"/>
                  </a:cubicBezTo>
                  <a:lnTo>
                    <a:pt x="1201" y="829"/>
                  </a:lnTo>
                  <a:close/>
                  <a:moveTo>
                    <a:pt x="1324" y="733"/>
                  </a:moveTo>
                  <a:cubicBezTo>
                    <a:pt x="1326" y="749"/>
                    <a:pt x="1326" y="749"/>
                    <a:pt x="1326" y="749"/>
                  </a:cubicBezTo>
                  <a:cubicBezTo>
                    <a:pt x="1321" y="750"/>
                    <a:pt x="1316" y="750"/>
                    <a:pt x="1310" y="750"/>
                  </a:cubicBezTo>
                  <a:cubicBezTo>
                    <a:pt x="1310" y="754"/>
                    <a:pt x="1310" y="758"/>
                    <a:pt x="1308" y="762"/>
                  </a:cubicBezTo>
                  <a:cubicBezTo>
                    <a:pt x="1307" y="765"/>
                    <a:pt x="1304" y="768"/>
                    <a:pt x="1301" y="771"/>
                  </a:cubicBezTo>
                  <a:cubicBezTo>
                    <a:pt x="1294" y="778"/>
                    <a:pt x="1287" y="780"/>
                    <a:pt x="1279" y="779"/>
                  </a:cubicBezTo>
                  <a:cubicBezTo>
                    <a:pt x="1273" y="778"/>
                    <a:pt x="1268" y="775"/>
                    <a:pt x="1264" y="771"/>
                  </a:cubicBezTo>
                  <a:cubicBezTo>
                    <a:pt x="1260" y="766"/>
                    <a:pt x="1258" y="762"/>
                    <a:pt x="1257" y="757"/>
                  </a:cubicBezTo>
                  <a:cubicBezTo>
                    <a:pt x="1256" y="751"/>
                    <a:pt x="1256" y="746"/>
                    <a:pt x="1258" y="739"/>
                  </a:cubicBezTo>
                  <a:cubicBezTo>
                    <a:pt x="1254" y="738"/>
                    <a:pt x="1250" y="737"/>
                    <a:pt x="1247" y="736"/>
                  </a:cubicBezTo>
                  <a:cubicBezTo>
                    <a:pt x="1244" y="734"/>
                    <a:pt x="1241" y="732"/>
                    <a:pt x="1239" y="730"/>
                  </a:cubicBezTo>
                  <a:cubicBezTo>
                    <a:pt x="1236" y="726"/>
                    <a:pt x="1234" y="722"/>
                    <a:pt x="1234" y="717"/>
                  </a:cubicBezTo>
                  <a:cubicBezTo>
                    <a:pt x="1234" y="711"/>
                    <a:pt x="1237" y="707"/>
                    <a:pt x="1242" y="702"/>
                  </a:cubicBezTo>
                  <a:cubicBezTo>
                    <a:pt x="1246" y="698"/>
                    <a:pt x="1251" y="696"/>
                    <a:pt x="1257" y="696"/>
                  </a:cubicBezTo>
                  <a:cubicBezTo>
                    <a:pt x="1262" y="696"/>
                    <a:pt x="1267" y="699"/>
                    <a:pt x="1270" y="703"/>
                  </a:cubicBezTo>
                  <a:cubicBezTo>
                    <a:pt x="1273" y="705"/>
                    <a:pt x="1275" y="709"/>
                    <a:pt x="1275" y="712"/>
                  </a:cubicBezTo>
                  <a:cubicBezTo>
                    <a:pt x="1276" y="716"/>
                    <a:pt x="1276" y="721"/>
                    <a:pt x="1275" y="727"/>
                  </a:cubicBezTo>
                  <a:cubicBezTo>
                    <a:pt x="1293" y="732"/>
                    <a:pt x="1293" y="732"/>
                    <a:pt x="1293" y="732"/>
                  </a:cubicBezTo>
                  <a:cubicBezTo>
                    <a:pt x="1292" y="730"/>
                    <a:pt x="1291" y="726"/>
                    <a:pt x="1289" y="723"/>
                  </a:cubicBezTo>
                  <a:cubicBezTo>
                    <a:pt x="1301" y="717"/>
                    <a:pt x="1301" y="717"/>
                    <a:pt x="1301" y="717"/>
                  </a:cubicBezTo>
                  <a:cubicBezTo>
                    <a:pt x="1303" y="721"/>
                    <a:pt x="1305" y="725"/>
                    <a:pt x="1306" y="727"/>
                  </a:cubicBezTo>
                  <a:cubicBezTo>
                    <a:pt x="1307" y="730"/>
                    <a:pt x="1308" y="732"/>
                    <a:pt x="1308" y="734"/>
                  </a:cubicBezTo>
                  <a:cubicBezTo>
                    <a:pt x="1311" y="734"/>
                    <a:pt x="1314" y="734"/>
                    <a:pt x="1317" y="734"/>
                  </a:cubicBezTo>
                  <a:cubicBezTo>
                    <a:pt x="1320" y="734"/>
                    <a:pt x="1322" y="734"/>
                    <a:pt x="1324" y="733"/>
                  </a:cubicBezTo>
                  <a:close/>
                  <a:moveTo>
                    <a:pt x="1263" y="720"/>
                  </a:moveTo>
                  <a:cubicBezTo>
                    <a:pt x="1263" y="716"/>
                    <a:pt x="1263" y="713"/>
                    <a:pt x="1261" y="711"/>
                  </a:cubicBezTo>
                  <a:cubicBezTo>
                    <a:pt x="1259" y="709"/>
                    <a:pt x="1258" y="709"/>
                    <a:pt x="1256" y="708"/>
                  </a:cubicBezTo>
                  <a:cubicBezTo>
                    <a:pt x="1254" y="708"/>
                    <a:pt x="1252" y="709"/>
                    <a:pt x="1250" y="711"/>
                  </a:cubicBezTo>
                  <a:cubicBezTo>
                    <a:pt x="1248" y="712"/>
                    <a:pt x="1247" y="714"/>
                    <a:pt x="1247" y="716"/>
                  </a:cubicBezTo>
                  <a:cubicBezTo>
                    <a:pt x="1247" y="718"/>
                    <a:pt x="1248" y="719"/>
                    <a:pt x="1249" y="720"/>
                  </a:cubicBezTo>
                  <a:cubicBezTo>
                    <a:pt x="1251" y="722"/>
                    <a:pt x="1253" y="723"/>
                    <a:pt x="1257" y="724"/>
                  </a:cubicBezTo>
                  <a:cubicBezTo>
                    <a:pt x="1263" y="725"/>
                    <a:pt x="1263" y="725"/>
                    <a:pt x="1263" y="725"/>
                  </a:cubicBezTo>
                  <a:lnTo>
                    <a:pt x="1263" y="720"/>
                  </a:lnTo>
                  <a:close/>
                  <a:moveTo>
                    <a:pt x="1296" y="748"/>
                  </a:moveTo>
                  <a:cubicBezTo>
                    <a:pt x="1271" y="742"/>
                    <a:pt x="1271" y="742"/>
                    <a:pt x="1271" y="742"/>
                  </a:cubicBezTo>
                  <a:cubicBezTo>
                    <a:pt x="1270" y="746"/>
                    <a:pt x="1270" y="749"/>
                    <a:pt x="1270" y="752"/>
                  </a:cubicBezTo>
                  <a:cubicBezTo>
                    <a:pt x="1271" y="756"/>
                    <a:pt x="1272" y="758"/>
                    <a:pt x="1274" y="760"/>
                  </a:cubicBezTo>
                  <a:cubicBezTo>
                    <a:pt x="1277" y="763"/>
                    <a:pt x="1279" y="764"/>
                    <a:pt x="1282" y="765"/>
                  </a:cubicBezTo>
                  <a:cubicBezTo>
                    <a:pt x="1286" y="765"/>
                    <a:pt x="1288" y="764"/>
                    <a:pt x="1291" y="762"/>
                  </a:cubicBezTo>
                  <a:cubicBezTo>
                    <a:pt x="1292" y="760"/>
                    <a:pt x="1294" y="758"/>
                    <a:pt x="1294" y="756"/>
                  </a:cubicBezTo>
                  <a:cubicBezTo>
                    <a:pt x="1295" y="754"/>
                    <a:pt x="1296" y="751"/>
                    <a:pt x="1296" y="748"/>
                  </a:cubicBezTo>
                  <a:close/>
                  <a:moveTo>
                    <a:pt x="1340" y="620"/>
                  </a:moveTo>
                  <a:cubicBezTo>
                    <a:pt x="1328" y="610"/>
                    <a:pt x="1328" y="610"/>
                    <a:pt x="1328" y="610"/>
                  </a:cubicBezTo>
                  <a:cubicBezTo>
                    <a:pt x="1290" y="656"/>
                    <a:pt x="1290" y="656"/>
                    <a:pt x="1290" y="656"/>
                  </a:cubicBezTo>
                  <a:cubicBezTo>
                    <a:pt x="1302" y="665"/>
                    <a:pt x="1302" y="665"/>
                    <a:pt x="1302" y="665"/>
                  </a:cubicBezTo>
                  <a:cubicBezTo>
                    <a:pt x="1316" y="648"/>
                    <a:pt x="1316" y="648"/>
                    <a:pt x="1316" y="648"/>
                  </a:cubicBezTo>
                  <a:cubicBezTo>
                    <a:pt x="1372" y="695"/>
                    <a:pt x="1372" y="695"/>
                    <a:pt x="1372" y="695"/>
                  </a:cubicBezTo>
                  <a:cubicBezTo>
                    <a:pt x="1382" y="683"/>
                    <a:pt x="1382" y="683"/>
                    <a:pt x="1382" y="683"/>
                  </a:cubicBezTo>
                  <a:cubicBezTo>
                    <a:pt x="1325" y="637"/>
                    <a:pt x="1325" y="637"/>
                    <a:pt x="1325" y="637"/>
                  </a:cubicBezTo>
                  <a:lnTo>
                    <a:pt x="1340" y="620"/>
                  </a:lnTo>
                  <a:close/>
                  <a:moveTo>
                    <a:pt x="1401" y="633"/>
                  </a:moveTo>
                  <a:cubicBezTo>
                    <a:pt x="1381" y="620"/>
                    <a:pt x="1381" y="620"/>
                    <a:pt x="1381" y="620"/>
                  </a:cubicBezTo>
                  <a:cubicBezTo>
                    <a:pt x="1402" y="589"/>
                    <a:pt x="1402" y="589"/>
                    <a:pt x="1402" y="589"/>
                  </a:cubicBezTo>
                  <a:cubicBezTo>
                    <a:pt x="1390" y="581"/>
                    <a:pt x="1390" y="581"/>
                    <a:pt x="1390" y="581"/>
                  </a:cubicBezTo>
                  <a:cubicBezTo>
                    <a:pt x="1369" y="612"/>
                    <a:pt x="1369" y="612"/>
                    <a:pt x="1369" y="612"/>
                  </a:cubicBezTo>
                  <a:cubicBezTo>
                    <a:pt x="1353" y="601"/>
                    <a:pt x="1353" y="601"/>
                    <a:pt x="1353" y="601"/>
                  </a:cubicBezTo>
                  <a:cubicBezTo>
                    <a:pt x="1375" y="567"/>
                    <a:pt x="1375" y="567"/>
                    <a:pt x="1375" y="567"/>
                  </a:cubicBezTo>
                  <a:cubicBezTo>
                    <a:pt x="1363" y="559"/>
                    <a:pt x="1363" y="559"/>
                    <a:pt x="1363" y="559"/>
                  </a:cubicBezTo>
                  <a:cubicBezTo>
                    <a:pt x="1332" y="605"/>
                    <a:pt x="1332" y="605"/>
                    <a:pt x="1332" y="605"/>
                  </a:cubicBezTo>
                  <a:cubicBezTo>
                    <a:pt x="1405" y="654"/>
                    <a:pt x="1405" y="654"/>
                    <a:pt x="1405" y="654"/>
                  </a:cubicBezTo>
                  <a:cubicBezTo>
                    <a:pt x="1437" y="607"/>
                    <a:pt x="1437" y="607"/>
                    <a:pt x="1437" y="607"/>
                  </a:cubicBezTo>
                  <a:cubicBezTo>
                    <a:pt x="1424" y="599"/>
                    <a:pt x="1424" y="599"/>
                    <a:pt x="1424" y="599"/>
                  </a:cubicBezTo>
                  <a:lnTo>
                    <a:pt x="1401" y="633"/>
                  </a:lnTo>
                  <a:close/>
                  <a:moveTo>
                    <a:pt x="1452" y="524"/>
                  </a:moveTo>
                  <a:cubicBezTo>
                    <a:pt x="1440" y="534"/>
                    <a:pt x="1440" y="534"/>
                    <a:pt x="1440" y="534"/>
                  </a:cubicBezTo>
                  <a:cubicBezTo>
                    <a:pt x="1445" y="538"/>
                    <a:pt x="1449" y="542"/>
                    <a:pt x="1450" y="546"/>
                  </a:cubicBezTo>
                  <a:cubicBezTo>
                    <a:pt x="1451" y="550"/>
                    <a:pt x="1451" y="554"/>
                    <a:pt x="1449" y="558"/>
                  </a:cubicBezTo>
                  <a:cubicBezTo>
                    <a:pt x="1446" y="562"/>
                    <a:pt x="1442" y="565"/>
                    <a:pt x="1436" y="566"/>
                  </a:cubicBezTo>
                  <a:cubicBezTo>
                    <a:pt x="1431" y="567"/>
                    <a:pt x="1423" y="564"/>
                    <a:pt x="1413" y="559"/>
                  </a:cubicBezTo>
                  <a:cubicBezTo>
                    <a:pt x="1404" y="554"/>
                    <a:pt x="1398" y="549"/>
                    <a:pt x="1396" y="544"/>
                  </a:cubicBezTo>
                  <a:cubicBezTo>
                    <a:pt x="1393" y="538"/>
                    <a:pt x="1393" y="533"/>
                    <a:pt x="1396" y="529"/>
                  </a:cubicBezTo>
                  <a:cubicBezTo>
                    <a:pt x="1398" y="525"/>
                    <a:pt x="1400" y="523"/>
                    <a:pt x="1404" y="521"/>
                  </a:cubicBezTo>
                  <a:cubicBezTo>
                    <a:pt x="1408" y="520"/>
                    <a:pt x="1412" y="520"/>
                    <a:pt x="1416" y="522"/>
                  </a:cubicBezTo>
                  <a:cubicBezTo>
                    <a:pt x="1420" y="507"/>
                    <a:pt x="1420" y="507"/>
                    <a:pt x="1420" y="507"/>
                  </a:cubicBezTo>
                  <a:cubicBezTo>
                    <a:pt x="1413" y="505"/>
                    <a:pt x="1407" y="504"/>
                    <a:pt x="1402" y="506"/>
                  </a:cubicBezTo>
                  <a:cubicBezTo>
                    <a:pt x="1393" y="508"/>
                    <a:pt x="1387" y="513"/>
                    <a:pt x="1383" y="521"/>
                  </a:cubicBezTo>
                  <a:cubicBezTo>
                    <a:pt x="1378" y="530"/>
                    <a:pt x="1377" y="539"/>
                    <a:pt x="1381" y="549"/>
                  </a:cubicBezTo>
                  <a:cubicBezTo>
                    <a:pt x="1385" y="558"/>
                    <a:pt x="1394" y="567"/>
                    <a:pt x="1407" y="574"/>
                  </a:cubicBezTo>
                  <a:cubicBezTo>
                    <a:pt x="1419" y="580"/>
                    <a:pt x="1430" y="582"/>
                    <a:pt x="1440" y="581"/>
                  </a:cubicBezTo>
                  <a:cubicBezTo>
                    <a:pt x="1450" y="579"/>
                    <a:pt x="1458" y="574"/>
                    <a:pt x="1462" y="565"/>
                  </a:cubicBezTo>
                  <a:cubicBezTo>
                    <a:pt x="1466" y="558"/>
                    <a:pt x="1467" y="551"/>
                    <a:pt x="1466" y="544"/>
                  </a:cubicBezTo>
                  <a:cubicBezTo>
                    <a:pt x="1464" y="537"/>
                    <a:pt x="1459" y="530"/>
                    <a:pt x="1452" y="524"/>
                  </a:cubicBezTo>
                  <a:close/>
                  <a:moveTo>
                    <a:pt x="1419" y="445"/>
                  </a:moveTo>
                  <a:cubicBezTo>
                    <a:pt x="1451" y="458"/>
                    <a:pt x="1451" y="458"/>
                    <a:pt x="1451" y="458"/>
                  </a:cubicBezTo>
                  <a:cubicBezTo>
                    <a:pt x="1440" y="486"/>
                    <a:pt x="1440" y="486"/>
                    <a:pt x="1440" y="486"/>
                  </a:cubicBezTo>
                  <a:cubicBezTo>
                    <a:pt x="1408" y="472"/>
                    <a:pt x="1408" y="472"/>
                    <a:pt x="1408" y="472"/>
                  </a:cubicBezTo>
                  <a:cubicBezTo>
                    <a:pt x="1402" y="486"/>
                    <a:pt x="1402" y="486"/>
                    <a:pt x="1402" y="486"/>
                  </a:cubicBezTo>
                  <a:cubicBezTo>
                    <a:pt x="1484" y="520"/>
                    <a:pt x="1484" y="520"/>
                    <a:pt x="1484" y="520"/>
                  </a:cubicBezTo>
                  <a:cubicBezTo>
                    <a:pt x="1489" y="506"/>
                    <a:pt x="1489" y="506"/>
                    <a:pt x="1489" y="506"/>
                  </a:cubicBezTo>
                  <a:cubicBezTo>
                    <a:pt x="1454" y="491"/>
                    <a:pt x="1454" y="491"/>
                    <a:pt x="1454" y="491"/>
                  </a:cubicBezTo>
                  <a:cubicBezTo>
                    <a:pt x="1465" y="464"/>
                    <a:pt x="1465" y="464"/>
                    <a:pt x="1465" y="464"/>
                  </a:cubicBezTo>
                  <a:cubicBezTo>
                    <a:pt x="1501" y="479"/>
                    <a:pt x="1501" y="479"/>
                    <a:pt x="1501" y="479"/>
                  </a:cubicBezTo>
                  <a:cubicBezTo>
                    <a:pt x="1506" y="465"/>
                    <a:pt x="1506" y="465"/>
                    <a:pt x="1506" y="465"/>
                  </a:cubicBezTo>
                  <a:cubicBezTo>
                    <a:pt x="1425" y="431"/>
                    <a:pt x="1425" y="431"/>
                    <a:pt x="1425" y="431"/>
                  </a:cubicBezTo>
                  <a:lnTo>
                    <a:pt x="1419" y="445"/>
                  </a:lnTo>
                  <a:close/>
                  <a:moveTo>
                    <a:pt x="1442" y="376"/>
                  </a:moveTo>
                  <a:cubicBezTo>
                    <a:pt x="1498" y="393"/>
                    <a:pt x="1498" y="393"/>
                    <a:pt x="1498" y="393"/>
                  </a:cubicBezTo>
                  <a:cubicBezTo>
                    <a:pt x="1433" y="406"/>
                    <a:pt x="1433" y="406"/>
                    <a:pt x="1433" y="406"/>
                  </a:cubicBezTo>
                  <a:cubicBezTo>
                    <a:pt x="1429" y="420"/>
                    <a:pt x="1429" y="420"/>
                    <a:pt x="1429" y="420"/>
                  </a:cubicBezTo>
                  <a:cubicBezTo>
                    <a:pt x="1513" y="445"/>
                    <a:pt x="1513" y="445"/>
                    <a:pt x="1513" y="445"/>
                  </a:cubicBezTo>
                  <a:cubicBezTo>
                    <a:pt x="1517" y="431"/>
                    <a:pt x="1517" y="431"/>
                    <a:pt x="1517" y="431"/>
                  </a:cubicBezTo>
                  <a:cubicBezTo>
                    <a:pt x="1462" y="415"/>
                    <a:pt x="1462" y="415"/>
                    <a:pt x="1462" y="415"/>
                  </a:cubicBezTo>
                  <a:cubicBezTo>
                    <a:pt x="1526" y="402"/>
                    <a:pt x="1526" y="402"/>
                    <a:pt x="1526" y="402"/>
                  </a:cubicBezTo>
                  <a:cubicBezTo>
                    <a:pt x="1530" y="388"/>
                    <a:pt x="1530" y="388"/>
                    <a:pt x="1530" y="388"/>
                  </a:cubicBezTo>
                  <a:cubicBezTo>
                    <a:pt x="1446" y="363"/>
                    <a:pt x="1446" y="363"/>
                    <a:pt x="1446" y="363"/>
                  </a:cubicBezTo>
                  <a:lnTo>
                    <a:pt x="1442" y="376"/>
                  </a:lnTo>
                  <a:close/>
                  <a:moveTo>
                    <a:pt x="1536" y="306"/>
                  </a:moveTo>
                  <a:cubicBezTo>
                    <a:pt x="1542" y="314"/>
                    <a:pt x="1545" y="323"/>
                    <a:pt x="1543" y="334"/>
                  </a:cubicBezTo>
                  <a:cubicBezTo>
                    <a:pt x="1541" y="345"/>
                    <a:pt x="1535" y="353"/>
                    <a:pt x="1526" y="358"/>
                  </a:cubicBezTo>
                  <a:cubicBezTo>
                    <a:pt x="1517" y="363"/>
                    <a:pt x="1506" y="364"/>
                    <a:pt x="1492" y="362"/>
                  </a:cubicBezTo>
                  <a:cubicBezTo>
                    <a:pt x="1483" y="360"/>
                    <a:pt x="1476" y="358"/>
                    <a:pt x="1470" y="354"/>
                  </a:cubicBezTo>
                  <a:cubicBezTo>
                    <a:pt x="1466" y="352"/>
                    <a:pt x="1463" y="349"/>
                    <a:pt x="1460" y="346"/>
                  </a:cubicBezTo>
                  <a:cubicBezTo>
                    <a:pt x="1457" y="342"/>
                    <a:pt x="1455" y="338"/>
                    <a:pt x="1454" y="335"/>
                  </a:cubicBezTo>
                  <a:cubicBezTo>
                    <a:pt x="1452" y="330"/>
                    <a:pt x="1452" y="324"/>
                    <a:pt x="1453" y="318"/>
                  </a:cubicBezTo>
                  <a:cubicBezTo>
                    <a:pt x="1455" y="307"/>
                    <a:pt x="1461" y="299"/>
                    <a:pt x="1470" y="294"/>
                  </a:cubicBezTo>
                  <a:cubicBezTo>
                    <a:pt x="1479" y="289"/>
                    <a:pt x="1490" y="288"/>
                    <a:pt x="1505" y="290"/>
                  </a:cubicBezTo>
                  <a:cubicBezTo>
                    <a:pt x="1518" y="293"/>
                    <a:pt x="1529" y="298"/>
                    <a:pt x="1536" y="306"/>
                  </a:cubicBezTo>
                  <a:close/>
                  <a:moveTo>
                    <a:pt x="1528" y="331"/>
                  </a:moveTo>
                  <a:cubicBezTo>
                    <a:pt x="1529" y="326"/>
                    <a:pt x="1527" y="320"/>
                    <a:pt x="1523" y="315"/>
                  </a:cubicBezTo>
                  <a:cubicBezTo>
                    <a:pt x="1518" y="311"/>
                    <a:pt x="1511" y="307"/>
                    <a:pt x="1501" y="306"/>
                  </a:cubicBezTo>
                  <a:cubicBezTo>
                    <a:pt x="1491" y="304"/>
                    <a:pt x="1484" y="304"/>
                    <a:pt x="1478" y="307"/>
                  </a:cubicBezTo>
                  <a:cubicBezTo>
                    <a:pt x="1472" y="310"/>
                    <a:pt x="1469" y="315"/>
                    <a:pt x="1468" y="321"/>
                  </a:cubicBezTo>
                  <a:cubicBezTo>
                    <a:pt x="1467" y="327"/>
                    <a:pt x="1469" y="332"/>
                    <a:pt x="1473" y="337"/>
                  </a:cubicBezTo>
                  <a:cubicBezTo>
                    <a:pt x="1477" y="341"/>
                    <a:pt x="1484" y="345"/>
                    <a:pt x="1494" y="346"/>
                  </a:cubicBezTo>
                  <a:cubicBezTo>
                    <a:pt x="1504" y="348"/>
                    <a:pt x="1512" y="348"/>
                    <a:pt x="1518" y="345"/>
                  </a:cubicBezTo>
                  <a:cubicBezTo>
                    <a:pt x="1523" y="342"/>
                    <a:pt x="1527" y="337"/>
                    <a:pt x="1528" y="331"/>
                  </a:cubicBezTo>
                  <a:close/>
                  <a:moveTo>
                    <a:pt x="1536" y="265"/>
                  </a:moveTo>
                  <a:cubicBezTo>
                    <a:pt x="1463" y="259"/>
                    <a:pt x="1463" y="259"/>
                    <a:pt x="1463" y="259"/>
                  </a:cubicBezTo>
                  <a:cubicBezTo>
                    <a:pt x="1462" y="274"/>
                    <a:pt x="1462" y="274"/>
                    <a:pt x="1462" y="274"/>
                  </a:cubicBezTo>
                  <a:cubicBezTo>
                    <a:pt x="1549" y="281"/>
                    <a:pt x="1549" y="281"/>
                    <a:pt x="1549" y="281"/>
                  </a:cubicBezTo>
                  <a:cubicBezTo>
                    <a:pt x="1553" y="228"/>
                    <a:pt x="1553" y="228"/>
                    <a:pt x="1553" y="228"/>
                  </a:cubicBezTo>
                  <a:cubicBezTo>
                    <a:pt x="1539" y="227"/>
                    <a:pt x="1539" y="227"/>
                    <a:pt x="1539" y="227"/>
                  </a:cubicBezTo>
                  <a:lnTo>
                    <a:pt x="1536" y="265"/>
                  </a:lnTo>
                  <a:close/>
                  <a:moveTo>
                    <a:pt x="1542" y="153"/>
                  </a:moveTo>
                  <a:cubicBezTo>
                    <a:pt x="1551" y="159"/>
                    <a:pt x="1555" y="168"/>
                    <a:pt x="1555" y="179"/>
                  </a:cubicBezTo>
                  <a:cubicBezTo>
                    <a:pt x="1555" y="190"/>
                    <a:pt x="1551" y="199"/>
                    <a:pt x="1544" y="206"/>
                  </a:cubicBezTo>
                  <a:cubicBezTo>
                    <a:pt x="1536" y="212"/>
                    <a:pt x="1525" y="216"/>
                    <a:pt x="1511" y="216"/>
                  </a:cubicBezTo>
                  <a:cubicBezTo>
                    <a:pt x="1502" y="216"/>
                    <a:pt x="1494" y="215"/>
                    <a:pt x="1488" y="213"/>
                  </a:cubicBezTo>
                  <a:cubicBezTo>
                    <a:pt x="1484" y="212"/>
                    <a:pt x="1480" y="209"/>
                    <a:pt x="1476" y="206"/>
                  </a:cubicBezTo>
                  <a:cubicBezTo>
                    <a:pt x="1472" y="204"/>
                    <a:pt x="1470" y="200"/>
                    <a:pt x="1468" y="197"/>
                  </a:cubicBezTo>
                  <a:cubicBezTo>
                    <a:pt x="1465" y="192"/>
                    <a:pt x="1464" y="187"/>
                    <a:pt x="1464" y="181"/>
                  </a:cubicBezTo>
                  <a:cubicBezTo>
                    <a:pt x="1464" y="170"/>
                    <a:pt x="1468" y="161"/>
                    <a:pt x="1476" y="154"/>
                  </a:cubicBezTo>
                  <a:cubicBezTo>
                    <a:pt x="1483" y="147"/>
                    <a:pt x="1495" y="144"/>
                    <a:pt x="1509" y="144"/>
                  </a:cubicBezTo>
                  <a:cubicBezTo>
                    <a:pt x="1523" y="143"/>
                    <a:pt x="1534" y="146"/>
                    <a:pt x="1542" y="153"/>
                  </a:cubicBezTo>
                  <a:close/>
                  <a:moveTo>
                    <a:pt x="1540" y="179"/>
                  </a:moveTo>
                  <a:cubicBezTo>
                    <a:pt x="1540" y="173"/>
                    <a:pt x="1537" y="168"/>
                    <a:pt x="1532" y="165"/>
                  </a:cubicBezTo>
                  <a:cubicBezTo>
                    <a:pt x="1527" y="161"/>
                    <a:pt x="1519" y="159"/>
                    <a:pt x="1509" y="159"/>
                  </a:cubicBezTo>
                  <a:cubicBezTo>
                    <a:pt x="1499" y="160"/>
                    <a:pt x="1491" y="161"/>
                    <a:pt x="1486" y="165"/>
                  </a:cubicBezTo>
                  <a:cubicBezTo>
                    <a:pt x="1481" y="169"/>
                    <a:pt x="1479" y="174"/>
                    <a:pt x="1479" y="181"/>
                  </a:cubicBezTo>
                  <a:cubicBezTo>
                    <a:pt x="1479" y="187"/>
                    <a:pt x="1482" y="192"/>
                    <a:pt x="1487" y="195"/>
                  </a:cubicBezTo>
                  <a:cubicBezTo>
                    <a:pt x="1492" y="199"/>
                    <a:pt x="1500" y="201"/>
                    <a:pt x="1510" y="201"/>
                  </a:cubicBezTo>
                  <a:cubicBezTo>
                    <a:pt x="1520" y="200"/>
                    <a:pt x="1527" y="198"/>
                    <a:pt x="1532" y="194"/>
                  </a:cubicBezTo>
                  <a:cubicBezTo>
                    <a:pt x="1537" y="190"/>
                    <a:pt x="1540" y="185"/>
                    <a:pt x="1540" y="179"/>
                  </a:cubicBezTo>
                  <a:close/>
                  <a:moveTo>
                    <a:pt x="1496" y="65"/>
                  </a:moveTo>
                  <a:cubicBezTo>
                    <a:pt x="1500" y="97"/>
                    <a:pt x="1500" y="97"/>
                    <a:pt x="1500" y="97"/>
                  </a:cubicBezTo>
                  <a:cubicBezTo>
                    <a:pt x="1514" y="95"/>
                    <a:pt x="1514" y="95"/>
                    <a:pt x="1514" y="95"/>
                  </a:cubicBezTo>
                  <a:cubicBezTo>
                    <a:pt x="1512" y="78"/>
                    <a:pt x="1512" y="78"/>
                    <a:pt x="1512" y="78"/>
                  </a:cubicBezTo>
                  <a:cubicBezTo>
                    <a:pt x="1523" y="76"/>
                    <a:pt x="1523" y="76"/>
                    <a:pt x="1523" y="76"/>
                  </a:cubicBezTo>
                  <a:cubicBezTo>
                    <a:pt x="1526" y="78"/>
                    <a:pt x="1528" y="81"/>
                    <a:pt x="1530" y="84"/>
                  </a:cubicBezTo>
                  <a:cubicBezTo>
                    <a:pt x="1531" y="87"/>
                    <a:pt x="1533" y="90"/>
                    <a:pt x="1533" y="93"/>
                  </a:cubicBezTo>
                  <a:cubicBezTo>
                    <a:pt x="1534" y="99"/>
                    <a:pt x="1532" y="105"/>
                    <a:pt x="1527" y="109"/>
                  </a:cubicBezTo>
                  <a:cubicBezTo>
                    <a:pt x="1523" y="114"/>
                    <a:pt x="1515" y="117"/>
                    <a:pt x="1505" y="118"/>
                  </a:cubicBezTo>
                  <a:cubicBezTo>
                    <a:pt x="1495" y="119"/>
                    <a:pt x="1488" y="119"/>
                    <a:pt x="1482" y="115"/>
                  </a:cubicBezTo>
                  <a:cubicBezTo>
                    <a:pt x="1477" y="112"/>
                    <a:pt x="1474" y="107"/>
                    <a:pt x="1473" y="101"/>
                  </a:cubicBezTo>
                  <a:cubicBezTo>
                    <a:pt x="1472" y="96"/>
                    <a:pt x="1473" y="93"/>
                    <a:pt x="1475" y="89"/>
                  </a:cubicBezTo>
                  <a:cubicBezTo>
                    <a:pt x="1477" y="86"/>
                    <a:pt x="1480" y="84"/>
                    <a:pt x="1485" y="82"/>
                  </a:cubicBezTo>
                  <a:cubicBezTo>
                    <a:pt x="1479" y="68"/>
                    <a:pt x="1479" y="68"/>
                    <a:pt x="1479" y="68"/>
                  </a:cubicBezTo>
                  <a:cubicBezTo>
                    <a:pt x="1471" y="70"/>
                    <a:pt x="1466" y="75"/>
                    <a:pt x="1462" y="80"/>
                  </a:cubicBezTo>
                  <a:cubicBezTo>
                    <a:pt x="1458" y="86"/>
                    <a:pt x="1457" y="94"/>
                    <a:pt x="1458" y="103"/>
                  </a:cubicBezTo>
                  <a:cubicBezTo>
                    <a:pt x="1459" y="110"/>
                    <a:pt x="1461" y="116"/>
                    <a:pt x="1465" y="120"/>
                  </a:cubicBezTo>
                  <a:cubicBezTo>
                    <a:pt x="1469" y="126"/>
                    <a:pt x="1475" y="130"/>
                    <a:pt x="1483" y="132"/>
                  </a:cubicBezTo>
                  <a:cubicBezTo>
                    <a:pt x="1490" y="134"/>
                    <a:pt x="1499" y="135"/>
                    <a:pt x="1508" y="134"/>
                  </a:cubicBezTo>
                  <a:cubicBezTo>
                    <a:pt x="1516" y="132"/>
                    <a:pt x="1524" y="130"/>
                    <a:pt x="1530" y="126"/>
                  </a:cubicBezTo>
                  <a:cubicBezTo>
                    <a:pt x="1537" y="122"/>
                    <a:pt x="1542" y="117"/>
                    <a:pt x="1545" y="111"/>
                  </a:cubicBezTo>
                  <a:cubicBezTo>
                    <a:pt x="1548" y="105"/>
                    <a:pt x="1549" y="98"/>
                    <a:pt x="1548" y="90"/>
                  </a:cubicBezTo>
                  <a:cubicBezTo>
                    <a:pt x="1547" y="84"/>
                    <a:pt x="1545" y="78"/>
                    <a:pt x="1541" y="72"/>
                  </a:cubicBezTo>
                  <a:cubicBezTo>
                    <a:pt x="1538" y="67"/>
                    <a:pt x="1534" y="63"/>
                    <a:pt x="1530" y="60"/>
                  </a:cubicBezTo>
                  <a:lnTo>
                    <a:pt x="1496" y="65"/>
                  </a:lnTo>
                  <a:close/>
                  <a:moveTo>
                    <a:pt x="1438" y="0"/>
                  </a:moveTo>
                  <a:cubicBezTo>
                    <a:pt x="1442" y="17"/>
                    <a:pt x="1442" y="17"/>
                    <a:pt x="1442" y="17"/>
                  </a:cubicBezTo>
                  <a:cubicBezTo>
                    <a:pt x="1480" y="25"/>
                    <a:pt x="1480" y="25"/>
                    <a:pt x="1480" y="25"/>
                  </a:cubicBezTo>
                  <a:cubicBezTo>
                    <a:pt x="1450" y="50"/>
                    <a:pt x="1450" y="50"/>
                    <a:pt x="1450" y="50"/>
                  </a:cubicBezTo>
                  <a:cubicBezTo>
                    <a:pt x="1455" y="68"/>
                    <a:pt x="1455" y="68"/>
                    <a:pt x="1455" y="68"/>
                  </a:cubicBezTo>
                  <a:cubicBezTo>
                    <a:pt x="1498" y="29"/>
                    <a:pt x="1498" y="29"/>
                    <a:pt x="1498" y="29"/>
                  </a:cubicBezTo>
                  <a:cubicBezTo>
                    <a:pt x="1534" y="20"/>
                    <a:pt x="1534" y="20"/>
                    <a:pt x="1534" y="20"/>
                  </a:cubicBezTo>
                  <a:cubicBezTo>
                    <a:pt x="1530" y="6"/>
                    <a:pt x="1530" y="6"/>
                    <a:pt x="1530" y="6"/>
                  </a:cubicBezTo>
                  <a:cubicBezTo>
                    <a:pt x="1494" y="14"/>
                    <a:pt x="1494" y="14"/>
                    <a:pt x="1494" y="14"/>
                  </a:cubicBezTo>
                  <a:lnTo>
                    <a:pt x="143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21" name="Freeform 55"/>
            <p:cNvSpPr>
              <a:spLocks noEditPoints="1"/>
            </p:cNvSpPr>
            <p:nvPr/>
          </p:nvSpPr>
          <p:spPr bwMode="auto">
            <a:xfrm>
              <a:off x="-1973263" y="-877888"/>
              <a:ext cx="928688" cy="930275"/>
            </a:xfrm>
            <a:custGeom>
              <a:avLst/>
              <a:gdLst>
                <a:gd name="T0" fmla="*/ 1215 w 1215"/>
                <a:gd name="T1" fmla="*/ 608 h 1215"/>
                <a:gd name="T2" fmla="*/ 608 w 1215"/>
                <a:gd name="T3" fmla="*/ 0 h 1215"/>
                <a:gd name="T4" fmla="*/ 0 w 1215"/>
                <a:gd name="T5" fmla="*/ 608 h 1215"/>
                <a:gd name="T6" fmla="*/ 608 w 1215"/>
                <a:gd name="T7" fmla="*/ 1215 h 1215"/>
                <a:gd name="T8" fmla="*/ 1215 w 1215"/>
                <a:gd name="T9" fmla="*/ 608 h 1215"/>
                <a:gd name="T10" fmla="*/ 608 w 1215"/>
                <a:gd name="T11" fmla="*/ 1196 h 1215"/>
                <a:gd name="T12" fmla="*/ 20 w 1215"/>
                <a:gd name="T13" fmla="*/ 608 h 1215"/>
                <a:gd name="T14" fmla="*/ 608 w 1215"/>
                <a:gd name="T15" fmla="*/ 20 h 1215"/>
                <a:gd name="T16" fmla="*/ 1196 w 1215"/>
                <a:gd name="T17" fmla="*/ 608 h 1215"/>
                <a:gd name="T18" fmla="*/ 608 w 1215"/>
                <a:gd name="T19" fmla="*/ 1196 h 12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15" h="1215">
                  <a:moveTo>
                    <a:pt x="1215" y="608"/>
                  </a:moveTo>
                  <a:cubicBezTo>
                    <a:pt x="1215" y="272"/>
                    <a:pt x="943" y="0"/>
                    <a:pt x="608" y="0"/>
                  </a:cubicBezTo>
                  <a:cubicBezTo>
                    <a:pt x="272" y="0"/>
                    <a:pt x="0" y="272"/>
                    <a:pt x="0" y="608"/>
                  </a:cubicBezTo>
                  <a:cubicBezTo>
                    <a:pt x="0" y="943"/>
                    <a:pt x="272" y="1215"/>
                    <a:pt x="608" y="1215"/>
                  </a:cubicBezTo>
                  <a:cubicBezTo>
                    <a:pt x="943" y="1215"/>
                    <a:pt x="1215" y="943"/>
                    <a:pt x="1215" y="608"/>
                  </a:cubicBezTo>
                  <a:close/>
                  <a:moveTo>
                    <a:pt x="608" y="1196"/>
                  </a:moveTo>
                  <a:cubicBezTo>
                    <a:pt x="283" y="1196"/>
                    <a:pt x="20" y="932"/>
                    <a:pt x="20" y="608"/>
                  </a:cubicBezTo>
                  <a:cubicBezTo>
                    <a:pt x="20" y="283"/>
                    <a:pt x="283" y="20"/>
                    <a:pt x="608" y="20"/>
                  </a:cubicBezTo>
                  <a:cubicBezTo>
                    <a:pt x="932" y="20"/>
                    <a:pt x="1196" y="283"/>
                    <a:pt x="1196" y="608"/>
                  </a:cubicBezTo>
                  <a:cubicBezTo>
                    <a:pt x="1196" y="932"/>
                    <a:pt x="932" y="1196"/>
                    <a:pt x="608" y="119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22" name="Freeform 56"/>
            <p:cNvSpPr/>
            <p:nvPr/>
          </p:nvSpPr>
          <p:spPr bwMode="auto">
            <a:xfrm>
              <a:off x="-1925638" y="-785813"/>
              <a:ext cx="831850" cy="763588"/>
            </a:xfrm>
            <a:custGeom>
              <a:avLst/>
              <a:gdLst>
                <a:gd name="T0" fmla="*/ 1033 w 1089"/>
                <a:gd name="T1" fmla="*/ 596 h 998"/>
                <a:gd name="T2" fmla="*/ 1011 w 1089"/>
                <a:gd name="T3" fmla="*/ 563 h 998"/>
                <a:gd name="T4" fmla="*/ 1030 w 1089"/>
                <a:gd name="T5" fmla="*/ 270 h 998"/>
                <a:gd name="T6" fmla="*/ 983 w 1089"/>
                <a:gd name="T7" fmla="*/ 289 h 998"/>
                <a:gd name="T8" fmla="*/ 856 w 1089"/>
                <a:gd name="T9" fmla="*/ 60 h 998"/>
                <a:gd name="T10" fmla="*/ 803 w 1089"/>
                <a:gd name="T11" fmla="*/ 54 h 998"/>
                <a:gd name="T12" fmla="*/ 801 w 1089"/>
                <a:gd name="T13" fmla="*/ 113 h 998"/>
                <a:gd name="T14" fmla="*/ 832 w 1089"/>
                <a:gd name="T15" fmla="*/ 155 h 998"/>
                <a:gd name="T16" fmla="*/ 958 w 1089"/>
                <a:gd name="T17" fmla="*/ 304 h 998"/>
                <a:gd name="T18" fmla="*/ 949 w 1089"/>
                <a:gd name="T19" fmla="*/ 321 h 998"/>
                <a:gd name="T20" fmla="*/ 986 w 1089"/>
                <a:gd name="T21" fmla="*/ 539 h 998"/>
                <a:gd name="T22" fmla="*/ 959 w 1089"/>
                <a:gd name="T23" fmla="*/ 585 h 998"/>
                <a:gd name="T24" fmla="*/ 925 w 1089"/>
                <a:gd name="T25" fmla="*/ 616 h 998"/>
                <a:gd name="T26" fmla="*/ 875 w 1089"/>
                <a:gd name="T27" fmla="*/ 794 h 998"/>
                <a:gd name="T28" fmla="*/ 848 w 1089"/>
                <a:gd name="T29" fmla="*/ 753 h 998"/>
                <a:gd name="T30" fmla="*/ 582 w 1089"/>
                <a:gd name="T31" fmla="*/ 903 h 998"/>
                <a:gd name="T32" fmla="*/ 508 w 1089"/>
                <a:gd name="T33" fmla="*/ 903 h 998"/>
                <a:gd name="T34" fmla="*/ 241 w 1089"/>
                <a:gd name="T35" fmla="*/ 753 h 998"/>
                <a:gd name="T36" fmla="*/ 214 w 1089"/>
                <a:gd name="T37" fmla="*/ 794 h 998"/>
                <a:gd name="T38" fmla="*/ 164 w 1089"/>
                <a:gd name="T39" fmla="*/ 616 h 998"/>
                <a:gd name="T40" fmla="*/ 130 w 1089"/>
                <a:gd name="T41" fmla="*/ 585 h 998"/>
                <a:gd name="T42" fmla="*/ 104 w 1089"/>
                <a:gd name="T43" fmla="*/ 539 h 998"/>
                <a:gd name="T44" fmla="*/ 140 w 1089"/>
                <a:gd name="T45" fmla="*/ 321 h 998"/>
                <a:gd name="T46" fmla="*/ 131 w 1089"/>
                <a:gd name="T47" fmla="*/ 304 h 998"/>
                <a:gd name="T48" fmla="*/ 257 w 1089"/>
                <a:gd name="T49" fmla="*/ 155 h 998"/>
                <a:gd name="T50" fmla="*/ 288 w 1089"/>
                <a:gd name="T51" fmla="*/ 113 h 998"/>
                <a:gd name="T52" fmla="*/ 286 w 1089"/>
                <a:gd name="T53" fmla="*/ 54 h 998"/>
                <a:gd name="T54" fmla="*/ 234 w 1089"/>
                <a:gd name="T55" fmla="*/ 60 h 998"/>
                <a:gd name="T56" fmla="*/ 106 w 1089"/>
                <a:gd name="T57" fmla="*/ 289 h 998"/>
                <a:gd name="T58" fmla="*/ 59 w 1089"/>
                <a:gd name="T59" fmla="*/ 270 h 998"/>
                <a:gd name="T60" fmla="*/ 78 w 1089"/>
                <a:gd name="T61" fmla="*/ 563 h 998"/>
                <a:gd name="T62" fmla="*/ 56 w 1089"/>
                <a:gd name="T63" fmla="*/ 596 h 998"/>
                <a:gd name="T64" fmla="*/ 48 w 1089"/>
                <a:gd name="T65" fmla="*/ 627 h 998"/>
                <a:gd name="T66" fmla="*/ 321 w 1089"/>
                <a:gd name="T67" fmla="*/ 873 h 998"/>
                <a:gd name="T68" fmla="*/ 249 w 1089"/>
                <a:gd name="T69" fmla="*/ 888 h 998"/>
                <a:gd name="T70" fmla="*/ 462 w 1089"/>
                <a:gd name="T71" fmla="*/ 915 h 998"/>
                <a:gd name="T72" fmla="*/ 477 w 1089"/>
                <a:gd name="T73" fmla="*/ 938 h 998"/>
                <a:gd name="T74" fmla="*/ 450 w 1089"/>
                <a:gd name="T75" fmla="*/ 998 h 998"/>
                <a:gd name="T76" fmla="*/ 545 w 1089"/>
                <a:gd name="T77" fmla="*/ 938 h 998"/>
                <a:gd name="T78" fmla="*/ 639 w 1089"/>
                <a:gd name="T79" fmla="*/ 998 h 998"/>
                <a:gd name="T80" fmla="*/ 613 w 1089"/>
                <a:gd name="T81" fmla="*/ 938 h 998"/>
                <a:gd name="T82" fmla="*/ 627 w 1089"/>
                <a:gd name="T83" fmla="*/ 915 h 998"/>
                <a:gd name="T84" fmla="*/ 840 w 1089"/>
                <a:gd name="T85" fmla="*/ 888 h 998"/>
                <a:gd name="T86" fmla="*/ 768 w 1089"/>
                <a:gd name="T87" fmla="*/ 873 h 998"/>
                <a:gd name="T88" fmla="*/ 1041 w 1089"/>
                <a:gd name="T89" fmla="*/ 627 h 9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089" h="998">
                  <a:moveTo>
                    <a:pt x="949" y="743"/>
                  </a:moveTo>
                  <a:cubicBezTo>
                    <a:pt x="972" y="659"/>
                    <a:pt x="995" y="653"/>
                    <a:pt x="1033" y="596"/>
                  </a:cubicBezTo>
                  <a:cubicBezTo>
                    <a:pt x="1069" y="542"/>
                    <a:pt x="1089" y="435"/>
                    <a:pt x="1052" y="398"/>
                  </a:cubicBezTo>
                  <a:cubicBezTo>
                    <a:pt x="1047" y="476"/>
                    <a:pt x="1021" y="492"/>
                    <a:pt x="1011" y="563"/>
                  </a:cubicBezTo>
                  <a:cubicBezTo>
                    <a:pt x="1005" y="506"/>
                    <a:pt x="1005" y="473"/>
                    <a:pt x="1016" y="435"/>
                  </a:cubicBezTo>
                  <a:cubicBezTo>
                    <a:pt x="1026" y="402"/>
                    <a:pt x="1040" y="326"/>
                    <a:pt x="1030" y="270"/>
                  </a:cubicBezTo>
                  <a:cubicBezTo>
                    <a:pt x="1022" y="226"/>
                    <a:pt x="1003" y="210"/>
                    <a:pt x="979" y="200"/>
                  </a:cubicBezTo>
                  <a:cubicBezTo>
                    <a:pt x="991" y="247"/>
                    <a:pt x="983" y="289"/>
                    <a:pt x="983" y="289"/>
                  </a:cubicBezTo>
                  <a:cubicBezTo>
                    <a:pt x="983" y="289"/>
                    <a:pt x="954" y="258"/>
                    <a:pt x="944" y="179"/>
                  </a:cubicBezTo>
                  <a:cubicBezTo>
                    <a:pt x="935" y="100"/>
                    <a:pt x="880" y="61"/>
                    <a:pt x="856" y="60"/>
                  </a:cubicBezTo>
                  <a:cubicBezTo>
                    <a:pt x="879" y="100"/>
                    <a:pt x="877" y="113"/>
                    <a:pt x="887" y="152"/>
                  </a:cubicBezTo>
                  <a:cubicBezTo>
                    <a:pt x="861" y="137"/>
                    <a:pt x="843" y="90"/>
                    <a:pt x="803" y="54"/>
                  </a:cubicBezTo>
                  <a:cubicBezTo>
                    <a:pt x="745" y="0"/>
                    <a:pt x="699" y="0"/>
                    <a:pt x="671" y="24"/>
                  </a:cubicBezTo>
                  <a:cubicBezTo>
                    <a:pt x="751" y="56"/>
                    <a:pt x="737" y="64"/>
                    <a:pt x="801" y="113"/>
                  </a:cubicBezTo>
                  <a:cubicBezTo>
                    <a:pt x="863" y="154"/>
                    <a:pt x="892" y="158"/>
                    <a:pt x="909" y="212"/>
                  </a:cubicBezTo>
                  <a:cubicBezTo>
                    <a:pt x="882" y="185"/>
                    <a:pt x="865" y="168"/>
                    <a:pt x="832" y="155"/>
                  </a:cubicBezTo>
                  <a:cubicBezTo>
                    <a:pt x="824" y="172"/>
                    <a:pt x="838" y="206"/>
                    <a:pt x="883" y="245"/>
                  </a:cubicBezTo>
                  <a:cubicBezTo>
                    <a:pt x="921" y="282"/>
                    <a:pt x="928" y="266"/>
                    <a:pt x="958" y="304"/>
                  </a:cubicBezTo>
                  <a:cubicBezTo>
                    <a:pt x="980" y="333"/>
                    <a:pt x="1003" y="361"/>
                    <a:pt x="994" y="428"/>
                  </a:cubicBezTo>
                  <a:cubicBezTo>
                    <a:pt x="974" y="380"/>
                    <a:pt x="961" y="374"/>
                    <a:pt x="949" y="321"/>
                  </a:cubicBezTo>
                  <a:cubicBezTo>
                    <a:pt x="937" y="339"/>
                    <a:pt x="928" y="365"/>
                    <a:pt x="934" y="398"/>
                  </a:cubicBezTo>
                  <a:cubicBezTo>
                    <a:pt x="947" y="470"/>
                    <a:pt x="976" y="467"/>
                    <a:pt x="986" y="539"/>
                  </a:cubicBezTo>
                  <a:cubicBezTo>
                    <a:pt x="991" y="578"/>
                    <a:pt x="992" y="629"/>
                    <a:pt x="957" y="667"/>
                  </a:cubicBezTo>
                  <a:cubicBezTo>
                    <a:pt x="950" y="633"/>
                    <a:pt x="953" y="617"/>
                    <a:pt x="959" y="585"/>
                  </a:cubicBezTo>
                  <a:cubicBezTo>
                    <a:pt x="964" y="556"/>
                    <a:pt x="960" y="532"/>
                    <a:pt x="950" y="501"/>
                  </a:cubicBezTo>
                  <a:cubicBezTo>
                    <a:pt x="928" y="521"/>
                    <a:pt x="920" y="570"/>
                    <a:pt x="925" y="616"/>
                  </a:cubicBezTo>
                  <a:cubicBezTo>
                    <a:pt x="930" y="664"/>
                    <a:pt x="964" y="700"/>
                    <a:pt x="912" y="770"/>
                  </a:cubicBezTo>
                  <a:cubicBezTo>
                    <a:pt x="889" y="790"/>
                    <a:pt x="875" y="794"/>
                    <a:pt x="875" y="794"/>
                  </a:cubicBezTo>
                  <a:cubicBezTo>
                    <a:pt x="903" y="761"/>
                    <a:pt x="940" y="684"/>
                    <a:pt x="913" y="643"/>
                  </a:cubicBezTo>
                  <a:cubicBezTo>
                    <a:pt x="903" y="688"/>
                    <a:pt x="876" y="714"/>
                    <a:pt x="848" y="753"/>
                  </a:cubicBezTo>
                  <a:cubicBezTo>
                    <a:pt x="809" y="810"/>
                    <a:pt x="842" y="826"/>
                    <a:pt x="722" y="871"/>
                  </a:cubicBezTo>
                  <a:cubicBezTo>
                    <a:pt x="686" y="885"/>
                    <a:pt x="636" y="889"/>
                    <a:pt x="582" y="903"/>
                  </a:cubicBezTo>
                  <a:cubicBezTo>
                    <a:pt x="568" y="906"/>
                    <a:pt x="556" y="909"/>
                    <a:pt x="545" y="912"/>
                  </a:cubicBezTo>
                  <a:cubicBezTo>
                    <a:pt x="533" y="909"/>
                    <a:pt x="521" y="906"/>
                    <a:pt x="508" y="903"/>
                  </a:cubicBezTo>
                  <a:cubicBezTo>
                    <a:pt x="453" y="889"/>
                    <a:pt x="403" y="885"/>
                    <a:pt x="367" y="871"/>
                  </a:cubicBezTo>
                  <a:cubicBezTo>
                    <a:pt x="247" y="826"/>
                    <a:pt x="280" y="810"/>
                    <a:pt x="241" y="753"/>
                  </a:cubicBezTo>
                  <a:cubicBezTo>
                    <a:pt x="213" y="714"/>
                    <a:pt x="186" y="688"/>
                    <a:pt x="176" y="643"/>
                  </a:cubicBezTo>
                  <a:cubicBezTo>
                    <a:pt x="149" y="684"/>
                    <a:pt x="186" y="761"/>
                    <a:pt x="214" y="794"/>
                  </a:cubicBezTo>
                  <a:cubicBezTo>
                    <a:pt x="214" y="794"/>
                    <a:pt x="201" y="790"/>
                    <a:pt x="177" y="770"/>
                  </a:cubicBezTo>
                  <a:cubicBezTo>
                    <a:pt x="125" y="700"/>
                    <a:pt x="159" y="664"/>
                    <a:pt x="164" y="616"/>
                  </a:cubicBezTo>
                  <a:cubicBezTo>
                    <a:pt x="169" y="570"/>
                    <a:pt x="161" y="521"/>
                    <a:pt x="139" y="501"/>
                  </a:cubicBezTo>
                  <a:cubicBezTo>
                    <a:pt x="129" y="532"/>
                    <a:pt x="125" y="556"/>
                    <a:pt x="130" y="585"/>
                  </a:cubicBezTo>
                  <a:cubicBezTo>
                    <a:pt x="136" y="617"/>
                    <a:pt x="139" y="633"/>
                    <a:pt x="132" y="667"/>
                  </a:cubicBezTo>
                  <a:cubicBezTo>
                    <a:pt x="97" y="629"/>
                    <a:pt x="98" y="578"/>
                    <a:pt x="104" y="539"/>
                  </a:cubicBezTo>
                  <a:cubicBezTo>
                    <a:pt x="113" y="467"/>
                    <a:pt x="142" y="470"/>
                    <a:pt x="155" y="398"/>
                  </a:cubicBezTo>
                  <a:cubicBezTo>
                    <a:pt x="161" y="365"/>
                    <a:pt x="152" y="339"/>
                    <a:pt x="140" y="321"/>
                  </a:cubicBezTo>
                  <a:cubicBezTo>
                    <a:pt x="128" y="374"/>
                    <a:pt x="115" y="380"/>
                    <a:pt x="96" y="428"/>
                  </a:cubicBezTo>
                  <a:cubicBezTo>
                    <a:pt x="87" y="361"/>
                    <a:pt x="109" y="333"/>
                    <a:pt x="131" y="304"/>
                  </a:cubicBezTo>
                  <a:cubicBezTo>
                    <a:pt x="161" y="266"/>
                    <a:pt x="168" y="282"/>
                    <a:pt x="206" y="245"/>
                  </a:cubicBezTo>
                  <a:cubicBezTo>
                    <a:pt x="251" y="206"/>
                    <a:pt x="265" y="172"/>
                    <a:pt x="257" y="155"/>
                  </a:cubicBezTo>
                  <a:cubicBezTo>
                    <a:pt x="224" y="168"/>
                    <a:pt x="207" y="185"/>
                    <a:pt x="181" y="212"/>
                  </a:cubicBezTo>
                  <a:cubicBezTo>
                    <a:pt x="198" y="158"/>
                    <a:pt x="226" y="154"/>
                    <a:pt x="288" y="113"/>
                  </a:cubicBezTo>
                  <a:cubicBezTo>
                    <a:pt x="352" y="64"/>
                    <a:pt x="338" y="56"/>
                    <a:pt x="418" y="24"/>
                  </a:cubicBezTo>
                  <a:cubicBezTo>
                    <a:pt x="390" y="0"/>
                    <a:pt x="344" y="0"/>
                    <a:pt x="286" y="54"/>
                  </a:cubicBezTo>
                  <a:cubicBezTo>
                    <a:pt x="246" y="90"/>
                    <a:pt x="229" y="137"/>
                    <a:pt x="203" y="152"/>
                  </a:cubicBezTo>
                  <a:cubicBezTo>
                    <a:pt x="212" y="113"/>
                    <a:pt x="210" y="100"/>
                    <a:pt x="234" y="60"/>
                  </a:cubicBezTo>
                  <a:cubicBezTo>
                    <a:pt x="209" y="61"/>
                    <a:pt x="154" y="100"/>
                    <a:pt x="145" y="179"/>
                  </a:cubicBezTo>
                  <a:cubicBezTo>
                    <a:pt x="136" y="258"/>
                    <a:pt x="106" y="289"/>
                    <a:pt x="106" y="289"/>
                  </a:cubicBezTo>
                  <a:cubicBezTo>
                    <a:pt x="106" y="289"/>
                    <a:pt x="98" y="247"/>
                    <a:pt x="110" y="200"/>
                  </a:cubicBezTo>
                  <a:cubicBezTo>
                    <a:pt x="86" y="210"/>
                    <a:pt x="67" y="226"/>
                    <a:pt x="59" y="270"/>
                  </a:cubicBezTo>
                  <a:cubicBezTo>
                    <a:pt x="49" y="326"/>
                    <a:pt x="63" y="402"/>
                    <a:pt x="73" y="435"/>
                  </a:cubicBezTo>
                  <a:cubicBezTo>
                    <a:pt x="84" y="473"/>
                    <a:pt x="84" y="506"/>
                    <a:pt x="78" y="563"/>
                  </a:cubicBezTo>
                  <a:cubicBezTo>
                    <a:pt x="68" y="492"/>
                    <a:pt x="42" y="476"/>
                    <a:pt x="37" y="398"/>
                  </a:cubicBezTo>
                  <a:cubicBezTo>
                    <a:pt x="0" y="435"/>
                    <a:pt x="20" y="542"/>
                    <a:pt x="56" y="596"/>
                  </a:cubicBezTo>
                  <a:cubicBezTo>
                    <a:pt x="94" y="653"/>
                    <a:pt x="117" y="659"/>
                    <a:pt x="140" y="743"/>
                  </a:cubicBezTo>
                  <a:cubicBezTo>
                    <a:pt x="104" y="692"/>
                    <a:pt x="76" y="687"/>
                    <a:pt x="48" y="627"/>
                  </a:cubicBezTo>
                  <a:cubicBezTo>
                    <a:pt x="27" y="654"/>
                    <a:pt x="46" y="709"/>
                    <a:pt x="103" y="756"/>
                  </a:cubicBezTo>
                  <a:cubicBezTo>
                    <a:pt x="152" y="803"/>
                    <a:pt x="231" y="799"/>
                    <a:pt x="321" y="873"/>
                  </a:cubicBezTo>
                  <a:cubicBezTo>
                    <a:pt x="248" y="830"/>
                    <a:pt x="172" y="830"/>
                    <a:pt x="132" y="805"/>
                  </a:cubicBezTo>
                  <a:cubicBezTo>
                    <a:pt x="125" y="839"/>
                    <a:pt x="171" y="868"/>
                    <a:pt x="249" y="888"/>
                  </a:cubicBezTo>
                  <a:cubicBezTo>
                    <a:pt x="280" y="896"/>
                    <a:pt x="327" y="897"/>
                    <a:pt x="353" y="898"/>
                  </a:cubicBezTo>
                  <a:cubicBezTo>
                    <a:pt x="403" y="899"/>
                    <a:pt x="430" y="909"/>
                    <a:pt x="462" y="915"/>
                  </a:cubicBezTo>
                  <a:cubicBezTo>
                    <a:pt x="475" y="917"/>
                    <a:pt x="490" y="920"/>
                    <a:pt x="506" y="925"/>
                  </a:cubicBezTo>
                  <a:cubicBezTo>
                    <a:pt x="493" y="930"/>
                    <a:pt x="483" y="934"/>
                    <a:pt x="477" y="938"/>
                  </a:cubicBezTo>
                  <a:cubicBezTo>
                    <a:pt x="453" y="951"/>
                    <a:pt x="455" y="951"/>
                    <a:pt x="408" y="982"/>
                  </a:cubicBezTo>
                  <a:cubicBezTo>
                    <a:pt x="450" y="998"/>
                    <a:pt x="450" y="998"/>
                    <a:pt x="450" y="998"/>
                  </a:cubicBezTo>
                  <a:cubicBezTo>
                    <a:pt x="450" y="998"/>
                    <a:pt x="473" y="971"/>
                    <a:pt x="515" y="951"/>
                  </a:cubicBezTo>
                  <a:cubicBezTo>
                    <a:pt x="524" y="946"/>
                    <a:pt x="534" y="942"/>
                    <a:pt x="545" y="938"/>
                  </a:cubicBezTo>
                  <a:cubicBezTo>
                    <a:pt x="555" y="942"/>
                    <a:pt x="565" y="946"/>
                    <a:pt x="574" y="951"/>
                  </a:cubicBezTo>
                  <a:cubicBezTo>
                    <a:pt x="616" y="971"/>
                    <a:pt x="639" y="998"/>
                    <a:pt x="639" y="998"/>
                  </a:cubicBezTo>
                  <a:cubicBezTo>
                    <a:pt x="681" y="982"/>
                    <a:pt x="681" y="982"/>
                    <a:pt x="681" y="982"/>
                  </a:cubicBezTo>
                  <a:cubicBezTo>
                    <a:pt x="635" y="951"/>
                    <a:pt x="636" y="951"/>
                    <a:pt x="613" y="938"/>
                  </a:cubicBezTo>
                  <a:cubicBezTo>
                    <a:pt x="606" y="934"/>
                    <a:pt x="596" y="930"/>
                    <a:pt x="583" y="925"/>
                  </a:cubicBezTo>
                  <a:cubicBezTo>
                    <a:pt x="599" y="920"/>
                    <a:pt x="614" y="917"/>
                    <a:pt x="627" y="915"/>
                  </a:cubicBezTo>
                  <a:cubicBezTo>
                    <a:pt x="659" y="909"/>
                    <a:pt x="686" y="899"/>
                    <a:pt x="736" y="898"/>
                  </a:cubicBezTo>
                  <a:cubicBezTo>
                    <a:pt x="762" y="897"/>
                    <a:pt x="809" y="896"/>
                    <a:pt x="840" y="888"/>
                  </a:cubicBezTo>
                  <a:cubicBezTo>
                    <a:pt x="919" y="868"/>
                    <a:pt x="965" y="839"/>
                    <a:pt x="957" y="805"/>
                  </a:cubicBezTo>
                  <a:cubicBezTo>
                    <a:pt x="917" y="830"/>
                    <a:pt x="841" y="830"/>
                    <a:pt x="768" y="873"/>
                  </a:cubicBezTo>
                  <a:cubicBezTo>
                    <a:pt x="858" y="799"/>
                    <a:pt x="937" y="803"/>
                    <a:pt x="986" y="756"/>
                  </a:cubicBezTo>
                  <a:cubicBezTo>
                    <a:pt x="1043" y="709"/>
                    <a:pt x="1063" y="654"/>
                    <a:pt x="1041" y="627"/>
                  </a:cubicBezTo>
                  <a:cubicBezTo>
                    <a:pt x="1013" y="687"/>
                    <a:pt x="985" y="692"/>
                    <a:pt x="949" y="74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23" name="Freeform 57"/>
            <p:cNvSpPr>
              <a:spLocks noEditPoints="1"/>
            </p:cNvSpPr>
            <p:nvPr/>
          </p:nvSpPr>
          <p:spPr bwMode="auto">
            <a:xfrm>
              <a:off x="-1698625" y="-652463"/>
              <a:ext cx="379413" cy="509588"/>
            </a:xfrm>
            <a:custGeom>
              <a:avLst/>
              <a:gdLst>
                <a:gd name="T0" fmla="*/ 340 w 496"/>
                <a:gd name="T1" fmla="*/ 373 h 667"/>
                <a:gd name="T2" fmla="*/ 396 w 496"/>
                <a:gd name="T3" fmla="*/ 382 h 667"/>
                <a:gd name="T4" fmla="*/ 187 w 496"/>
                <a:gd name="T5" fmla="*/ 323 h 667"/>
                <a:gd name="T6" fmla="*/ 189 w 496"/>
                <a:gd name="T7" fmla="*/ 334 h 667"/>
                <a:gd name="T8" fmla="*/ 193 w 496"/>
                <a:gd name="T9" fmla="*/ 333 h 667"/>
                <a:gd name="T10" fmla="*/ 113 w 496"/>
                <a:gd name="T11" fmla="*/ 331 h 667"/>
                <a:gd name="T12" fmla="*/ 115 w 496"/>
                <a:gd name="T13" fmla="*/ 317 h 667"/>
                <a:gd name="T14" fmla="*/ 121 w 496"/>
                <a:gd name="T15" fmla="*/ 317 h 667"/>
                <a:gd name="T16" fmla="*/ 117 w 496"/>
                <a:gd name="T17" fmla="*/ 326 h 667"/>
                <a:gd name="T18" fmla="*/ 115 w 496"/>
                <a:gd name="T19" fmla="*/ 330 h 667"/>
                <a:gd name="T20" fmla="*/ 348 w 496"/>
                <a:gd name="T21" fmla="*/ 324 h 667"/>
                <a:gd name="T22" fmla="*/ 53 w 496"/>
                <a:gd name="T23" fmla="*/ 363 h 667"/>
                <a:gd name="T24" fmla="*/ 379 w 496"/>
                <a:gd name="T25" fmla="*/ 313 h 667"/>
                <a:gd name="T26" fmla="*/ 306 w 496"/>
                <a:gd name="T27" fmla="*/ 330 h 667"/>
                <a:gd name="T28" fmla="*/ 305 w 496"/>
                <a:gd name="T29" fmla="*/ 315 h 667"/>
                <a:gd name="T30" fmla="*/ 298 w 496"/>
                <a:gd name="T31" fmla="*/ 314 h 667"/>
                <a:gd name="T32" fmla="*/ 276 w 496"/>
                <a:gd name="T33" fmla="*/ 322 h 667"/>
                <a:gd name="T34" fmla="*/ 203 w 496"/>
                <a:gd name="T35" fmla="*/ 319 h 667"/>
                <a:gd name="T36" fmla="*/ 110 w 496"/>
                <a:gd name="T37" fmla="*/ 316 h 667"/>
                <a:gd name="T38" fmla="*/ 106 w 496"/>
                <a:gd name="T39" fmla="*/ 321 h 667"/>
                <a:gd name="T40" fmla="*/ 119 w 496"/>
                <a:gd name="T41" fmla="*/ 335 h 667"/>
                <a:gd name="T42" fmla="*/ 123 w 496"/>
                <a:gd name="T43" fmla="*/ 338 h 667"/>
                <a:gd name="T44" fmla="*/ 151 w 496"/>
                <a:gd name="T45" fmla="*/ 320 h 667"/>
                <a:gd name="T46" fmla="*/ 144 w 496"/>
                <a:gd name="T47" fmla="*/ 326 h 667"/>
                <a:gd name="T48" fmla="*/ 142 w 496"/>
                <a:gd name="T49" fmla="*/ 316 h 667"/>
                <a:gd name="T50" fmla="*/ 139 w 496"/>
                <a:gd name="T51" fmla="*/ 338 h 667"/>
                <a:gd name="T52" fmla="*/ 152 w 496"/>
                <a:gd name="T53" fmla="*/ 330 h 667"/>
                <a:gd name="T54" fmla="*/ 201 w 496"/>
                <a:gd name="T55" fmla="*/ 317 h 667"/>
                <a:gd name="T56" fmla="*/ 197 w 496"/>
                <a:gd name="T57" fmla="*/ 330 h 667"/>
                <a:gd name="T58" fmla="*/ 190 w 496"/>
                <a:gd name="T59" fmla="*/ 322 h 667"/>
                <a:gd name="T60" fmla="*/ 192 w 496"/>
                <a:gd name="T61" fmla="*/ 318 h 667"/>
                <a:gd name="T62" fmla="*/ 183 w 496"/>
                <a:gd name="T63" fmla="*/ 322 h 667"/>
                <a:gd name="T64" fmla="*/ 188 w 496"/>
                <a:gd name="T65" fmla="*/ 336 h 667"/>
                <a:gd name="T66" fmla="*/ 204 w 496"/>
                <a:gd name="T67" fmla="*/ 338 h 667"/>
                <a:gd name="T68" fmla="*/ 219 w 496"/>
                <a:gd name="T69" fmla="*/ 321 h 667"/>
                <a:gd name="T70" fmla="*/ 218 w 496"/>
                <a:gd name="T71" fmla="*/ 338 h 667"/>
                <a:gd name="T72" fmla="*/ 227 w 496"/>
                <a:gd name="T73" fmla="*/ 341 h 667"/>
                <a:gd name="T74" fmla="*/ 270 w 496"/>
                <a:gd name="T75" fmla="*/ 325 h 667"/>
                <a:gd name="T76" fmla="*/ 266 w 496"/>
                <a:gd name="T77" fmla="*/ 318 h 667"/>
                <a:gd name="T78" fmla="*/ 263 w 496"/>
                <a:gd name="T79" fmla="*/ 329 h 667"/>
                <a:gd name="T80" fmla="*/ 263 w 496"/>
                <a:gd name="T81" fmla="*/ 334 h 667"/>
                <a:gd name="T82" fmla="*/ 278 w 496"/>
                <a:gd name="T83" fmla="*/ 333 h 667"/>
                <a:gd name="T84" fmla="*/ 294 w 496"/>
                <a:gd name="T85" fmla="*/ 324 h 667"/>
                <a:gd name="T86" fmla="*/ 291 w 496"/>
                <a:gd name="T87" fmla="*/ 334 h 667"/>
                <a:gd name="T88" fmla="*/ 354 w 496"/>
                <a:gd name="T89" fmla="*/ 325 h 667"/>
                <a:gd name="T90" fmla="*/ 347 w 496"/>
                <a:gd name="T91" fmla="*/ 313 h 667"/>
                <a:gd name="T92" fmla="*/ 341 w 496"/>
                <a:gd name="T93" fmla="*/ 325 h 667"/>
                <a:gd name="T94" fmla="*/ 340 w 496"/>
                <a:gd name="T95" fmla="*/ 336 h 667"/>
                <a:gd name="T96" fmla="*/ 345 w 496"/>
                <a:gd name="T97" fmla="*/ 330 h 667"/>
                <a:gd name="T98" fmla="*/ 355 w 496"/>
                <a:gd name="T99" fmla="*/ 332 h 667"/>
                <a:gd name="T100" fmla="*/ 388 w 496"/>
                <a:gd name="T101" fmla="*/ 321 h 667"/>
                <a:gd name="T102" fmla="*/ 380 w 496"/>
                <a:gd name="T103" fmla="*/ 315 h 667"/>
                <a:gd name="T104" fmla="*/ 375 w 496"/>
                <a:gd name="T105" fmla="*/ 324 h 667"/>
                <a:gd name="T106" fmla="*/ 372 w 496"/>
                <a:gd name="T107" fmla="*/ 333 h 667"/>
                <a:gd name="T108" fmla="*/ 380 w 496"/>
                <a:gd name="T109" fmla="*/ 325 h 667"/>
                <a:gd name="T110" fmla="*/ 386 w 496"/>
                <a:gd name="T111" fmla="*/ 336 h 667"/>
                <a:gd name="T112" fmla="*/ 300 w 496"/>
                <a:gd name="T113" fmla="*/ 327 h 667"/>
                <a:gd name="T114" fmla="*/ 496 w 496"/>
                <a:gd name="T115" fmla="*/ 1 h 667"/>
                <a:gd name="T116" fmla="*/ 43 w 496"/>
                <a:gd name="T117" fmla="*/ 531 h 667"/>
                <a:gd name="T118" fmla="*/ 224 w 496"/>
                <a:gd name="T119" fmla="*/ 553 h 667"/>
                <a:gd name="T120" fmla="*/ 329 w 496"/>
                <a:gd name="T121" fmla="*/ 551 h 667"/>
                <a:gd name="T122" fmla="*/ 477 w 496"/>
                <a:gd name="T123" fmla="*/ 395 h 6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96" h="667">
                  <a:moveTo>
                    <a:pt x="224" y="543"/>
                  </a:moveTo>
                  <a:cubicBezTo>
                    <a:pt x="224" y="545"/>
                    <a:pt x="224" y="545"/>
                    <a:pt x="223" y="546"/>
                  </a:cubicBezTo>
                  <a:cubicBezTo>
                    <a:pt x="222" y="548"/>
                    <a:pt x="220" y="550"/>
                    <a:pt x="216" y="550"/>
                  </a:cubicBezTo>
                  <a:cubicBezTo>
                    <a:pt x="212" y="550"/>
                    <a:pt x="209" y="546"/>
                    <a:pt x="209" y="540"/>
                  </a:cubicBezTo>
                  <a:cubicBezTo>
                    <a:pt x="209" y="535"/>
                    <a:pt x="212" y="531"/>
                    <a:pt x="216" y="531"/>
                  </a:cubicBezTo>
                  <a:cubicBezTo>
                    <a:pt x="221" y="531"/>
                    <a:pt x="224" y="536"/>
                    <a:pt x="224" y="543"/>
                  </a:cubicBezTo>
                  <a:close/>
                  <a:moveTo>
                    <a:pt x="58" y="481"/>
                  </a:moveTo>
                  <a:cubicBezTo>
                    <a:pt x="98" y="481"/>
                    <a:pt x="98" y="481"/>
                    <a:pt x="98" y="481"/>
                  </a:cubicBezTo>
                  <a:cubicBezTo>
                    <a:pt x="98" y="469"/>
                    <a:pt x="98" y="469"/>
                    <a:pt x="98" y="469"/>
                  </a:cubicBezTo>
                  <a:cubicBezTo>
                    <a:pt x="58" y="469"/>
                    <a:pt x="58" y="469"/>
                    <a:pt x="58" y="469"/>
                  </a:cubicBezTo>
                  <a:lnTo>
                    <a:pt x="58" y="481"/>
                  </a:lnTo>
                  <a:close/>
                  <a:moveTo>
                    <a:pt x="396" y="481"/>
                  </a:moveTo>
                  <a:cubicBezTo>
                    <a:pt x="436" y="481"/>
                    <a:pt x="436" y="481"/>
                    <a:pt x="436" y="481"/>
                  </a:cubicBezTo>
                  <a:cubicBezTo>
                    <a:pt x="436" y="469"/>
                    <a:pt x="436" y="469"/>
                    <a:pt x="436" y="469"/>
                  </a:cubicBezTo>
                  <a:cubicBezTo>
                    <a:pt x="396" y="469"/>
                    <a:pt x="396" y="469"/>
                    <a:pt x="396" y="469"/>
                  </a:cubicBezTo>
                  <a:lnTo>
                    <a:pt x="396" y="481"/>
                  </a:lnTo>
                  <a:close/>
                  <a:moveTo>
                    <a:pt x="157" y="481"/>
                  </a:moveTo>
                  <a:cubicBezTo>
                    <a:pt x="198" y="481"/>
                    <a:pt x="198" y="481"/>
                    <a:pt x="198" y="481"/>
                  </a:cubicBezTo>
                  <a:cubicBezTo>
                    <a:pt x="198" y="469"/>
                    <a:pt x="198" y="469"/>
                    <a:pt x="198" y="469"/>
                  </a:cubicBezTo>
                  <a:cubicBezTo>
                    <a:pt x="157" y="469"/>
                    <a:pt x="157" y="469"/>
                    <a:pt x="157" y="469"/>
                  </a:cubicBezTo>
                  <a:lnTo>
                    <a:pt x="157" y="481"/>
                  </a:lnTo>
                  <a:close/>
                  <a:moveTo>
                    <a:pt x="299" y="481"/>
                  </a:moveTo>
                  <a:cubicBezTo>
                    <a:pt x="340" y="481"/>
                    <a:pt x="340" y="481"/>
                    <a:pt x="340" y="481"/>
                  </a:cubicBezTo>
                  <a:cubicBezTo>
                    <a:pt x="340" y="469"/>
                    <a:pt x="340" y="469"/>
                    <a:pt x="340" y="469"/>
                  </a:cubicBezTo>
                  <a:cubicBezTo>
                    <a:pt x="299" y="469"/>
                    <a:pt x="299" y="469"/>
                    <a:pt x="299" y="469"/>
                  </a:cubicBezTo>
                  <a:lnTo>
                    <a:pt x="299" y="481"/>
                  </a:lnTo>
                  <a:close/>
                  <a:moveTo>
                    <a:pt x="435" y="365"/>
                  </a:moveTo>
                  <a:cubicBezTo>
                    <a:pt x="397" y="365"/>
                    <a:pt x="397" y="365"/>
                    <a:pt x="397" y="365"/>
                  </a:cubicBezTo>
                  <a:cubicBezTo>
                    <a:pt x="397" y="373"/>
                    <a:pt x="397" y="373"/>
                    <a:pt x="397" y="373"/>
                  </a:cubicBezTo>
                  <a:cubicBezTo>
                    <a:pt x="396" y="373"/>
                    <a:pt x="396" y="373"/>
                    <a:pt x="396" y="373"/>
                  </a:cubicBezTo>
                  <a:cubicBezTo>
                    <a:pt x="396" y="365"/>
                    <a:pt x="396" y="365"/>
                    <a:pt x="396" y="365"/>
                  </a:cubicBezTo>
                  <a:cubicBezTo>
                    <a:pt x="340" y="365"/>
                    <a:pt x="340" y="365"/>
                    <a:pt x="340" y="365"/>
                  </a:cubicBezTo>
                  <a:cubicBezTo>
                    <a:pt x="340" y="373"/>
                    <a:pt x="340" y="373"/>
                    <a:pt x="340" y="373"/>
                  </a:cubicBezTo>
                  <a:cubicBezTo>
                    <a:pt x="338" y="373"/>
                    <a:pt x="338" y="373"/>
                    <a:pt x="338" y="373"/>
                  </a:cubicBezTo>
                  <a:cubicBezTo>
                    <a:pt x="338" y="365"/>
                    <a:pt x="338" y="365"/>
                    <a:pt x="338" y="365"/>
                  </a:cubicBezTo>
                  <a:cubicBezTo>
                    <a:pt x="301" y="365"/>
                    <a:pt x="301" y="365"/>
                    <a:pt x="301" y="365"/>
                  </a:cubicBezTo>
                  <a:cubicBezTo>
                    <a:pt x="301" y="373"/>
                    <a:pt x="301" y="373"/>
                    <a:pt x="301" y="373"/>
                  </a:cubicBezTo>
                  <a:cubicBezTo>
                    <a:pt x="299" y="373"/>
                    <a:pt x="299" y="373"/>
                    <a:pt x="299" y="373"/>
                  </a:cubicBezTo>
                  <a:cubicBezTo>
                    <a:pt x="299" y="365"/>
                    <a:pt x="299" y="365"/>
                    <a:pt x="299" y="365"/>
                  </a:cubicBezTo>
                  <a:cubicBezTo>
                    <a:pt x="198" y="365"/>
                    <a:pt x="198" y="365"/>
                    <a:pt x="198" y="365"/>
                  </a:cubicBezTo>
                  <a:cubicBezTo>
                    <a:pt x="198" y="373"/>
                    <a:pt x="198" y="373"/>
                    <a:pt x="198" y="373"/>
                  </a:cubicBezTo>
                  <a:cubicBezTo>
                    <a:pt x="196" y="373"/>
                    <a:pt x="196" y="373"/>
                    <a:pt x="196" y="373"/>
                  </a:cubicBezTo>
                  <a:cubicBezTo>
                    <a:pt x="196" y="365"/>
                    <a:pt x="196" y="365"/>
                    <a:pt x="196" y="365"/>
                  </a:cubicBezTo>
                  <a:cubicBezTo>
                    <a:pt x="159" y="365"/>
                    <a:pt x="159" y="365"/>
                    <a:pt x="159" y="365"/>
                  </a:cubicBezTo>
                  <a:cubicBezTo>
                    <a:pt x="159" y="373"/>
                    <a:pt x="159" y="373"/>
                    <a:pt x="159" y="373"/>
                  </a:cubicBezTo>
                  <a:cubicBezTo>
                    <a:pt x="157" y="373"/>
                    <a:pt x="157" y="373"/>
                    <a:pt x="157" y="373"/>
                  </a:cubicBezTo>
                  <a:cubicBezTo>
                    <a:pt x="157" y="365"/>
                    <a:pt x="157" y="365"/>
                    <a:pt x="157" y="365"/>
                  </a:cubicBezTo>
                  <a:cubicBezTo>
                    <a:pt x="98" y="365"/>
                    <a:pt x="98" y="365"/>
                    <a:pt x="98" y="365"/>
                  </a:cubicBezTo>
                  <a:cubicBezTo>
                    <a:pt x="98" y="373"/>
                    <a:pt x="98" y="373"/>
                    <a:pt x="98" y="373"/>
                  </a:cubicBezTo>
                  <a:cubicBezTo>
                    <a:pt x="97" y="373"/>
                    <a:pt x="97" y="373"/>
                    <a:pt x="97" y="373"/>
                  </a:cubicBezTo>
                  <a:cubicBezTo>
                    <a:pt x="97" y="365"/>
                    <a:pt x="97" y="365"/>
                    <a:pt x="97" y="365"/>
                  </a:cubicBezTo>
                  <a:cubicBezTo>
                    <a:pt x="59" y="365"/>
                    <a:pt x="59" y="365"/>
                    <a:pt x="59" y="365"/>
                  </a:cubicBezTo>
                  <a:cubicBezTo>
                    <a:pt x="59" y="373"/>
                    <a:pt x="59" y="373"/>
                    <a:pt x="59" y="373"/>
                  </a:cubicBezTo>
                  <a:cubicBezTo>
                    <a:pt x="58" y="373"/>
                    <a:pt x="58" y="373"/>
                    <a:pt x="58" y="373"/>
                  </a:cubicBezTo>
                  <a:cubicBezTo>
                    <a:pt x="58" y="467"/>
                    <a:pt x="58" y="467"/>
                    <a:pt x="58" y="467"/>
                  </a:cubicBezTo>
                  <a:cubicBezTo>
                    <a:pt x="98" y="467"/>
                    <a:pt x="98" y="467"/>
                    <a:pt x="98" y="467"/>
                  </a:cubicBezTo>
                  <a:cubicBezTo>
                    <a:pt x="98" y="382"/>
                    <a:pt x="98" y="382"/>
                    <a:pt x="98" y="382"/>
                  </a:cubicBezTo>
                  <a:cubicBezTo>
                    <a:pt x="157" y="382"/>
                    <a:pt x="157" y="382"/>
                    <a:pt x="157" y="382"/>
                  </a:cubicBezTo>
                  <a:cubicBezTo>
                    <a:pt x="157" y="467"/>
                    <a:pt x="157" y="467"/>
                    <a:pt x="157" y="467"/>
                  </a:cubicBezTo>
                  <a:cubicBezTo>
                    <a:pt x="198" y="467"/>
                    <a:pt x="198" y="467"/>
                    <a:pt x="198" y="467"/>
                  </a:cubicBezTo>
                  <a:cubicBezTo>
                    <a:pt x="198" y="382"/>
                    <a:pt x="198" y="382"/>
                    <a:pt x="198" y="382"/>
                  </a:cubicBezTo>
                  <a:cubicBezTo>
                    <a:pt x="299" y="382"/>
                    <a:pt x="299" y="382"/>
                    <a:pt x="299" y="382"/>
                  </a:cubicBezTo>
                  <a:cubicBezTo>
                    <a:pt x="299" y="467"/>
                    <a:pt x="299" y="467"/>
                    <a:pt x="299" y="467"/>
                  </a:cubicBezTo>
                  <a:cubicBezTo>
                    <a:pt x="340" y="467"/>
                    <a:pt x="340" y="467"/>
                    <a:pt x="340" y="467"/>
                  </a:cubicBezTo>
                  <a:cubicBezTo>
                    <a:pt x="340" y="382"/>
                    <a:pt x="340" y="382"/>
                    <a:pt x="340" y="382"/>
                  </a:cubicBezTo>
                  <a:cubicBezTo>
                    <a:pt x="396" y="382"/>
                    <a:pt x="396" y="382"/>
                    <a:pt x="396" y="382"/>
                  </a:cubicBezTo>
                  <a:cubicBezTo>
                    <a:pt x="396" y="467"/>
                    <a:pt x="396" y="467"/>
                    <a:pt x="396" y="467"/>
                  </a:cubicBezTo>
                  <a:cubicBezTo>
                    <a:pt x="436" y="467"/>
                    <a:pt x="436" y="467"/>
                    <a:pt x="436" y="467"/>
                  </a:cubicBezTo>
                  <a:cubicBezTo>
                    <a:pt x="436" y="373"/>
                    <a:pt x="436" y="373"/>
                    <a:pt x="436" y="373"/>
                  </a:cubicBezTo>
                  <a:cubicBezTo>
                    <a:pt x="435" y="373"/>
                    <a:pt x="435" y="373"/>
                    <a:pt x="435" y="373"/>
                  </a:cubicBezTo>
                  <a:lnTo>
                    <a:pt x="435" y="365"/>
                  </a:lnTo>
                  <a:close/>
                  <a:moveTo>
                    <a:pt x="188" y="327"/>
                  </a:moveTo>
                  <a:cubicBezTo>
                    <a:pt x="188" y="327"/>
                    <a:pt x="188" y="326"/>
                    <a:pt x="188" y="326"/>
                  </a:cubicBezTo>
                  <a:cubicBezTo>
                    <a:pt x="189" y="326"/>
                    <a:pt x="189" y="326"/>
                    <a:pt x="189" y="326"/>
                  </a:cubicBezTo>
                  <a:cubicBezTo>
                    <a:pt x="189" y="326"/>
                    <a:pt x="189" y="326"/>
                    <a:pt x="189" y="326"/>
                  </a:cubicBezTo>
                  <a:cubicBezTo>
                    <a:pt x="189" y="326"/>
                    <a:pt x="189" y="326"/>
                    <a:pt x="189" y="326"/>
                  </a:cubicBezTo>
                  <a:cubicBezTo>
                    <a:pt x="188" y="326"/>
                    <a:pt x="188" y="326"/>
                    <a:pt x="188" y="326"/>
                  </a:cubicBezTo>
                  <a:cubicBezTo>
                    <a:pt x="188" y="326"/>
                    <a:pt x="188" y="326"/>
                    <a:pt x="188" y="326"/>
                  </a:cubicBezTo>
                  <a:cubicBezTo>
                    <a:pt x="188" y="326"/>
                    <a:pt x="187" y="326"/>
                    <a:pt x="187" y="326"/>
                  </a:cubicBezTo>
                  <a:cubicBezTo>
                    <a:pt x="187" y="326"/>
                    <a:pt x="187" y="326"/>
                    <a:pt x="186" y="326"/>
                  </a:cubicBezTo>
                  <a:cubicBezTo>
                    <a:pt x="186" y="326"/>
                    <a:pt x="186" y="326"/>
                    <a:pt x="186" y="327"/>
                  </a:cubicBezTo>
                  <a:cubicBezTo>
                    <a:pt x="186" y="327"/>
                    <a:pt x="186" y="327"/>
                    <a:pt x="186" y="327"/>
                  </a:cubicBezTo>
                  <a:cubicBezTo>
                    <a:pt x="186" y="327"/>
                    <a:pt x="186" y="327"/>
                    <a:pt x="186" y="327"/>
                  </a:cubicBezTo>
                  <a:cubicBezTo>
                    <a:pt x="187" y="327"/>
                    <a:pt x="187" y="327"/>
                    <a:pt x="187" y="327"/>
                  </a:cubicBezTo>
                  <a:cubicBezTo>
                    <a:pt x="187" y="327"/>
                    <a:pt x="188" y="327"/>
                    <a:pt x="188" y="327"/>
                  </a:cubicBezTo>
                  <a:close/>
                  <a:moveTo>
                    <a:pt x="186" y="328"/>
                  </a:moveTo>
                  <a:cubicBezTo>
                    <a:pt x="186" y="328"/>
                    <a:pt x="186" y="328"/>
                    <a:pt x="186" y="329"/>
                  </a:cubicBezTo>
                  <a:cubicBezTo>
                    <a:pt x="186" y="329"/>
                    <a:pt x="186" y="329"/>
                    <a:pt x="186" y="329"/>
                  </a:cubicBezTo>
                  <a:cubicBezTo>
                    <a:pt x="186" y="329"/>
                    <a:pt x="186" y="329"/>
                    <a:pt x="186" y="329"/>
                  </a:cubicBezTo>
                  <a:cubicBezTo>
                    <a:pt x="186" y="329"/>
                    <a:pt x="186" y="329"/>
                    <a:pt x="186" y="328"/>
                  </a:cubicBezTo>
                  <a:cubicBezTo>
                    <a:pt x="186" y="328"/>
                    <a:pt x="186" y="328"/>
                    <a:pt x="186" y="328"/>
                  </a:cubicBezTo>
                  <a:cubicBezTo>
                    <a:pt x="186" y="328"/>
                    <a:pt x="186" y="328"/>
                    <a:pt x="186" y="328"/>
                  </a:cubicBezTo>
                  <a:close/>
                  <a:moveTo>
                    <a:pt x="188" y="324"/>
                  </a:moveTo>
                  <a:cubicBezTo>
                    <a:pt x="188" y="324"/>
                    <a:pt x="188" y="324"/>
                    <a:pt x="189" y="324"/>
                  </a:cubicBezTo>
                  <a:cubicBezTo>
                    <a:pt x="189" y="324"/>
                    <a:pt x="189" y="323"/>
                    <a:pt x="189" y="323"/>
                  </a:cubicBezTo>
                  <a:cubicBezTo>
                    <a:pt x="189" y="323"/>
                    <a:pt x="189" y="323"/>
                    <a:pt x="189" y="323"/>
                  </a:cubicBezTo>
                  <a:cubicBezTo>
                    <a:pt x="189" y="323"/>
                    <a:pt x="189" y="323"/>
                    <a:pt x="189" y="323"/>
                  </a:cubicBezTo>
                  <a:cubicBezTo>
                    <a:pt x="189" y="323"/>
                    <a:pt x="188" y="323"/>
                    <a:pt x="188" y="323"/>
                  </a:cubicBezTo>
                  <a:cubicBezTo>
                    <a:pt x="188" y="323"/>
                    <a:pt x="188" y="323"/>
                    <a:pt x="187" y="323"/>
                  </a:cubicBezTo>
                  <a:cubicBezTo>
                    <a:pt x="187" y="323"/>
                    <a:pt x="187" y="323"/>
                    <a:pt x="187" y="323"/>
                  </a:cubicBezTo>
                  <a:cubicBezTo>
                    <a:pt x="186" y="323"/>
                    <a:pt x="186" y="324"/>
                    <a:pt x="187" y="324"/>
                  </a:cubicBezTo>
                  <a:cubicBezTo>
                    <a:pt x="187" y="324"/>
                    <a:pt x="187" y="324"/>
                    <a:pt x="187" y="324"/>
                  </a:cubicBezTo>
                  <a:cubicBezTo>
                    <a:pt x="187" y="324"/>
                    <a:pt x="187" y="324"/>
                    <a:pt x="188" y="324"/>
                  </a:cubicBezTo>
                  <a:close/>
                  <a:moveTo>
                    <a:pt x="191" y="330"/>
                  </a:moveTo>
                  <a:cubicBezTo>
                    <a:pt x="190" y="330"/>
                    <a:pt x="190" y="330"/>
                    <a:pt x="190" y="331"/>
                  </a:cubicBezTo>
                  <a:cubicBezTo>
                    <a:pt x="189" y="331"/>
                    <a:pt x="189" y="331"/>
                    <a:pt x="190" y="331"/>
                  </a:cubicBezTo>
                  <a:cubicBezTo>
                    <a:pt x="190" y="332"/>
                    <a:pt x="190" y="332"/>
                    <a:pt x="190" y="332"/>
                  </a:cubicBezTo>
                  <a:cubicBezTo>
                    <a:pt x="190" y="332"/>
                    <a:pt x="190" y="332"/>
                    <a:pt x="190" y="332"/>
                  </a:cubicBezTo>
                  <a:cubicBezTo>
                    <a:pt x="191" y="331"/>
                    <a:pt x="191" y="331"/>
                    <a:pt x="191" y="331"/>
                  </a:cubicBezTo>
                  <a:cubicBezTo>
                    <a:pt x="191" y="331"/>
                    <a:pt x="191" y="331"/>
                    <a:pt x="191" y="331"/>
                  </a:cubicBezTo>
                  <a:cubicBezTo>
                    <a:pt x="191" y="330"/>
                    <a:pt x="191" y="330"/>
                    <a:pt x="191" y="330"/>
                  </a:cubicBezTo>
                  <a:close/>
                  <a:moveTo>
                    <a:pt x="193" y="330"/>
                  </a:moveTo>
                  <a:cubicBezTo>
                    <a:pt x="193" y="330"/>
                    <a:pt x="193" y="330"/>
                    <a:pt x="193" y="331"/>
                  </a:cubicBezTo>
                  <a:cubicBezTo>
                    <a:pt x="193" y="331"/>
                    <a:pt x="193" y="331"/>
                    <a:pt x="192" y="331"/>
                  </a:cubicBezTo>
                  <a:cubicBezTo>
                    <a:pt x="192" y="331"/>
                    <a:pt x="192" y="331"/>
                    <a:pt x="192" y="331"/>
                  </a:cubicBezTo>
                  <a:cubicBezTo>
                    <a:pt x="192" y="332"/>
                    <a:pt x="192" y="332"/>
                    <a:pt x="192" y="332"/>
                  </a:cubicBezTo>
                  <a:cubicBezTo>
                    <a:pt x="193" y="332"/>
                    <a:pt x="193" y="332"/>
                    <a:pt x="194" y="332"/>
                  </a:cubicBezTo>
                  <a:cubicBezTo>
                    <a:pt x="194" y="332"/>
                    <a:pt x="195" y="331"/>
                    <a:pt x="194" y="331"/>
                  </a:cubicBezTo>
                  <a:cubicBezTo>
                    <a:pt x="194" y="331"/>
                    <a:pt x="194" y="331"/>
                    <a:pt x="194" y="331"/>
                  </a:cubicBezTo>
                  <a:cubicBezTo>
                    <a:pt x="194" y="330"/>
                    <a:pt x="194" y="330"/>
                    <a:pt x="193" y="330"/>
                  </a:cubicBezTo>
                  <a:cubicBezTo>
                    <a:pt x="193" y="330"/>
                    <a:pt x="193" y="330"/>
                    <a:pt x="193" y="330"/>
                  </a:cubicBezTo>
                  <a:close/>
                  <a:moveTo>
                    <a:pt x="189" y="334"/>
                  </a:moveTo>
                  <a:cubicBezTo>
                    <a:pt x="188" y="334"/>
                    <a:pt x="188" y="335"/>
                    <a:pt x="187" y="335"/>
                  </a:cubicBezTo>
                  <a:cubicBezTo>
                    <a:pt x="187" y="335"/>
                    <a:pt x="187" y="335"/>
                    <a:pt x="187" y="335"/>
                  </a:cubicBezTo>
                  <a:cubicBezTo>
                    <a:pt x="187" y="335"/>
                    <a:pt x="187" y="335"/>
                    <a:pt x="187" y="336"/>
                  </a:cubicBezTo>
                  <a:cubicBezTo>
                    <a:pt x="187" y="336"/>
                    <a:pt x="187" y="336"/>
                    <a:pt x="187" y="336"/>
                  </a:cubicBezTo>
                  <a:cubicBezTo>
                    <a:pt x="188" y="336"/>
                    <a:pt x="188" y="336"/>
                    <a:pt x="188" y="336"/>
                  </a:cubicBezTo>
                  <a:cubicBezTo>
                    <a:pt x="188" y="335"/>
                    <a:pt x="189" y="335"/>
                    <a:pt x="189" y="335"/>
                  </a:cubicBezTo>
                  <a:cubicBezTo>
                    <a:pt x="189" y="335"/>
                    <a:pt x="189" y="335"/>
                    <a:pt x="189" y="335"/>
                  </a:cubicBezTo>
                  <a:cubicBezTo>
                    <a:pt x="190" y="335"/>
                    <a:pt x="190" y="335"/>
                    <a:pt x="190" y="335"/>
                  </a:cubicBezTo>
                  <a:cubicBezTo>
                    <a:pt x="190" y="335"/>
                    <a:pt x="190" y="335"/>
                    <a:pt x="190" y="335"/>
                  </a:cubicBezTo>
                  <a:cubicBezTo>
                    <a:pt x="189" y="334"/>
                    <a:pt x="189" y="334"/>
                    <a:pt x="189" y="334"/>
                  </a:cubicBezTo>
                  <a:close/>
                  <a:moveTo>
                    <a:pt x="149" y="333"/>
                  </a:moveTo>
                  <a:cubicBezTo>
                    <a:pt x="149" y="333"/>
                    <a:pt x="148" y="333"/>
                    <a:pt x="148" y="333"/>
                  </a:cubicBezTo>
                  <a:cubicBezTo>
                    <a:pt x="148" y="333"/>
                    <a:pt x="148" y="333"/>
                    <a:pt x="148" y="333"/>
                  </a:cubicBezTo>
                  <a:cubicBezTo>
                    <a:pt x="147" y="333"/>
                    <a:pt x="146" y="333"/>
                    <a:pt x="146" y="332"/>
                  </a:cubicBezTo>
                  <a:cubicBezTo>
                    <a:pt x="146" y="332"/>
                    <a:pt x="146" y="332"/>
                    <a:pt x="146" y="332"/>
                  </a:cubicBezTo>
                  <a:cubicBezTo>
                    <a:pt x="146" y="331"/>
                    <a:pt x="146" y="331"/>
                    <a:pt x="146" y="331"/>
                  </a:cubicBezTo>
                  <a:cubicBezTo>
                    <a:pt x="147" y="331"/>
                    <a:pt x="147" y="331"/>
                    <a:pt x="147" y="330"/>
                  </a:cubicBezTo>
                  <a:cubicBezTo>
                    <a:pt x="147" y="330"/>
                    <a:pt x="148" y="330"/>
                    <a:pt x="148" y="330"/>
                  </a:cubicBezTo>
                  <a:cubicBezTo>
                    <a:pt x="148" y="330"/>
                    <a:pt x="148" y="330"/>
                    <a:pt x="148" y="330"/>
                  </a:cubicBezTo>
                  <a:cubicBezTo>
                    <a:pt x="148" y="329"/>
                    <a:pt x="148" y="329"/>
                    <a:pt x="148" y="329"/>
                  </a:cubicBezTo>
                  <a:cubicBezTo>
                    <a:pt x="148" y="329"/>
                    <a:pt x="147" y="329"/>
                    <a:pt x="147" y="329"/>
                  </a:cubicBezTo>
                  <a:cubicBezTo>
                    <a:pt x="147" y="329"/>
                    <a:pt x="147" y="329"/>
                    <a:pt x="147" y="329"/>
                  </a:cubicBezTo>
                  <a:cubicBezTo>
                    <a:pt x="146" y="329"/>
                    <a:pt x="146" y="329"/>
                    <a:pt x="146" y="329"/>
                  </a:cubicBezTo>
                  <a:cubicBezTo>
                    <a:pt x="146" y="329"/>
                    <a:pt x="145" y="329"/>
                    <a:pt x="145" y="329"/>
                  </a:cubicBezTo>
                  <a:cubicBezTo>
                    <a:pt x="145" y="329"/>
                    <a:pt x="145" y="329"/>
                    <a:pt x="145" y="330"/>
                  </a:cubicBezTo>
                  <a:cubicBezTo>
                    <a:pt x="144" y="330"/>
                    <a:pt x="144" y="330"/>
                    <a:pt x="144" y="331"/>
                  </a:cubicBezTo>
                  <a:cubicBezTo>
                    <a:pt x="144" y="331"/>
                    <a:pt x="144" y="331"/>
                    <a:pt x="144" y="331"/>
                  </a:cubicBezTo>
                  <a:cubicBezTo>
                    <a:pt x="144" y="332"/>
                    <a:pt x="144" y="332"/>
                    <a:pt x="145" y="332"/>
                  </a:cubicBezTo>
                  <a:cubicBezTo>
                    <a:pt x="145" y="332"/>
                    <a:pt x="145" y="332"/>
                    <a:pt x="145" y="333"/>
                  </a:cubicBezTo>
                  <a:cubicBezTo>
                    <a:pt x="145" y="333"/>
                    <a:pt x="146" y="333"/>
                    <a:pt x="146" y="334"/>
                  </a:cubicBezTo>
                  <a:cubicBezTo>
                    <a:pt x="146" y="334"/>
                    <a:pt x="146" y="334"/>
                    <a:pt x="146" y="335"/>
                  </a:cubicBezTo>
                  <a:cubicBezTo>
                    <a:pt x="146" y="335"/>
                    <a:pt x="147" y="336"/>
                    <a:pt x="147" y="336"/>
                  </a:cubicBezTo>
                  <a:cubicBezTo>
                    <a:pt x="147" y="336"/>
                    <a:pt x="148" y="335"/>
                    <a:pt x="148" y="335"/>
                  </a:cubicBezTo>
                  <a:cubicBezTo>
                    <a:pt x="148" y="335"/>
                    <a:pt x="149" y="335"/>
                    <a:pt x="150" y="336"/>
                  </a:cubicBezTo>
                  <a:cubicBezTo>
                    <a:pt x="150" y="336"/>
                    <a:pt x="151" y="335"/>
                    <a:pt x="151" y="335"/>
                  </a:cubicBezTo>
                  <a:cubicBezTo>
                    <a:pt x="151" y="335"/>
                    <a:pt x="152" y="335"/>
                    <a:pt x="152" y="334"/>
                  </a:cubicBezTo>
                  <a:cubicBezTo>
                    <a:pt x="152" y="334"/>
                    <a:pt x="152" y="334"/>
                    <a:pt x="152" y="333"/>
                  </a:cubicBezTo>
                  <a:cubicBezTo>
                    <a:pt x="152" y="333"/>
                    <a:pt x="152" y="333"/>
                    <a:pt x="152" y="333"/>
                  </a:cubicBezTo>
                  <a:cubicBezTo>
                    <a:pt x="152" y="333"/>
                    <a:pt x="152" y="333"/>
                    <a:pt x="152" y="333"/>
                  </a:cubicBezTo>
                  <a:cubicBezTo>
                    <a:pt x="152" y="333"/>
                    <a:pt x="152" y="333"/>
                    <a:pt x="152" y="333"/>
                  </a:cubicBezTo>
                  <a:cubicBezTo>
                    <a:pt x="151" y="333"/>
                    <a:pt x="150" y="333"/>
                    <a:pt x="149" y="333"/>
                  </a:cubicBezTo>
                  <a:cubicBezTo>
                    <a:pt x="149" y="333"/>
                    <a:pt x="149" y="333"/>
                    <a:pt x="149" y="333"/>
                  </a:cubicBezTo>
                  <a:close/>
                  <a:moveTo>
                    <a:pt x="193" y="333"/>
                  </a:moveTo>
                  <a:cubicBezTo>
                    <a:pt x="193" y="333"/>
                    <a:pt x="192" y="333"/>
                    <a:pt x="192" y="333"/>
                  </a:cubicBezTo>
                  <a:cubicBezTo>
                    <a:pt x="192" y="334"/>
                    <a:pt x="191" y="334"/>
                    <a:pt x="191" y="334"/>
                  </a:cubicBezTo>
                  <a:cubicBezTo>
                    <a:pt x="191" y="335"/>
                    <a:pt x="191" y="335"/>
                    <a:pt x="191" y="335"/>
                  </a:cubicBezTo>
                  <a:cubicBezTo>
                    <a:pt x="192" y="335"/>
                    <a:pt x="192" y="335"/>
                    <a:pt x="192" y="335"/>
                  </a:cubicBezTo>
                  <a:cubicBezTo>
                    <a:pt x="192" y="335"/>
                    <a:pt x="192" y="335"/>
                    <a:pt x="193" y="335"/>
                  </a:cubicBezTo>
                  <a:cubicBezTo>
                    <a:pt x="193" y="335"/>
                    <a:pt x="193" y="335"/>
                    <a:pt x="193" y="335"/>
                  </a:cubicBezTo>
                  <a:cubicBezTo>
                    <a:pt x="194" y="335"/>
                    <a:pt x="194" y="335"/>
                    <a:pt x="194" y="334"/>
                  </a:cubicBezTo>
                  <a:cubicBezTo>
                    <a:pt x="194" y="334"/>
                    <a:pt x="194" y="334"/>
                    <a:pt x="194" y="334"/>
                  </a:cubicBezTo>
                  <a:cubicBezTo>
                    <a:pt x="194" y="334"/>
                    <a:pt x="194" y="333"/>
                    <a:pt x="194" y="333"/>
                  </a:cubicBezTo>
                  <a:cubicBezTo>
                    <a:pt x="194" y="333"/>
                    <a:pt x="193" y="333"/>
                    <a:pt x="193" y="333"/>
                  </a:cubicBezTo>
                  <a:close/>
                  <a:moveTo>
                    <a:pt x="111" y="326"/>
                  </a:moveTo>
                  <a:cubicBezTo>
                    <a:pt x="111" y="326"/>
                    <a:pt x="111" y="326"/>
                    <a:pt x="112" y="325"/>
                  </a:cubicBezTo>
                  <a:cubicBezTo>
                    <a:pt x="112" y="325"/>
                    <a:pt x="112" y="325"/>
                    <a:pt x="113" y="325"/>
                  </a:cubicBezTo>
                  <a:cubicBezTo>
                    <a:pt x="113" y="325"/>
                    <a:pt x="113" y="325"/>
                    <a:pt x="113" y="325"/>
                  </a:cubicBezTo>
                  <a:cubicBezTo>
                    <a:pt x="113" y="325"/>
                    <a:pt x="113" y="325"/>
                    <a:pt x="113" y="324"/>
                  </a:cubicBezTo>
                  <a:cubicBezTo>
                    <a:pt x="113" y="324"/>
                    <a:pt x="113" y="324"/>
                    <a:pt x="113" y="324"/>
                  </a:cubicBezTo>
                  <a:cubicBezTo>
                    <a:pt x="112" y="324"/>
                    <a:pt x="112" y="324"/>
                    <a:pt x="112" y="324"/>
                  </a:cubicBezTo>
                  <a:cubicBezTo>
                    <a:pt x="111" y="324"/>
                    <a:pt x="111" y="324"/>
                    <a:pt x="111" y="324"/>
                  </a:cubicBezTo>
                  <a:cubicBezTo>
                    <a:pt x="111" y="324"/>
                    <a:pt x="110" y="325"/>
                    <a:pt x="110" y="325"/>
                  </a:cubicBezTo>
                  <a:cubicBezTo>
                    <a:pt x="110" y="325"/>
                    <a:pt x="110" y="325"/>
                    <a:pt x="110" y="325"/>
                  </a:cubicBezTo>
                  <a:cubicBezTo>
                    <a:pt x="109" y="325"/>
                    <a:pt x="109" y="325"/>
                    <a:pt x="109" y="325"/>
                  </a:cubicBezTo>
                  <a:cubicBezTo>
                    <a:pt x="109" y="326"/>
                    <a:pt x="110" y="326"/>
                    <a:pt x="110" y="326"/>
                  </a:cubicBezTo>
                  <a:cubicBezTo>
                    <a:pt x="110" y="326"/>
                    <a:pt x="110" y="326"/>
                    <a:pt x="111" y="326"/>
                  </a:cubicBezTo>
                  <a:close/>
                  <a:moveTo>
                    <a:pt x="107" y="329"/>
                  </a:moveTo>
                  <a:cubicBezTo>
                    <a:pt x="107" y="330"/>
                    <a:pt x="107" y="331"/>
                    <a:pt x="107" y="331"/>
                  </a:cubicBezTo>
                  <a:cubicBezTo>
                    <a:pt x="107" y="332"/>
                    <a:pt x="107" y="332"/>
                    <a:pt x="108" y="332"/>
                  </a:cubicBezTo>
                  <a:cubicBezTo>
                    <a:pt x="108" y="332"/>
                    <a:pt x="108" y="332"/>
                    <a:pt x="108" y="332"/>
                  </a:cubicBezTo>
                  <a:cubicBezTo>
                    <a:pt x="108" y="332"/>
                    <a:pt x="108" y="332"/>
                    <a:pt x="109" y="332"/>
                  </a:cubicBezTo>
                  <a:cubicBezTo>
                    <a:pt x="109" y="332"/>
                    <a:pt x="110" y="332"/>
                    <a:pt x="110" y="332"/>
                  </a:cubicBezTo>
                  <a:cubicBezTo>
                    <a:pt x="111" y="332"/>
                    <a:pt x="111" y="332"/>
                    <a:pt x="111" y="332"/>
                  </a:cubicBezTo>
                  <a:cubicBezTo>
                    <a:pt x="111" y="332"/>
                    <a:pt x="112" y="331"/>
                    <a:pt x="112" y="331"/>
                  </a:cubicBezTo>
                  <a:cubicBezTo>
                    <a:pt x="112" y="331"/>
                    <a:pt x="112" y="331"/>
                    <a:pt x="113" y="331"/>
                  </a:cubicBezTo>
                  <a:cubicBezTo>
                    <a:pt x="113" y="331"/>
                    <a:pt x="113" y="331"/>
                    <a:pt x="113" y="331"/>
                  </a:cubicBezTo>
                  <a:cubicBezTo>
                    <a:pt x="112" y="331"/>
                    <a:pt x="112" y="331"/>
                    <a:pt x="112" y="331"/>
                  </a:cubicBezTo>
                  <a:cubicBezTo>
                    <a:pt x="112" y="330"/>
                    <a:pt x="112" y="330"/>
                    <a:pt x="111" y="331"/>
                  </a:cubicBezTo>
                  <a:cubicBezTo>
                    <a:pt x="111" y="331"/>
                    <a:pt x="111" y="331"/>
                    <a:pt x="111" y="331"/>
                  </a:cubicBezTo>
                  <a:cubicBezTo>
                    <a:pt x="110" y="331"/>
                    <a:pt x="110" y="331"/>
                    <a:pt x="110" y="331"/>
                  </a:cubicBezTo>
                  <a:cubicBezTo>
                    <a:pt x="110" y="331"/>
                    <a:pt x="110" y="331"/>
                    <a:pt x="109" y="331"/>
                  </a:cubicBezTo>
                  <a:cubicBezTo>
                    <a:pt x="109" y="330"/>
                    <a:pt x="109" y="330"/>
                    <a:pt x="109" y="330"/>
                  </a:cubicBezTo>
                  <a:cubicBezTo>
                    <a:pt x="108" y="330"/>
                    <a:pt x="108" y="329"/>
                    <a:pt x="108" y="329"/>
                  </a:cubicBezTo>
                  <a:cubicBezTo>
                    <a:pt x="108" y="329"/>
                    <a:pt x="108" y="329"/>
                    <a:pt x="108" y="328"/>
                  </a:cubicBezTo>
                  <a:cubicBezTo>
                    <a:pt x="108" y="328"/>
                    <a:pt x="108" y="328"/>
                    <a:pt x="108" y="328"/>
                  </a:cubicBezTo>
                  <a:cubicBezTo>
                    <a:pt x="108" y="327"/>
                    <a:pt x="108" y="326"/>
                    <a:pt x="108" y="325"/>
                  </a:cubicBezTo>
                  <a:cubicBezTo>
                    <a:pt x="108" y="325"/>
                    <a:pt x="107" y="324"/>
                    <a:pt x="107" y="324"/>
                  </a:cubicBezTo>
                  <a:cubicBezTo>
                    <a:pt x="107" y="324"/>
                    <a:pt x="107" y="324"/>
                    <a:pt x="107" y="324"/>
                  </a:cubicBezTo>
                  <a:cubicBezTo>
                    <a:pt x="107" y="325"/>
                    <a:pt x="107" y="326"/>
                    <a:pt x="107" y="326"/>
                  </a:cubicBezTo>
                  <a:cubicBezTo>
                    <a:pt x="107" y="327"/>
                    <a:pt x="107" y="328"/>
                    <a:pt x="107" y="329"/>
                  </a:cubicBezTo>
                  <a:close/>
                  <a:moveTo>
                    <a:pt x="112" y="327"/>
                  </a:moveTo>
                  <a:cubicBezTo>
                    <a:pt x="112" y="328"/>
                    <a:pt x="111" y="328"/>
                    <a:pt x="111" y="328"/>
                  </a:cubicBezTo>
                  <a:cubicBezTo>
                    <a:pt x="111" y="328"/>
                    <a:pt x="111" y="328"/>
                    <a:pt x="111" y="328"/>
                  </a:cubicBezTo>
                  <a:cubicBezTo>
                    <a:pt x="110" y="329"/>
                    <a:pt x="111" y="329"/>
                    <a:pt x="111" y="329"/>
                  </a:cubicBezTo>
                  <a:cubicBezTo>
                    <a:pt x="111" y="329"/>
                    <a:pt x="111" y="329"/>
                    <a:pt x="112" y="329"/>
                  </a:cubicBezTo>
                  <a:cubicBezTo>
                    <a:pt x="112" y="329"/>
                    <a:pt x="112" y="329"/>
                    <a:pt x="112" y="329"/>
                  </a:cubicBezTo>
                  <a:cubicBezTo>
                    <a:pt x="112" y="329"/>
                    <a:pt x="113" y="329"/>
                    <a:pt x="113" y="329"/>
                  </a:cubicBezTo>
                  <a:cubicBezTo>
                    <a:pt x="113" y="329"/>
                    <a:pt x="113" y="329"/>
                    <a:pt x="113" y="328"/>
                  </a:cubicBezTo>
                  <a:cubicBezTo>
                    <a:pt x="113" y="328"/>
                    <a:pt x="113" y="328"/>
                    <a:pt x="113" y="328"/>
                  </a:cubicBezTo>
                  <a:cubicBezTo>
                    <a:pt x="113" y="328"/>
                    <a:pt x="113" y="328"/>
                    <a:pt x="113" y="327"/>
                  </a:cubicBezTo>
                  <a:cubicBezTo>
                    <a:pt x="112" y="327"/>
                    <a:pt x="112" y="327"/>
                    <a:pt x="112" y="327"/>
                  </a:cubicBezTo>
                  <a:close/>
                  <a:moveTo>
                    <a:pt x="121" y="317"/>
                  </a:moveTo>
                  <a:cubicBezTo>
                    <a:pt x="121" y="317"/>
                    <a:pt x="120" y="317"/>
                    <a:pt x="120" y="317"/>
                  </a:cubicBezTo>
                  <a:cubicBezTo>
                    <a:pt x="119" y="317"/>
                    <a:pt x="119" y="317"/>
                    <a:pt x="118" y="317"/>
                  </a:cubicBezTo>
                  <a:cubicBezTo>
                    <a:pt x="118" y="317"/>
                    <a:pt x="118" y="317"/>
                    <a:pt x="117" y="317"/>
                  </a:cubicBezTo>
                  <a:cubicBezTo>
                    <a:pt x="117" y="317"/>
                    <a:pt x="117" y="317"/>
                    <a:pt x="116" y="317"/>
                  </a:cubicBezTo>
                  <a:cubicBezTo>
                    <a:pt x="116" y="317"/>
                    <a:pt x="116" y="317"/>
                    <a:pt x="116" y="317"/>
                  </a:cubicBezTo>
                  <a:cubicBezTo>
                    <a:pt x="116" y="317"/>
                    <a:pt x="116" y="317"/>
                    <a:pt x="116" y="317"/>
                  </a:cubicBezTo>
                  <a:cubicBezTo>
                    <a:pt x="115" y="317"/>
                    <a:pt x="115" y="317"/>
                    <a:pt x="115" y="317"/>
                  </a:cubicBezTo>
                  <a:cubicBezTo>
                    <a:pt x="115" y="317"/>
                    <a:pt x="115" y="317"/>
                    <a:pt x="115" y="317"/>
                  </a:cubicBezTo>
                  <a:cubicBezTo>
                    <a:pt x="115" y="317"/>
                    <a:pt x="116" y="318"/>
                    <a:pt x="116" y="318"/>
                  </a:cubicBezTo>
                  <a:cubicBezTo>
                    <a:pt x="116" y="318"/>
                    <a:pt x="117" y="318"/>
                    <a:pt x="117" y="318"/>
                  </a:cubicBezTo>
                  <a:cubicBezTo>
                    <a:pt x="118" y="318"/>
                    <a:pt x="118" y="318"/>
                    <a:pt x="118" y="318"/>
                  </a:cubicBezTo>
                  <a:cubicBezTo>
                    <a:pt x="119" y="318"/>
                    <a:pt x="119" y="319"/>
                    <a:pt x="119" y="319"/>
                  </a:cubicBezTo>
                  <a:cubicBezTo>
                    <a:pt x="119" y="319"/>
                    <a:pt x="119" y="320"/>
                    <a:pt x="118" y="320"/>
                  </a:cubicBezTo>
                  <a:cubicBezTo>
                    <a:pt x="118" y="320"/>
                    <a:pt x="117" y="320"/>
                    <a:pt x="117" y="320"/>
                  </a:cubicBezTo>
                  <a:cubicBezTo>
                    <a:pt x="117" y="320"/>
                    <a:pt x="117" y="320"/>
                    <a:pt x="116" y="320"/>
                  </a:cubicBezTo>
                  <a:cubicBezTo>
                    <a:pt x="116" y="320"/>
                    <a:pt x="116" y="321"/>
                    <a:pt x="116" y="321"/>
                  </a:cubicBezTo>
                  <a:cubicBezTo>
                    <a:pt x="116" y="321"/>
                    <a:pt x="116" y="321"/>
                    <a:pt x="116" y="321"/>
                  </a:cubicBezTo>
                  <a:cubicBezTo>
                    <a:pt x="116" y="321"/>
                    <a:pt x="116" y="321"/>
                    <a:pt x="116" y="321"/>
                  </a:cubicBezTo>
                  <a:cubicBezTo>
                    <a:pt x="117" y="321"/>
                    <a:pt x="117" y="321"/>
                    <a:pt x="118" y="321"/>
                  </a:cubicBezTo>
                  <a:cubicBezTo>
                    <a:pt x="118" y="321"/>
                    <a:pt x="118" y="321"/>
                    <a:pt x="118" y="321"/>
                  </a:cubicBezTo>
                  <a:cubicBezTo>
                    <a:pt x="119" y="321"/>
                    <a:pt x="119" y="321"/>
                    <a:pt x="120" y="321"/>
                  </a:cubicBezTo>
                  <a:cubicBezTo>
                    <a:pt x="120" y="321"/>
                    <a:pt x="120" y="321"/>
                    <a:pt x="120" y="321"/>
                  </a:cubicBezTo>
                  <a:cubicBezTo>
                    <a:pt x="120" y="322"/>
                    <a:pt x="120" y="323"/>
                    <a:pt x="120" y="324"/>
                  </a:cubicBezTo>
                  <a:cubicBezTo>
                    <a:pt x="120" y="324"/>
                    <a:pt x="120" y="324"/>
                    <a:pt x="120" y="324"/>
                  </a:cubicBezTo>
                  <a:cubicBezTo>
                    <a:pt x="120" y="324"/>
                    <a:pt x="120" y="325"/>
                    <a:pt x="120" y="325"/>
                  </a:cubicBezTo>
                  <a:cubicBezTo>
                    <a:pt x="119" y="326"/>
                    <a:pt x="119" y="327"/>
                    <a:pt x="119" y="328"/>
                  </a:cubicBezTo>
                  <a:cubicBezTo>
                    <a:pt x="119" y="328"/>
                    <a:pt x="119" y="328"/>
                    <a:pt x="119" y="328"/>
                  </a:cubicBezTo>
                  <a:cubicBezTo>
                    <a:pt x="119" y="328"/>
                    <a:pt x="119" y="328"/>
                    <a:pt x="119" y="329"/>
                  </a:cubicBezTo>
                  <a:cubicBezTo>
                    <a:pt x="119" y="329"/>
                    <a:pt x="119" y="329"/>
                    <a:pt x="119" y="329"/>
                  </a:cubicBezTo>
                  <a:cubicBezTo>
                    <a:pt x="119" y="329"/>
                    <a:pt x="119" y="329"/>
                    <a:pt x="119" y="329"/>
                  </a:cubicBezTo>
                  <a:cubicBezTo>
                    <a:pt x="119" y="330"/>
                    <a:pt x="119" y="330"/>
                    <a:pt x="119" y="330"/>
                  </a:cubicBezTo>
                  <a:cubicBezTo>
                    <a:pt x="120" y="330"/>
                    <a:pt x="120" y="330"/>
                    <a:pt x="121" y="330"/>
                  </a:cubicBezTo>
                  <a:cubicBezTo>
                    <a:pt x="121" y="330"/>
                    <a:pt x="121" y="330"/>
                    <a:pt x="121" y="330"/>
                  </a:cubicBezTo>
                  <a:cubicBezTo>
                    <a:pt x="121" y="329"/>
                    <a:pt x="121" y="328"/>
                    <a:pt x="121" y="327"/>
                  </a:cubicBezTo>
                  <a:cubicBezTo>
                    <a:pt x="121" y="326"/>
                    <a:pt x="121" y="325"/>
                    <a:pt x="121" y="325"/>
                  </a:cubicBezTo>
                  <a:cubicBezTo>
                    <a:pt x="121" y="324"/>
                    <a:pt x="121" y="323"/>
                    <a:pt x="121" y="322"/>
                  </a:cubicBezTo>
                  <a:cubicBezTo>
                    <a:pt x="121" y="322"/>
                    <a:pt x="121" y="321"/>
                    <a:pt x="122" y="320"/>
                  </a:cubicBezTo>
                  <a:cubicBezTo>
                    <a:pt x="122" y="320"/>
                    <a:pt x="122" y="320"/>
                    <a:pt x="122" y="320"/>
                  </a:cubicBezTo>
                  <a:cubicBezTo>
                    <a:pt x="122" y="319"/>
                    <a:pt x="122" y="319"/>
                    <a:pt x="122" y="318"/>
                  </a:cubicBezTo>
                  <a:cubicBezTo>
                    <a:pt x="122" y="318"/>
                    <a:pt x="121" y="317"/>
                    <a:pt x="121" y="317"/>
                  </a:cubicBezTo>
                  <a:close/>
                  <a:moveTo>
                    <a:pt x="113" y="335"/>
                  </a:moveTo>
                  <a:cubicBezTo>
                    <a:pt x="113" y="335"/>
                    <a:pt x="112" y="335"/>
                    <a:pt x="112" y="335"/>
                  </a:cubicBezTo>
                  <a:cubicBezTo>
                    <a:pt x="112" y="335"/>
                    <a:pt x="112" y="334"/>
                    <a:pt x="112" y="334"/>
                  </a:cubicBezTo>
                  <a:cubicBezTo>
                    <a:pt x="112" y="334"/>
                    <a:pt x="112" y="334"/>
                    <a:pt x="112" y="334"/>
                  </a:cubicBezTo>
                  <a:cubicBezTo>
                    <a:pt x="112" y="333"/>
                    <a:pt x="112" y="333"/>
                    <a:pt x="111" y="333"/>
                  </a:cubicBezTo>
                  <a:cubicBezTo>
                    <a:pt x="111" y="333"/>
                    <a:pt x="111" y="333"/>
                    <a:pt x="111" y="333"/>
                  </a:cubicBezTo>
                  <a:cubicBezTo>
                    <a:pt x="111" y="333"/>
                    <a:pt x="111" y="333"/>
                    <a:pt x="110" y="334"/>
                  </a:cubicBezTo>
                  <a:cubicBezTo>
                    <a:pt x="110" y="334"/>
                    <a:pt x="110" y="334"/>
                    <a:pt x="110" y="334"/>
                  </a:cubicBezTo>
                  <a:cubicBezTo>
                    <a:pt x="110" y="333"/>
                    <a:pt x="109" y="333"/>
                    <a:pt x="109" y="333"/>
                  </a:cubicBezTo>
                  <a:cubicBezTo>
                    <a:pt x="109" y="333"/>
                    <a:pt x="109" y="333"/>
                    <a:pt x="108" y="333"/>
                  </a:cubicBezTo>
                  <a:cubicBezTo>
                    <a:pt x="108" y="333"/>
                    <a:pt x="108" y="333"/>
                    <a:pt x="108" y="333"/>
                  </a:cubicBezTo>
                  <a:cubicBezTo>
                    <a:pt x="108" y="333"/>
                    <a:pt x="107" y="333"/>
                    <a:pt x="107" y="333"/>
                  </a:cubicBezTo>
                  <a:cubicBezTo>
                    <a:pt x="107" y="333"/>
                    <a:pt x="107" y="334"/>
                    <a:pt x="107" y="334"/>
                  </a:cubicBezTo>
                  <a:cubicBezTo>
                    <a:pt x="107" y="334"/>
                    <a:pt x="106" y="335"/>
                    <a:pt x="106" y="335"/>
                  </a:cubicBezTo>
                  <a:cubicBezTo>
                    <a:pt x="106" y="335"/>
                    <a:pt x="106" y="335"/>
                    <a:pt x="106" y="335"/>
                  </a:cubicBezTo>
                  <a:cubicBezTo>
                    <a:pt x="106" y="336"/>
                    <a:pt x="107" y="336"/>
                    <a:pt x="107" y="336"/>
                  </a:cubicBezTo>
                  <a:cubicBezTo>
                    <a:pt x="107" y="336"/>
                    <a:pt x="107" y="336"/>
                    <a:pt x="107" y="336"/>
                  </a:cubicBezTo>
                  <a:cubicBezTo>
                    <a:pt x="108" y="336"/>
                    <a:pt x="108" y="336"/>
                    <a:pt x="109" y="336"/>
                  </a:cubicBezTo>
                  <a:cubicBezTo>
                    <a:pt x="109" y="336"/>
                    <a:pt x="109" y="336"/>
                    <a:pt x="109" y="336"/>
                  </a:cubicBezTo>
                  <a:cubicBezTo>
                    <a:pt x="110" y="336"/>
                    <a:pt x="110" y="336"/>
                    <a:pt x="111" y="336"/>
                  </a:cubicBezTo>
                  <a:cubicBezTo>
                    <a:pt x="111" y="336"/>
                    <a:pt x="112" y="336"/>
                    <a:pt x="112" y="336"/>
                  </a:cubicBezTo>
                  <a:cubicBezTo>
                    <a:pt x="112" y="336"/>
                    <a:pt x="112" y="336"/>
                    <a:pt x="113" y="336"/>
                  </a:cubicBezTo>
                  <a:cubicBezTo>
                    <a:pt x="113" y="336"/>
                    <a:pt x="113" y="336"/>
                    <a:pt x="113" y="336"/>
                  </a:cubicBezTo>
                  <a:cubicBezTo>
                    <a:pt x="113" y="336"/>
                    <a:pt x="113" y="336"/>
                    <a:pt x="113" y="336"/>
                  </a:cubicBezTo>
                  <a:cubicBezTo>
                    <a:pt x="113" y="335"/>
                    <a:pt x="113" y="335"/>
                    <a:pt x="113" y="335"/>
                  </a:cubicBezTo>
                  <a:close/>
                  <a:moveTo>
                    <a:pt x="119" y="323"/>
                  </a:moveTo>
                  <a:cubicBezTo>
                    <a:pt x="119" y="323"/>
                    <a:pt x="118" y="322"/>
                    <a:pt x="118" y="323"/>
                  </a:cubicBezTo>
                  <a:cubicBezTo>
                    <a:pt x="118" y="323"/>
                    <a:pt x="117" y="323"/>
                    <a:pt x="117" y="323"/>
                  </a:cubicBezTo>
                  <a:cubicBezTo>
                    <a:pt x="117" y="323"/>
                    <a:pt x="117" y="323"/>
                    <a:pt x="116" y="323"/>
                  </a:cubicBezTo>
                  <a:cubicBezTo>
                    <a:pt x="116" y="323"/>
                    <a:pt x="116" y="323"/>
                    <a:pt x="116" y="324"/>
                  </a:cubicBezTo>
                  <a:cubicBezTo>
                    <a:pt x="116" y="324"/>
                    <a:pt x="116" y="324"/>
                    <a:pt x="116" y="324"/>
                  </a:cubicBezTo>
                  <a:cubicBezTo>
                    <a:pt x="116" y="325"/>
                    <a:pt x="116" y="325"/>
                    <a:pt x="117" y="325"/>
                  </a:cubicBezTo>
                  <a:cubicBezTo>
                    <a:pt x="117" y="325"/>
                    <a:pt x="117" y="326"/>
                    <a:pt x="117" y="326"/>
                  </a:cubicBezTo>
                  <a:cubicBezTo>
                    <a:pt x="117" y="326"/>
                    <a:pt x="116" y="326"/>
                    <a:pt x="116" y="326"/>
                  </a:cubicBezTo>
                  <a:cubicBezTo>
                    <a:pt x="116" y="326"/>
                    <a:pt x="115" y="327"/>
                    <a:pt x="115" y="327"/>
                  </a:cubicBezTo>
                  <a:cubicBezTo>
                    <a:pt x="115" y="327"/>
                    <a:pt x="115" y="328"/>
                    <a:pt x="116" y="328"/>
                  </a:cubicBezTo>
                  <a:cubicBezTo>
                    <a:pt x="116" y="328"/>
                    <a:pt x="116" y="328"/>
                    <a:pt x="116" y="328"/>
                  </a:cubicBezTo>
                  <a:cubicBezTo>
                    <a:pt x="116" y="328"/>
                    <a:pt x="117" y="327"/>
                    <a:pt x="117" y="327"/>
                  </a:cubicBezTo>
                  <a:cubicBezTo>
                    <a:pt x="117" y="327"/>
                    <a:pt x="117" y="327"/>
                    <a:pt x="117" y="327"/>
                  </a:cubicBezTo>
                  <a:cubicBezTo>
                    <a:pt x="117" y="327"/>
                    <a:pt x="118" y="326"/>
                    <a:pt x="118" y="326"/>
                  </a:cubicBezTo>
                  <a:cubicBezTo>
                    <a:pt x="118" y="325"/>
                    <a:pt x="118" y="325"/>
                    <a:pt x="118" y="325"/>
                  </a:cubicBezTo>
                  <a:cubicBezTo>
                    <a:pt x="118" y="325"/>
                    <a:pt x="118" y="324"/>
                    <a:pt x="119" y="324"/>
                  </a:cubicBezTo>
                  <a:cubicBezTo>
                    <a:pt x="119" y="324"/>
                    <a:pt x="119" y="324"/>
                    <a:pt x="119" y="323"/>
                  </a:cubicBezTo>
                  <a:cubicBezTo>
                    <a:pt x="119" y="323"/>
                    <a:pt x="119" y="323"/>
                    <a:pt x="119" y="323"/>
                  </a:cubicBezTo>
                  <a:close/>
                  <a:moveTo>
                    <a:pt x="116" y="333"/>
                  </a:moveTo>
                  <a:cubicBezTo>
                    <a:pt x="116" y="333"/>
                    <a:pt x="116" y="333"/>
                    <a:pt x="115" y="333"/>
                  </a:cubicBezTo>
                  <a:cubicBezTo>
                    <a:pt x="115" y="333"/>
                    <a:pt x="115" y="333"/>
                    <a:pt x="115" y="333"/>
                  </a:cubicBezTo>
                  <a:cubicBezTo>
                    <a:pt x="115" y="333"/>
                    <a:pt x="114" y="333"/>
                    <a:pt x="114" y="333"/>
                  </a:cubicBezTo>
                  <a:cubicBezTo>
                    <a:pt x="114" y="333"/>
                    <a:pt x="113" y="333"/>
                    <a:pt x="113" y="333"/>
                  </a:cubicBezTo>
                  <a:cubicBezTo>
                    <a:pt x="113" y="333"/>
                    <a:pt x="113" y="333"/>
                    <a:pt x="113" y="333"/>
                  </a:cubicBezTo>
                  <a:cubicBezTo>
                    <a:pt x="113" y="334"/>
                    <a:pt x="114" y="334"/>
                    <a:pt x="114" y="334"/>
                  </a:cubicBezTo>
                  <a:cubicBezTo>
                    <a:pt x="114" y="334"/>
                    <a:pt x="114" y="334"/>
                    <a:pt x="114" y="334"/>
                  </a:cubicBezTo>
                  <a:cubicBezTo>
                    <a:pt x="115" y="334"/>
                    <a:pt x="115" y="334"/>
                    <a:pt x="115" y="334"/>
                  </a:cubicBezTo>
                  <a:cubicBezTo>
                    <a:pt x="115" y="335"/>
                    <a:pt x="115" y="335"/>
                    <a:pt x="115" y="335"/>
                  </a:cubicBezTo>
                  <a:cubicBezTo>
                    <a:pt x="114" y="335"/>
                    <a:pt x="114" y="335"/>
                    <a:pt x="114" y="335"/>
                  </a:cubicBezTo>
                  <a:cubicBezTo>
                    <a:pt x="114" y="335"/>
                    <a:pt x="114" y="336"/>
                    <a:pt x="115" y="336"/>
                  </a:cubicBezTo>
                  <a:cubicBezTo>
                    <a:pt x="115" y="336"/>
                    <a:pt x="115" y="336"/>
                    <a:pt x="115" y="335"/>
                  </a:cubicBezTo>
                  <a:cubicBezTo>
                    <a:pt x="116" y="335"/>
                    <a:pt x="116" y="335"/>
                    <a:pt x="116" y="335"/>
                  </a:cubicBezTo>
                  <a:cubicBezTo>
                    <a:pt x="117" y="334"/>
                    <a:pt x="117" y="334"/>
                    <a:pt x="117" y="333"/>
                  </a:cubicBezTo>
                  <a:cubicBezTo>
                    <a:pt x="117" y="333"/>
                    <a:pt x="117" y="333"/>
                    <a:pt x="117" y="333"/>
                  </a:cubicBezTo>
                  <a:cubicBezTo>
                    <a:pt x="116" y="333"/>
                    <a:pt x="116" y="333"/>
                    <a:pt x="116" y="333"/>
                  </a:cubicBezTo>
                  <a:close/>
                  <a:moveTo>
                    <a:pt x="116" y="330"/>
                  </a:moveTo>
                  <a:cubicBezTo>
                    <a:pt x="117" y="330"/>
                    <a:pt x="117" y="330"/>
                    <a:pt x="117" y="330"/>
                  </a:cubicBezTo>
                  <a:cubicBezTo>
                    <a:pt x="117" y="330"/>
                    <a:pt x="117" y="330"/>
                    <a:pt x="117" y="330"/>
                  </a:cubicBezTo>
                  <a:cubicBezTo>
                    <a:pt x="116" y="329"/>
                    <a:pt x="116" y="329"/>
                    <a:pt x="115" y="330"/>
                  </a:cubicBezTo>
                  <a:cubicBezTo>
                    <a:pt x="115" y="330"/>
                    <a:pt x="115" y="330"/>
                    <a:pt x="115" y="330"/>
                  </a:cubicBezTo>
                  <a:cubicBezTo>
                    <a:pt x="116" y="330"/>
                    <a:pt x="116" y="330"/>
                    <a:pt x="116" y="330"/>
                  </a:cubicBezTo>
                  <a:cubicBezTo>
                    <a:pt x="116" y="330"/>
                    <a:pt x="116" y="330"/>
                    <a:pt x="116" y="330"/>
                  </a:cubicBezTo>
                  <a:close/>
                  <a:moveTo>
                    <a:pt x="188" y="333"/>
                  </a:moveTo>
                  <a:cubicBezTo>
                    <a:pt x="188" y="333"/>
                    <a:pt x="188" y="333"/>
                    <a:pt x="189" y="333"/>
                  </a:cubicBezTo>
                  <a:cubicBezTo>
                    <a:pt x="189" y="333"/>
                    <a:pt x="189" y="332"/>
                    <a:pt x="189" y="332"/>
                  </a:cubicBezTo>
                  <a:cubicBezTo>
                    <a:pt x="188" y="332"/>
                    <a:pt x="188" y="332"/>
                    <a:pt x="188" y="331"/>
                  </a:cubicBezTo>
                  <a:cubicBezTo>
                    <a:pt x="188" y="331"/>
                    <a:pt x="187" y="331"/>
                    <a:pt x="187" y="331"/>
                  </a:cubicBezTo>
                  <a:cubicBezTo>
                    <a:pt x="187" y="331"/>
                    <a:pt x="187" y="331"/>
                    <a:pt x="187" y="331"/>
                  </a:cubicBezTo>
                  <a:cubicBezTo>
                    <a:pt x="187" y="331"/>
                    <a:pt x="187" y="332"/>
                    <a:pt x="187" y="332"/>
                  </a:cubicBezTo>
                  <a:cubicBezTo>
                    <a:pt x="187" y="332"/>
                    <a:pt x="187" y="333"/>
                    <a:pt x="187" y="333"/>
                  </a:cubicBezTo>
                  <a:cubicBezTo>
                    <a:pt x="187" y="333"/>
                    <a:pt x="187" y="333"/>
                    <a:pt x="188" y="333"/>
                  </a:cubicBezTo>
                  <a:close/>
                  <a:moveTo>
                    <a:pt x="347" y="327"/>
                  </a:moveTo>
                  <a:cubicBezTo>
                    <a:pt x="347" y="327"/>
                    <a:pt x="346" y="327"/>
                    <a:pt x="346" y="327"/>
                  </a:cubicBezTo>
                  <a:cubicBezTo>
                    <a:pt x="346" y="327"/>
                    <a:pt x="346" y="327"/>
                    <a:pt x="346" y="327"/>
                  </a:cubicBezTo>
                  <a:cubicBezTo>
                    <a:pt x="345" y="327"/>
                    <a:pt x="345" y="328"/>
                    <a:pt x="345" y="328"/>
                  </a:cubicBezTo>
                  <a:cubicBezTo>
                    <a:pt x="345" y="328"/>
                    <a:pt x="345" y="328"/>
                    <a:pt x="345" y="328"/>
                  </a:cubicBezTo>
                  <a:cubicBezTo>
                    <a:pt x="345" y="328"/>
                    <a:pt x="345" y="329"/>
                    <a:pt x="345" y="329"/>
                  </a:cubicBezTo>
                  <a:cubicBezTo>
                    <a:pt x="345" y="329"/>
                    <a:pt x="345" y="329"/>
                    <a:pt x="346" y="329"/>
                  </a:cubicBezTo>
                  <a:cubicBezTo>
                    <a:pt x="346" y="329"/>
                    <a:pt x="346" y="328"/>
                    <a:pt x="347" y="328"/>
                  </a:cubicBezTo>
                  <a:cubicBezTo>
                    <a:pt x="347" y="328"/>
                    <a:pt x="347" y="328"/>
                    <a:pt x="347" y="328"/>
                  </a:cubicBezTo>
                  <a:cubicBezTo>
                    <a:pt x="347" y="328"/>
                    <a:pt x="348" y="327"/>
                    <a:pt x="348" y="327"/>
                  </a:cubicBezTo>
                  <a:cubicBezTo>
                    <a:pt x="348" y="327"/>
                    <a:pt x="348" y="327"/>
                    <a:pt x="348" y="327"/>
                  </a:cubicBezTo>
                  <a:cubicBezTo>
                    <a:pt x="347" y="326"/>
                    <a:pt x="347" y="326"/>
                    <a:pt x="347" y="327"/>
                  </a:cubicBezTo>
                  <a:close/>
                  <a:moveTo>
                    <a:pt x="349" y="323"/>
                  </a:moveTo>
                  <a:cubicBezTo>
                    <a:pt x="349" y="323"/>
                    <a:pt x="348" y="323"/>
                    <a:pt x="348" y="323"/>
                  </a:cubicBezTo>
                  <a:cubicBezTo>
                    <a:pt x="348" y="323"/>
                    <a:pt x="347" y="323"/>
                    <a:pt x="347" y="323"/>
                  </a:cubicBezTo>
                  <a:cubicBezTo>
                    <a:pt x="346" y="323"/>
                    <a:pt x="346" y="324"/>
                    <a:pt x="345" y="324"/>
                  </a:cubicBezTo>
                  <a:cubicBezTo>
                    <a:pt x="345" y="324"/>
                    <a:pt x="345" y="325"/>
                    <a:pt x="345" y="325"/>
                  </a:cubicBezTo>
                  <a:cubicBezTo>
                    <a:pt x="345" y="325"/>
                    <a:pt x="345" y="325"/>
                    <a:pt x="345" y="325"/>
                  </a:cubicBezTo>
                  <a:cubicBezTo>
                    <a:pt x="346" y="325"/>
                    <a:pt x="346" y="325"/>
                    <a:pt x="346" y="325"/>
                  </a:cubicBezTo>
                  <a:cubicBezTo>
                    <a:pt x="346" y="325"/>
                    <a:pt x="346" y="325"/>
                    <a:pt x="346" y="325"/>
                  </a:cubicBezTo>
                  <a:cubicBezTo>
                    <a:pt x="346" y="325"/>
                    <a:pt x="347" y="325"/>
                    <a:pt x="347" y="325"/>
                  </a:cubicBezTo>
                  <a:cubicBezTo>
                    <a:pt x="348" y="324"/>
                    <a:pt x="348" y="324"/>
                    <a:pt x="348" y="324"/>
                  </a:cubicBezTo>
                  <a:cubicBezTo>
                    <a:pt x="349" y="324"/>
                    <a:pt x="349" y="324"/>
                    <a:pt x="350" y="324"/>
                  </a:cubicBezTo>
                  <a:cubicBezTo>
                    <a:pt x="350" y="324"/>
                    <a:pt x="350" y="324"/>
                    <a:pt x="350" y="324"/>
                  </a:cubicBezTo>
                  <a:cubicBezTo>
                    <a:pt x="350" y="323"/>
                    <a:pt x="350" y="323"/>
                    <a:pt x="350" y="323"/>
                  </a:cubicBezTo>
                  <a:cubicBezTo>
                    <a:pt x="350" y="323"/>
                    <a:pt x="350" y="323"/>
                    <a:pt x="349" y="323"/>
                  </a:cubicBezTo>
                  <a:cubicBezTo>
                    <a:pt x="349" y="323"/>
                    <a:pt x="349" y="323"/>
                    <a:pt x="349" y="323"/>
                  </a:cubicBezTo>
                  <a:close/>
                  <a:moveTo>
                    <a:pt x="348" y="334"/>
                  </a:moveTo>
                  <a:cubicBezTo>
                    <a:pt x="348" y="334"/>
                    <a:pt x="348" y="334"/>
                    <a:pt x="348" y="334"/>
                  </a:cubicBezTo>
                  <a:cubicBezTo>
                    <a:pt x="348" y="334"/>
                    <a:pt x="348" y="333"/>
                    <a:pt x="348" y="333"/>
                  </a:cubicBezTo>
                  <a:cubicBezTo>
                    <a:pt x="348" y="333"/>
                    <a:pt x="348" y="333"/>
                    <a:pt x="347" y="333"/>
                  </a:cubicBezTo>
                  <a:cubicBezTo>
                    <a:pt x="347" y="333"/>
                    <a:pt x="347" y="333"/>
                    <a:pt x="347" y="333"/>
                  </a:cubicBezTo>
                  <a:cubicBezTo>
                    <a:pt x="346" y="334"/>
                    <a:pt x="346" y="334"/>
                    <a:pt x="346" y="334"/>
                  </a:cubicBezTo>
                  <a:cubicBezTo>
                    <a:pt x="345" y="334"/>
                    <a:pt x="345" y="334"/>
                    <a:pt x="345" y="334"/>
                  </a:cubicBezTo>
                  <a:cubicBezTo>
                    <a:pt x="345" y="334"/>
                    <a:pt x="344" y="335"/>
                    <a:pt x="344" y="335"/>
                  </a:cubicBezTo>
                  <a:cubicBezTo>
                    <a:pt x="345" y="335"/>
                    <a:pt x="345" y="335"/>
                    <a:pt x="345" y="335"/>
                  </a:cubicBezTo>
                  <a:cubicBezTo>
                    <a:pt x="346" y="335"/>
                    <a:pt x="347" y="335"/>
                    <a:pt x="348" y="334"/>
                  </a:cubicBezTo>
                  <a:close/>
                  <a:moveTo>
                    <a:pt x="196" y="331"/>
                  </a:moveTo>
                  <a:cubicBezTo>
                    <a:pt x="196" y="331"/>
                    <a:pt x="196" y="331"/>
                    <a:pt x="196" y="331"/>
                  </a:cubicBezTo>
                  <a:cubicBezTo>
                    <a:pt x="195" y="331"/>
                    <a:pt x="195" y="332"/>
                    <a:pt x="195" y="332"/>
                  </a:cubicBezTo>
                  <a:cubicBezTo>
                    <a:pt x="195" y="333"/>
                    <a:pt x="195" y="333"/>
                    <a:pt x="196" y="333"/>
                  </a:cubicBezTo>
                  <a:cubicBezTo>
                    <a:pt x="196" y="333"/>
                    <a:pt x="196" y="333"/>
                    <a:pt x="196" y="333"/>
                  </a:cubicBezTo>
                  <a:cubicBezTo>
                    <a:pt x="196" y="333"/>
                    <a:pt x="197" y="332"/>
                    <a:pt x="197" y="332"/>
                  </a:cubicBezTo>
                  <a:cubicBezTo>
                    <a:pt x="197" y="332"/>
                    <a:pt x="197" y="332"/>
                    <a:pt x="197" y="332"/>
                  </a:cubicBezTo>
                  <a:cubicBezTo>
                    <a:pt x="196" y="331"/>
                    <a:pt x="196" y="331"/>
                    <a:pt x="196" y="331"/>
                  </a:cubicBezTo>
                  <a:close/>
                  <a:moveTo>
                    <a:pt x="376" y="322"/>
                  </a:moveTo>
                  <a:cubicBezTo>
                    <a:pt x="376" y="322"/>
                    <a:pt x="376" y="322"/>
                    <a:pt x="376" y="322"/>
                  </a:cubicBezTo>
                  <a:cubicBezTo>
                    <a:pt x="376" y="322"/>
                    <a:pt x="376" y="322"/>
                    <a:pt x="376" y="322"/>
                  </a:cubicBezTo>
                  <a:cubicBezTo>
                    <a:pt x="377" y="322"/>
                    <a:pt x="378" y="322"/>
                    <a:pt x="378" y="322"/>
                  </a:cubicBezTo>
                  <a:cubicBezTo>
                    <a:pt x="378" y="322"/>
                    <a:pt x="378" y="322"/>
                    <a:pt x="379" y="322"/>
                  </a:cubicBezTo>
                  <a:cubicBezTo>
                    <a:pt x="379" y="322"/>
                    <a:pt x="379" y="322"/>
                    <a:pt x="379" y="322"/>
                  </a:cubicBezTo>
                  <a:cubicBezTo>
                    <a:pt x="379" y="321"/>
                    <a:pt x="379" y="321"/>
                    <a:pt x="378" y="321"/>
                  </a:cubicBezTo>
                  <a:cubicBezTo>
                    <a:pt x="377" y="321"/>
                    <a:pt x="377" y="321"/>
                    <a:pt x="376" y="322"/>
                  </a:cubicBezTo>
                  <a:close/>
                  <a:moveTo>
                    <a:pt x="442" y="363"/>
                  </a:moveTo>
                  <a:cubicBezTo>
                    <a:pt x="53" y="363"/>
                    <a:pt x="53" y="363"/>
                    <a:pt x="53" y="363"/>
                  </a:cubicBezTo>
                  <a:cubicBezTo>
                    <a:pt x="53" y="306"/>
                    <a:pt x="53" y="306"/>
                    <a:pt x="53" y="306"/>
                  </a:cubicBezTo>
                  <a:cubicBezTo>
                    <a:pt x="60" y="306"/>
                    <a:pt x="60" y="306"/>
                    <a:pt x="60" y="306"/>
                  </a:cubicBezTo>
                  <a:cubicBezTo>
                    <a:pt x="60" y="292"/>
                    <a:pt x="60" y="292"/>
                    <a:pt x="60" y="292"/>
                  </a:cubicBezTo>
                  <a:cubicBezTo>
                    <a:pt x="435" y="292"/>
                    <a:pt x="435" y="292"/>
                    <a:pt x="435" y="292"/>
                  </a:cubicBezTo>
                  <a:cubicBezTo>
                    <a:pt x="435" y="306"/>
                    <a:pt x="435" y="306"/>
                    <a:pt x="435" y="306"/>
                  </a:cubicBezTo>
                  <a:cubicBezTo>
                    <a:pt x="442" y="306"/>
                    <a:pt x="442" y="306"/>
                    <a:pt x="442" y="306"/>
                  </a:cubicBezTo>
                  <a:lnTo>
                    <a:pt x="442" y="363"/>
                  </a:lnTo>
                  <a:close/>
                  <a:moveTo>
                    <a:pt x="382" y="318"/>
                  </a:moveTo>
                  <a:cubicBezTo>
                    <a:pt x="382" y="318"/>
                    <a:pt x="382" y="318"/>
                    <a:pt x="383" y="318"/>
                  </a:cubicBezTo>
                  <a:cubicBezTo>
                    <a:pt x="383" y="318"/>
                    <a:pt x="383" y="318"/>
                    <a:pt x="383" y="318"/>
                  </a:cubicBezTo>
                  <a:cubicBezTo>
                    <a:pt x="383" y="318"/>
                    <a:pt x="383" y="318"/>
                    <a:pt x="383" y="318"/>
                  </a:cubicBezTo>
                  <a:cubicBezTo>
                    <a:pt x="383" y="318"/>
                    <a:pt x="383" y="318"/>
                    <a:pt x="384" y="318"/>
                  </a:cubicBezTo>
                  <a:cubicBezTo>
                    <a:pt x="384" y="318"/>
                    <a:pt x="384" y="318"/>
                    <a:pt x="384" y="318"/>
                  </a:cubicBezTo>
                  <a:cubicBezTo>
                    <a:pt x="384" y="317"/>
                    <a:pt x="384" y="317"/>
                    <a:pt x="384" y="316"/>
                  </a:cubicBezTo>
                  <a:cubicBezTo>
                    <a:pt x="385" y="316"/>
                    <a:pt x="385" y="316"/>
                    <a:pt x="385" y="316"/>
                  </a:cubicBezTo>
                  <a:cubicBezTo>
                    <a:pt x="385" y="315"/>
                    <a:pt x="385" y="315"/>
                    <a:pt x="385" y="315"/>
                  </a:cubicBezTo>
                  <a:cubicBezTo>
                    <a:pt x="385" y="315"/>
                    <a:pt x="385" y="315"/>
                    <a:pt x="385" y="315"/>
                  </a:cubicBezTo>
                  <a:cubicBezTo>
                    <a:pt x="385" y="315"/>
                    <a:pt x="385" y="315"/>
                    <a:pt x="384" y="315"/>
                  </a:cubicBezTo>
                  <a:cubicBezTo>
                    <a:pt x="384" y="315"/>
                    <a:pt x="383" y="315"/>
                    <a:pt x="383" y="315"/>
                  </a:cubicBezTo>
                  <a:cubicBezTo>
                    <a:pt x="383" y="315"/>
                    <a:pt x="383" y="316"/>
                    <a:pt x="383" y="316"/>
                  </a:cubicBezTo>
                  <a:cubicBezTo>
                    <a:pt x="383" y="316"/>
                    <a:pt x="383" y="317"/>
                    <a:pt x="383" y="317"/>
                  </a:cubicBezTo>
                  <a:cubicBezTo>
                    <a:pt x="383" y="317"/>
                    <a:pt x="382" y="317"/>
                    <a:pt x="382" y="318"/>
                  </a:cubicBezTo>
                  <a:close/>
                  <a:moveTo>
                    <a:pt x="373" y="310"/>
                  </a:moveTo>
                  <a:cubicBezTo>
                    <a:pt x="373" y="310"/>
                    <a:pt x="373" y="311"/>
                    <a:pt x="373" y="311"/>
                  </a:cubicBezTo>
                  <a:cubicBezTo>
                    <a:pt x="373" y="311"/>
                    <a:pt x="373" y="311"/>
                    <a:pt x="374" y="311"/>
                  </a:cubicBezTo>
                  <a:cubicBezTo>
                    <a:pt x="374" y="311"/>
                    <a:pt x="374" y="311"/>
                    <a:pt x="374" y="311"/>
                  </a:cubicBezTo>
                  <a:cubicBezTo>
                    <a:pt x="375" y="311"/>
                    <a:pt x="375" y="311"/>
                    <a:pt x="375" y="312"/>
                  </a:cubicBezTo>
                  <a:cubicBezTo>
                    <a:pt x="375" y="312"/>
                    <a:pt x="376" y="312"/>
                    <a:pt x="376" y="312"/>
                  </a:cubicBezTo>
                  <a:cubicBezTo>
                    <a:pt x="376" y="313"/>
                    <a:pt x="376" y="313"/>
                    <a:pt x="377" y="313"/>
                  </a:cubicBezTo>
                  <a:cubicBezTo>
                    <a:pt x="377" y="313"/>
                    <a:pt x="377" y="313"/>
                    <a:pt x="377" y="314"/>
                  </a:cubicBezTo>
                  <a:cubicBezTo>
                    <a:pt x="378" y="314"/>
                    <a:pt x="378" y="314"/>
                    <a:pt x="378" y="314"/>
                  </a:cubicBezTo>
                  <a:cubicBezTo>
                    <a:pt x="378" y="314"/>
                    <a:pt x="378" y="314"/>
                    <a:pt x="378" y="313"/>
                  </a:cubicBezTo>
                  <a:cubicBezTo>
                    <a:pt x="379" y="313"/>
                    <a:pt x="379" y="313"/>
                    <a:pt x="379" y="313"/>
                  </a:cubicBezTo>
                  <a:cubicBezTo>
                    <a:pt x="379" y="313"/>
                    <a:pt x="379" y="312"/>
                    <a:pt x="379" y="312"/>
                  </a:cubicBezTo>
                  <a:cubicBezTo>
                    <a:pt x="379" y="312"/>
                    <a:pt x="379" y="312"/>
                    <a:pt x="379" y="312"/>
                  </a:cubicBezTo>
                  <a:cubicBezTo>
                    <a:pt x="378" y="312"/>
                    <a:pt x="378" y="312"/>
                    <a:pt x="378" y="312"/>
                  </a:cubicBezTo>
                  <a:cubicBezTo>
                    <a:pt x="377" y="311"/>
                    <a:pt x="376" y="310"/>
                    <a:pt x="376" y="309"/>
                  </a:cubicBezTo>
                  <a:cubicBezTo>
                    <a:pt x="376" y="309"/>
                    <a:pt x="375" y="309"/>
                    <a:pt x="375" y="309"/>
                  </a:cubicBezTo>
                  <a:cubicBezTo>
                    <a:pt x="375" y="309"/>
                    <a:pt x="375" y="309"/>
                    <a:pt x="375" y="309"/>
                  </a:cubicBezTo>
                  <a:cubicBezTo>
                    <a:pt x="375" y="309"/>
                    <a:pt x="374" y="309"/>
                    <a:pt x="374" y="309"/>
                  </a:cubicBezTo>
                  <a:cubicBezTo>
                    <a:pt x="374" y="309"/>
                    <a:pt x="374" y="309"/>
                    <a:pt x="374" y="309"/>
                  </a:cubicBezTo>
                  <a:cubicBezTo>
                    <a:pt x="373" y="309"/>
                    <a:pt x="373" y="309"/>
                    <a:pt x="373" y="310"/>
                  </a:cubicBezTo>
                  <a:close/>
                  <a:moveTo>
                    <a:pt x="349" y="315"/>
                  </a:moveTo>
                  <a:cubicBezTo>
                    <a:pt x="349" y="315"/>
                    <a:pt x="349" y="316"/>
                    <a:pt x="349" y="316"/>
                  </a:cubicBezTo>
                  <a:cubicBezTo>
                    <a:pt x="349" y="316"/>
                    <a:pt x="349" y="316"/>
                    <a:pt x="350" y="316"/>
                  </a:cubicBezTo>
                  <a:cubicBezTo>
                    <a:pt x="350" y="316"/>
                    <a:pt x="350" y="316"/>
                    <a:pt x="350" y="317"/>
                  </a:cubicBezTo>
                  <a:cubicBezTo>
                    <a:pt x="350" y="317"/>
                    <a:pt x="350" y="317"/>
                    <a:pt x="350" y="318"/>
                  </a:cubicBezTo>
                  <a:cubicBezTo>
                    <a:pt x="350" y="318"/>
                    <a:pt x="350" y="318"/>
                    <a:pt x="350" y="318"/>
                  </a:cubicBezTo>
                  <a:cubicBezTo>
                    <a:pt x="350" y="318"/>
                    <a:pt x="351" y="319"/>
                    <a:pt x="351" y="318"/>
                  </a:cubicBezTo>
                  <a:cubicBezTo>
                    <a:pt x="351" y="318"/>
                    <a:pt x="352" y="318"/>
                    <a:pt x="352" y="318"/>
                  </a:cubicBezTo>
                  <a:cubicBezTo>
                    <a:pt x="352" y="318"/>
                    <a:pt x="352" y="318"/>
                    <a:pt x="352" y="318"/>
                  </a:cubicBezTo>
                  <a:cubicBezTo>
                    <a:pt x="352" y="317"/>
                    <a:pt x="352" y="317"/>
                    <a:pt x="352" y="317"/>
                  </a:cubicBezTo>
                  <a:cubicBezTo>
                    <a:pt x="352" y="317"/>
                    <a:pt x="352" y="316"/>
                    <a:pt x="351" y="316"/>
                  </a:cubicBezTo>
                  <a:cubicBezTo>
                    <a:pt x="351" y="316"/>
                    <a:pt x="351" y="315"/>
                    <a:pt x="351" y="315"/>
                  </a:cubicBezTo>
                  <a:cubicBezTo>
                    <a:pt x="351" y="315"/>
                    <a:pt x="351" y="315"/>
                    <a:pt x="350" y="315"/>
                  </a:cubicBezTo>
                  <a:cubicBezTo>
                    <a:pt x="350" y="315"/>
                    <a:pt x="350" y="315"/>
                    <a:pt x="350" y="315"/>
                  </a:cubicBezTo>
                  <a:cubicBezTo>
                    <a:pt x="350" y="315"/>
                    <a:pt x="350" y="315"/>
                    <a:pt x="350" y="315"/>
                  </a:cubicBezTo>
                  <a:cubicBezTo>
                    <a:pt x="350" y="315"/>
                    <a:pt x="349" y="315"/>
                    <a:pt x="349" y="315"/>
                  </a:cubicBezTo>
                  <a:close/>
                  <a:moveTo>
                    <a:pt x="307" y="328"/>
                  </a:moveTo>
                  <a:cubicBezTo>
                    <a:pt x="307" y="327"/>
                    <a:pt x="306" y="327"/>
                    <a:pt x="306" y="327"/>
                  </a:cubicBezTo>
                  <a:cubicBezTo>
                    <a:pt x="306" y="327"/>
                    <a:pt x="306" y="326"/>
                    <a:pt x="305" y="326"/>
                  </a:cubicBezTo>
                  <a:cubicBezTo>
                    <a:pt x="305" y="327"/>
                    <a:pt x="305" y="327"/>
                    <a:pt x="305" y="327"/>
                  </a:cubicBezTo>
                  <a:cubicBezTo>
                    <a:pt x="305" y="327"/>
                    <a:pt x="305" y="328"/>
                    <a:pt x="305" y="328"/>
                  </a:cubicBezTo>
                  <a:cubicBezTo>
                    <a:pt x="305" y="328"/>
                    <a:pt x="305" y="329"/>
                    <a:pt x="305" y="329"/>
                  </a:cubicBezTo>
                  <a:cubicBezTo>
                    <a:pt x="305" y="329"/>
                    <a:pt x="305" y="329"/>
                    <a:pt x="306" y="329"/>
                  </a:cubicBezTo>
                  <a:cubicBezTo>
                    <a:pt x="306" y="329"/>
                    <a:pt x="306" y="329"/>
                    <a:pt x="306" y="330"/>
                  </a:cubicBezTo>
                  <a:cubicBezTo>
                    <a:pt x="305" y="330"/>
                    <a:pt x="305" y="330"/>
                    <a:pt x="306" y="330"/>
                  </a:cubicBezTo>
                  <a:cubicBezTo>
                    <a:pt x="306" y="330"/>
                    <a:pt x="306" y="330"/>
                    <a:pt x="306" y="330"/>
                  </a:cubicBezTo>
                  <a:cubicBezTo>
                    <a:pt x="306" y="330"/>
                    <a:pt x="306" y="330"/>
                    <a:pt x="307" y="330"/>
                  </a:cubicBezTo>
                  <a:cubicBezTo>
                    <a:pt x="307" y="330"/>
                    <a:pt x="307" y="330"/>
                    <a:pt x="307" y="330"/>
                  </a:cubicBezTo>
                  <a:cubicBezTo>
                    <a:pt x="308" y="330"/>
                    <a:pt x="308" y="329"/>
                    <a:pt x="308" y="329"/>
                  </a:cubicBezTo>
                  <a:cubicBezTo>
                    <a:pt x="308" y="329"/>
                    <a:pt x="308" y="329"/>
                    <a:pt x="308" y="329"/>
                  </a:cubicBezTo>
                  <a:cubicBezTo>
                    <a:pt x="307" y="328"/>
                    <a:pt x="307" y="328"/>
                    <a:pt x="307" y="328"/>
                  </a:cubicBezTo>
                  <a:close/>
                  <a:moveTo>
                    <a:pt x="296" y="315"/>
                  </a:moveTo>
                  <a:cubicBezTo>
                    <a:pt x="296" y="315"/>
                    <a:pt x="296" y="316"/>
                    <a:pt x="296" y="316"/>
                  </a:cubicBezTo>
                  <a:cubicBezTo>
                    <a:pt x="296" y="316"/>
                    <a:pt x="296" y="316"/>
                    <a:pt x="296" y="316"/>
                  </a:cubicBezTo>
                  <a:cubicBezTo>
                    <a:pt x="296" y="317"/>
                    <a:pt x="296" y="317"/>
                    <a:pt x="296" y="318"/>
                  </a:cubicBezTo>
                  <a:cubicBezTo>
                    <a:pt x="296" y="318"/>
                    <a:pt x="296" y="319"/>
                    <a:pt x="296" y="319"/>
                  </a:cubicBezTo>
                  <a:cubicBezTo>
                    <a:pt x="296" y="319"/>
                    <a:pt x="296" y="319"/>
                    <a:pt x="296" y="319"/>
                  </a:cubicBezTo>
                  <a:cubicBezTo>
                    <a:pt x="296" y="320"/>
                    <a:pt x="296" y="320"/>
                    <a:pt x="296" y="320"/>
                  </a:cubicBezTo>
                  <a:cubicBezTo>
                    <a:pt x="296" y="320"/>
                    <a:pt x="296" y="321"/>
                    <a:pt x="296" y="321"/>
                  </a:cubicBezTo>
                  <a:cubicBezTo>
                    <a:pt x="296" y="321"/>
                    <a:pt x="296" y="321"/>
                    <a:pt x="296" y="322"/>
                  </a:cubicBezTo>
                  <a:cubicBezTo>
                    <a:pt x="296" y="322"/>
                    <a:pt x="297" y="322"/>
                    <a:pt x="297" y="323"/>
                  </a:cubicBezTo>
                  <a:cubicBezTo>
                    <a:pt x="297" y="323"/>
                    <a:pt x="297" y="323"/>
                    <a:pt x="297" y="323"/>
                  </a:cubicBezTo>
                  <a:cubicBezTo>
                    <a:pt x="297" y="323"/>
                    <a:pt x="297" y="323"/>
                    <a:pt x="297" y="323"/>
                  </a:cubicBezTo>
                  <a:cubicBezTo>
                    <a:pt x="297" y="323"/>
                    <a:pt x="298" y="323"/>
                    <a:pt x="298" y="323"/>
                  </a:cubicBezTo>
                  <a:cubicBezTo>
                    <a:pt x="298" y="323"/>
                    <a:pt x="299" y="323"/>
                    <a:pt x="299" y="322"/>
                  </a:cubicBezTo>
                  <a:cubicBezTo>
                    <a:pt x="299" y="322"/>
                    <a:pt x="300" y="322"/>
                    <a:pt x="300" y="322"/>
                  </a:cubicBezTo>
                  <a:cubicBezTo>
                    <a:pt x="300" y="322"/>
                    <a:pt x="300" y="322"/>
                    <a:pt x="301" y="322"/>
                  </a:cubicBezTo>
                  <a:cubicBezTo>
                    <a:pt x="301" y="322"/>
                    <a:pt x="301" y="322"/>
                    <a:pt x="301" y="322"/>
                  </a:cubicBezTo>
                  <a:cubicBezTo>
                    <a:pt x="301" y="322"/>
                    <a:pt x="302" y="322"/>
                    <a:pt x="302" y="322"/>
                  </a:cubicBezTo>
                  <a:cubicBezTo>
                    <a:pt x="302" y="322"/>
                    <a:pt x="302" y="322"/>
                    <a:pt x="302" y="322"/>
                  </a:cubicBezTo>
                  <a:cubicBezTo>
                    <a:pt x="303" y="322"/>
                    <a:pt x="303" y="322"/>
                    <a:pt x="303" y="322"/>
                  </a:cubicBezTo>
                  <a:cubicBezTo>
                    <a:pt x="303" y="322"/>
                    <a:pt x="304" y="321"/>
                    <a:pt x="304" y="321"/>
                  </a:cubicBezTo>
                  <a:cubicBezTo>
                    <a:pt x="304" y="320"/>
                    <a:pt x="304" y="319"/>
                    <a:pt x="304" y="319"/>
                  </a:cubicBezTo>
                  <a:cubicBezTo>
                    <a:pt x="304" y="319"/>
                    <a:pt x="304" y="319"/>
                    <a:pt x="304" y="319"/>
                  </a:cubicBezTo>
                  <a:cubicBezTo>
                    <a:pt x="304" y="318"/>
                    <a:pt x="304" y="318"/>
                    <a:pt x="304" y="317"/>
                  </a:cubicBezTo>
                  <a:cubicBezTo>
                    <a:pt x="304" y="317"/>
                    <a:pt x="304" y="316"/>
                    <a:pt x="305" y="315"/>
                  </a:cubicBezTo>
                  <a:cubicBezTo>
                    <a:pt x="305" y="315"/>
                    <a:pt x="305" y="315"/>
                    <a:pt x="305" y="315"/>
                  </a:cubicBezTo>
                  <a:cubicBezTo>
                    <a:pt x="305" y="314"/>
                    <a:pt x="305" y="314"/>
                    <a:pt x="305" y="313"/>
                  </a:cubicBezTo>
                  <a:cubicBezTo>
                    <a:pt x="305" y="313"/>
                    <a:pt x="305" y="313"/>
                    <a:pt x="305" y="312"/>
                  </a:cubicBezTo>
                  <a:cubicBezTo>
                    <a:pt x="305" y="312"/>
                    <a:pt x="304" y="312"/>
                    <a:pt x="304" y="312"/>
                  </a:cubicBezTo>
                  <a:cubicBezTo>
                    <a:pt x="304" y="311"/>
                    <a:pt x="304" y="311"/>
                    <a:pt x="303" y="311"/>
                  </a:cubicBezTo>
                  <a:cubicBezTo>
                    <a:pt x="303" y="311"/>
                    <a:pt x="302" y="311"/>
                    <a:pt x="302" y="312"/>
                  </a:cubicBezTo>
                  <a:cubicBezTo>
                    <a:pt x="302" y="312"/>
                    <a:pt x="302" y="312"/>
                    <a:pt x="302" y="312"/>
                  </a:cubicBezTo>
                  <a:cubicBezTo>
                    <a:pt x="301" y="312"/>
                    <a:pt x="301" y="313"/>
                    <a:pt x="301" y="313"/>
                  </a:cubicBezTo>
                  <a:cubicBezTo>
                    <a:pt x="300" y="313"/>
                    <a:pt x="300" y="313"/>
                    <a:pt x="300" y="313"/>
                  </a:cubicBezTo>
                  <a:cubicBezTo>
                    <a:pt x="300" y="313"/>
                    <a:pt x="299" y="314"/>
                    <a:pt x="300" y="314"/>
                  </a:cubicBezTo>
                  <a:cubicBezTo>
                    <a:pt x="300" y="314"/>
                    <a:pt x="300" y="314"/>
                    <a:pt x="300" y="314"/>
                  </a:cubicBezTo>
                  <a:cubicBezTo>
                    <a:pt x="301" y="314"/>
                    <a:pt x="301" y="314"/>
                    <a:pt x="301" y="314"/>
                  </a:cubicBezTo>
                  <a:cubicBezTo>
                    <a:pt x="302" y="314"/>
                    <a:pt x="302" y="314"/>
                    <a:pt x="302" y="314"/>
                  </a:cubicBezTo>
                  <a:cubicBezTo>
                    <a:pt x="302" y="314"/>
                    <a:pt x="302" y="315"/>
                    <a:pt x="302" y="315"/>
                  </a:cubicBezTo>
                  <a:cubicBezTo>
                    <a:pt x="302" y="316"/>
                    <a:pt x="302" y="316"/>
                    <a:pt x="302" y="316"/>
                  </a:cubicBezTo>
                  <a:cubicBezTo>
                    <a:pt x="302" y="317"/>
                    <a:pt x="302" y="317"/>
                    <a:pt x="302" y="318"/>
                  </a:cubicBezTo>
                  <a:cubicBezTo>
                    <a:pt x="302" y="319"/>
                    <a:pt x="302" y="319"/>
                    <a:pt x="301" y="319"/>
                  </a:cubicBezTo>
                  <a:cubicBezTo>
                    <a:pt x="301" y="319"/>
                    <a:pt x="301" y="319"/>
                    <a:pt x="301" y="319"/>
                  </a:cubicBezTo>
                  <a:cubicBezTo>
                    <a:pt x="301" y="319"/>
                    <a:pt x="300" y="319"/>
                    <a:pt x="300" y="320"/>
                  </a:cubicBezTo>
                  <a:cubicBezTo>
                    <a:pt x="300" y="320"/>
                    <a:pt x="299" y="320"/>
                    <a:pt x="299" y="319"/>
                  </a:cubicBezTo>
                  <a:cubicBezTo>
                    <a:pt x="299" y="319"/>
                    <a:pt x="299" y="319"/>
                    <a:pt x="299" y="319"/>
                  </a:cubicBezTo>
                  <a:cubicBezTo>
                    <a:pt x="299" y="319"/>
                    <a:pt x="299" y="318"/>
                    <a:pt x="299" y="318"/>
                  </a:cubicBezTo>
                  <a:cubicBezTo>
                    <a:pt x="300" y="318"/>
                    <a:pt x="300" y="318"/>
                    <a:pt x="300" y="318"/>
                  </a:cubicBezTo>
                  <a:cubicBezTo>
                    <a:pt x="301" y="318"/>
                    <a:pt x="301" y="318"/>
                    <a:pt x="301" y="318"/>
                  </a:cubicBezTo>
                  <a:cubicBezTo>
                    <a:pt x="301" y="318"/>
                    <a:pt x="301" y="318"/>
                    <a:pt x="301" y="317"/>
                  </a:cubicBezTo>
                  <a:cubicBezTo>
                    <a:pt x="301" y="317"/>
                    <a:pt x="301" y="316"/>
                    <a:pt x="301" y="316"/>
                  </a:cubicBezTo>
                  <a:cubicBezTo>
                    <a:pt x="301" y="315"/>
                    <a:pt x="301" y="315"/>
                    <a:pt x="300" y="315"/>
                  </a:cubicBezTo>
                  <a:cubicBezTo>
                    <a:pt x="300" y="315"/>
                    <a:pt x="300" y="315"/>
                    <a:pt x="300" y="315"/>
                  </a:cubicBezTo>
                  <a:cubicBezTo>
                    <a:pt x="300" y="316"/>
                    <a:pt x="300" y="316"/>
                    <a:pt x="299" y="316"/>
                  </a:cubicBezTo>
                  <a:cubicBezTo>
                    <a:pt x="299" y="316"/>
                    <a:pt x="299" y="315"/>
                    <a:pt x="299" y="315"/>
                  </a:cubicBezTo>
                  <a:cubicBezTo>
                    <a:pt x="299" y="315"/>
                    <a:pt x="299" y="315"/>
                    <a:pt x="299" y="315"/>
                  </a:cubicBezTo>
                  <a:cubicBezTo>
                    <a:pt x="299" y="315"/>
                    <a:pt x="299" y="314"/>
                    <a:pt x="299" y="314"/>
                  </a:cubicBezTo>
                  <a:cubicBezTo>
                    <a:pt x="299" y="314"/>
                    <a:pt x="299" y="314"/>
                    <a:pt x="299" y="314"/>
                  </a:cubicBezTo>
                  <a:cubicBezTo>
                    <a:pt x="299" y="314"/>
                    <a:pt x="298" y="314"/>
                    <a:pt x="298" y="314"/>
                  </a:cubicBezTo>
                  <a:cubicBezTo>
                    <a:pt x="298" y="313"/>
                    <a:pt x="298" y="313"/>
                    <a:pt x="297" y="313"/>
                  </a:cubicBezTo>
                  <a:cubicBezTo>
                    <a:pt x="297" y="313"/>
                    <a:pt x="297" y="313"/>
                    <a:pt x="297" y="313"/>
                  </a:cubicBezTo>
                  <a:cubicBezTo>
                    <a:pt x="296" y="313"/>
                    <a:pt x="296" y="314"/>
                    <a:pt x="296" y="314"/>
                  </a:cubicBezTo>
                  <a:cubicBezTo>
                    <a:pt x="296" y="314"/>
                    <a:pt x="296" y="315"/>
                    <a:pt x="296" y="315"/>
                  </a:cubicBezTo>
                  <a:cubicBezTo>
                    <a:pt x="295" y="315"/>
                    <a:pt x="295" y="315"/>
                    <a:pt x="296" y="315"/>
                  </a:cubicBezTo>
                  <a:close/>
                  <a:moveTo>
                    <a:pt x="272" y="311"/>
                  </a:moveTo>
                  <a:cubicBezTo>
                    <a:pt x="272" y="311"/>
                    <a:pt x="272" y="312"/>
                    <a:pt x="272" y="312"/>
                  </a:cubicBezTo>
                  <a:cubicBezTo>
                    <a:pt x="273" y="312"/>
                    <a:pt x="273" y="312"/>
                    <a:pt x="273" y="312"/>
                  </a:cubicBezTo>
                  <a:cubicBezTo>
                    <a:pt x="273" y="313"/>
                    <a:pt x="273" y="313"/>
                    <a:pt x="273" y="313"/>
                  </a:cubicBezTo>
                  <a:cubicBezTo>
                    <a:pt x="274" y="314"/>
                    <a:pt x="274" y="314"/>
                    <a:pt x="274" y="314"/>
                  </a:cubicBezTo>
                  <a:cubicBezTo>
                    <a:pt x="275" y="314"/>
                    <a:pt x="275" y="314"/>
                    <a:pt x="275" y="314"/>
                  </a:cubicBezTo>
                  <a:cubicBezTo>
                    <a:pt x="275" y="314"/>
                    <a:pt x="276" y="314"/>
                    <a:pt x="276" y="313"/>
                  </a:cubicBezTo>
                  <a:cubicBezTo>
                    <a:pt x="276" y="313"/>
                    <a:pt x="276" y="313"/>
                    <a:pt x="276" y="312"/>
                  </a:cubicBezTo>
                  <a:cubicBezTo>
                    <a:pt x="275" y="312"/>
                    <a:pt x="275" y="312"/>
                    <a:pt x="275" y="312"/>
                  </a:cubicBezTo>
                  <a:cubicBezTo>
                    <a:pt x="275" y="311"/>
                    <a:pt x="275" y="311"/>
                    <a:pt x="274" y="311"/>
                  </a:cubicBezTo>
                  <a:cubicBezTo>
                    <a:pt x="274" y="310"/>
                    <a:pt x="273" y="310"/>
                    <a:pt x="273" y="310"/>
                  </a:cubicBezTo>
                  <a:cubicBezTo>
                    <a:pt x="273" y="310"/>
                    <a:pt x="273" y="310"/>
                    <a:pt x="273" y="310"/>
                  </a:cubicBezTo>
                  <a:cubicBezTo>
                    <a:pt x="272" y="310"/>
                    <a:pt x="272" y="310"/>
                    <a:pt x="272" y="311"/>
                  </a:cubicBezTo>
                  <a:cubicBezTo>
                    <a:pt x="272" y="311"/>
                    <a:pt x="272" y="311"/>
                    <a:pt x="272" y="311"/>
                  </a:cubicBezTo>
                  <a:close/>
                  <a:moveTo>
                    <a:pt x="276" y="322"/>
                  </a:moveTo>
                  <a:cubicBezTo>
                    <a:pt x="275" y="322"/>
                    <a:pt x="275" y="322"/>
                    <a:pt x="274" y="322"/>
                  </a:cubicBezTo>
                  <a:cubicBezTo>
                    <a:pt x="274" y="321"/>
                    <a:pt x="274" y="322"/>
                    <a:pt x="274" y="322"/>
                  </a:cubicBezTo>
                  <a:cubicBezTo>
                    <a:pt x="274" y="322"/>
                    <a:pt x="273" y="323"/>
                    <a:pt x="273" y="323"/>
                  </a:cubicBezTo>
                  <a:cubicBezTo>
                    <a:pt x="273" y="323"/>
                    <a:pt x="272" y="324"/>
                    <a:pt x="272" y="324"/>
                  </a:cubicBezTo>
                  <a:cubicBezTo>
                    <a:pt x="272" y="324"/>
                    <a:pt x="271" y="324"/>
                    <a:pt x="271" y="325"/>
                  </a:cubicBezTo>
                  <a:cubicBezTo>
                    <a:pt x="271" y="325"/>
                    <a:pt x="271" y="325"/>
                    <a:pt x="271" y="325"/>
                  </a:cubicBezTo>
                  <a:cubicBezTo>
                    <a:pt x="271" y="325"/>
                    <a:pt x="272" y="326"/>
                    <a:pt x="272" y="325"/>
                  </a:cubicBezTo>
                  <a:cubicBezTo>
                    <a:pt x="272" y="325"/>
                    <a:pt x="272" y="325"/>
                    <a:pt x="272" y="325"/>
                  </a:cubicBezTo>
                  <a:cubicBezTo>
                    <a:pt x="272" y="325"/>
                    <a:pt x="273" y="325"/>
                    <a:pt x="274" y="325"/>
                  </a:cubicBezTo>
                  <a:cubicBezTo>
                    <a:pt x="274" y="325"/>
                    <a:pt x="274" y="325"/>
                    <a:pt x="274" y="325"/>
                  </a:cubicBezTo>
                  <a:cubicBezTo>
                    <a:pt x="274" y="324"/>
                    <a:pt x="275" y="324"/>
                    <a:pt x="275" y="323"/>
                  </a:cubicBezTo>
                  <a:cubicBezTo>
                    <a:pt x="275" y="323"/>
                    <a:pt x="275" y="323"/>
                    <a:pt x="276" y="323"/>
                  </a:cubicBezTo>
                  <a:cubicBezTo>
                    <a:pt x="276" y="323"/>
                    <a:pt x="276" y="322"/>
                    <a:pt x="276" y="322"/>
                  </a:cubicBezTo>
                  <a:close/>
                  <a:moveTo>
                    <a:pt x="221" y="310"/>
                  </a:moveTo>
                  <a:cubicBezTo>
                    <a:pt x="221" y="310"/>
                    <a:pt x="221" y="310"/>
                    <a:pt x="221" y="311"/>
                  </a:cubicBezTo>
                  <a:cubicBezTo>
                    <a:pt x="221" y="311"/>
                    <a:pt x="222" y="312"/>
                    <a:pt x="222" y="312"/>
                  </a:cubicBezTo>
                  <a:cubicBezTo>
                    <a:pt x="222" y="312"/>
                    <a:pt x="222" y="313"/>
                    <a:pt x="222" y="313"/>
                  </a:cubicBezTo>
                  <a:cubicBezTo>
                    <a:pt x="222" y="313"/>
                    <a:pt x="222" y="313"/>
                    <a:pt x="222" y="313"/>
                  </a:cubicBezTo>
                  <a:cubicBezTo>
                    <a:pt x="222" y="314"/>
                    <a:pt x="223" y="314"/>
                    <a:pt x="223" y="314"/>
                  </a:cubicBezTo>
                  <a:cubicBezTo>
                    <a:pt x="223" y="314"/>
                    <a:pt x="223" y="314"/>
                    <a:pt x="223" y="314"/>
                  </a:cubicBezTo>
                  <a:cubicBezTo>
                    <a:pt x="223" y="314"/>
                    <a:pt x="223" y="314"/>
                    <a:pt x="223" y="314"/>
                  </a:cubicBezTo>
                  <a:cubicBezTo>
                    <a:pt x="223" y="314"/>
                    <a:pt x="223" y="314"/>
                    <a:pt x="223" y="314"/>
                  </a:cubicBezTo>
                  <a:cubicBezTo>
                    <a:pt x="224" y="314"/>
                    <a:pt x="224" y="314"/>
                    <a:pt x="224" y="314"/>
                  </a:cubicBezTo>
                  <a:cubicBezTo>
                    <a:pt x="224" y="313"/>
                    <a:pt x="224" y="313"/>
                    <a:pt x="225" y="314"/>
                  </a:cubicBezTo>
                  <a:cubicBezTo>
                    <a:pt x="225" y="314"/>
                    <a:pt x="225" y="314"/>
                    <a:pt x="226" y="314"/>
                  </a:cubicBezTo>
                  <a:cubicBezTo>
                    <a:pt x="226" y="314"/>
                    <a:pt x="226" y="315"/>
                    <a:pt x="227" y="315"/>
                  </a:cubicBezTo>
                  <a:cubicBezTo>
                    <a:pt x="227" y="315"/>
                    <a:pt x="227" y="315"/>
                    <a:pt x="227" y="315"/>
                  </a:cubicBezTo>
                  <a:cubicBezTo>
                    <a:pt x="227" y="315"/>
                    <a:pt x="228" y="314"/>
                    <a:pt x="227" y="314"/>
                  </a:cubicBezTo>
                  <a:cubicBezTo>
                    <a:pt x="227" y="314"/>
                    <a:pt x="227" y="314"/>
                    <a:pt x="227" y="314"/>
                  </a:cubicBezTo>
                  <a:cubicBezTo>
                    <a:pt x="227" y="313"/>
                    <a:pt x="227" y="313"/>
                    <a:pt x="228" y="312"/>
                  </a:cubicBezTo>
                  <a:cubicBezTo>
                    <a:pt x="228" y="312"/>
                    <a:pt x="228" y="312"/>
                    <a:pt x="227" y="312"/>
                  </a:cubicBezTo>
                  <a:cubicBezTo>
                    <a:pt x="227" y="312"/>
                    <a:pt x="227" y="312"/>
                    <a:pt x="227" y="312"/>
                  </a:cubicBezTo>
                  <a:cubicBezTo>
                    <a:pt x="227" y="312"/>
                    <a:pt x="227" y="311"/>
                    <a:pt x="226" y="311"/>
                  </a:cubicBezTo>
                  <a:cubicBezTo>
                    <a:pt x="226" y="311"/>
                    <a:pt x="226" y="311"/>
                    <a:pt x="226" y="311"/>
                  </a:cubicBezTo>
                  <a:cubicBezTo>
                    <a:pt x="226" y="311"/>
                    <a:pt x="226" y="311"/>
                    <a:pt x="225" y="310"/>
                  </a:cubicBezTo>
                  <a:cubicBezTo>
                    <a:pt x="225" y="310"/>
                    <a:pt x="225" y="310"/>
                    <a:pt x="225" y="310"/>
                  </a:cubicBezTo>
                  <a:cubicBezTo>
                    <a:pt x="225" y="310"/>
                    <a:pt x="225" y="310"/>
                    <a:pt x="225" y="310"/>
                  </a:cubicBezTo>
                  <a:cubicBezTo>
                    <a:pt x="225" y="310"/>
                    <a:pt x="224" y="310"/>
                    <a:pt x="224" y="310"/>
                  </a:cubicBezTo>
                  <a:cubicBezTo>
                    <a:pt x="224" y="310"/>
                    <a:pt x="224" y="309"/>
                    <a:pt x="223" y="309"/>
                  </a:cubicBezTo>
                  <a:cubicBezTo>
                    <a:pt x="223" y="309"/>
                    <a:pt x="223" y="309"/>
                    <a:pt x="222" y="309"/>
                  </a:cubicBezTo>
                  <a:cubicBezTo>
                    <a:pt x="222" y="309"/>
                    <a:pt x="222" y="309"/>
                    <a:pt x="222" y="309"/>
                  </a:cubicBezTo>
                  <a:cubicBezTo>
                    <a:pt x="222" y="309"/>
                    <a:pt x="222" y="309"/>
                    <a:pt x="221" y="309"/>
                  </a:cubicBezTo>
                  <a:cubicBezTo>
                    <a:pt x="221" y="310"/>
                    <a:pt x="221" y="310"/>
                    <a:pt x="221" y="310"/>
                  </a:cubicBezTo>
                  <a:close/>
                  <a:moveTo>
                    <a:pt x="203" y="317"/>
                  </a:moveTo>
                  <a:cubicBezTo>
                    <a:pt x="203" y="318"/>
                    <a:pt x="203" y="318"/>
                    <a:pt x="203" y="319"/>
                  </a:cubicBezTo>
                  <a:cubicBezTo>
                    <a:pt x="203" y="319"/>
                    <a:pt x="203" y="319"/>
                    <a:pt x="203" y="319"/>
                  </a:cubicBezTo>
                  <a:cubicBezTo>
                    <a:pt x="203" y="319"/>
                    <a:pt x="203" y="320"/>
                    <a:pt x="203" y="320"/>
                  </a:cubicBezTo>
                  <a:cubicBezTo>
                    <a:pt x="204" y="320"/>
                    <a:pt x="204" y="320"/>
                    <a:pt x="204" y="320"/>
                  </a:cubicBezTo>
                  <a:cubicBezTo>
                    <a:pt x="204" y="320"/>
                    <a:pt x="204" y="319"/>
                    <a:pt x="204" y="319"/>
                  </a:cubicBezTo>
                  <a:cubicBezTo>
                    <a:pt x="205" y="319"/>
                    <a:pt x="205" y="319"/>
                    <a:pt x="205" y="318"/>
                  </a:cubicBezTo>
                  <a:cubicBezTo>
                    <a:pt x="204" y="318"/>
                    <a:pt x="204" y="317"/>
                    <a:pt x="204" y="317"/>
                  </a:cubicBezTo>
                  <a:cubicBezTo>
                    <a:pt x="204" y="317"/>
                    <a:pt x="203" y="317"/>
                    <a:pt x="203" y="317"/>
                  </a:cubicBezTo>
                  <a:cubicBezTo>
                    <a:pt x="203" y="317"/>
                    <a:pt x="203" y="317"/>
                    <a:pt x="203" y="317"/>
                  </a:cubicBezTo>
                  <a:close/>
                  <a:moveTo>
                    <a:pt x="124" y="320"/>
                  </a:moveTo>
                  <a:cubicBezTo>
                    <a:pt x="124" y="320"/>
                    <a:pt x="124" y="319"/>
                    <a:pt x="124" y="319"/>
                  </a:cubicBezTo>
                  <a:cubicBezTo>
                    <a:pt x="124" y="318"/>
                    <a:pt x="124" y="318"/>
                    <a:pt x="124" y="318"/>
                  </a:cubicBezTo>
                  <a:cubicBezTo>
                    <a:pt x="124" y="317"/>
                    <a:pt x="124" y="317"/>
                    <a:pt x="124" y="317"/>
                  </a:cubicBezTo>
                  <a:cubicBezTo>
                    <a:pt x="124" y="317"/>
                    <a:pt x="124" y="317"/>
                    <a:pt x="124" y="317"/>
                  </a:cubicBezTo>
                  <a:cubicBezTo>
                    <a:pt x="124" y="317"/>
                    <a:pt x="124" y="316"/>
                    <a:pt x="124" y="316"/>
                  </a:cubicBezTo>
                  <a:cubicBezTo>
                    <a:pt x="123" y="316"/>
                    <a:pt x="123" y="316"/>
                    <a:pt x="123" y="316"/>
                  </a:cubicBezTo>
                  <a:cubicBezTo>
                    <a:pt x="123" y="316"/>
                    <a:pt x="123" y="316"/>
                    <a:pt x="123" y="316"/>
                  </a:cubicBezTo>
                  <a:cubicBezTo>
                    <a:pt x="123" y="315"/>
                    <a:pt x="123" y="315"/>
                    <a:pt x="122" y="315"/>
                  </a:cubicBezTo>
                  <a:cubicBezTo>
                    <a:pt x="122" y="315"/>
                    <a:pt x="122" y="315"/>
                    <a:pt x="122" y="315"/>
                  </a:cubicBezTo>
                  <a:cubicBezTo>
                    <a:pt x="122" y="315"/>
                    <a:pt x="121" y="315"/>
                    <a:pt x="121" y="315"/>
                  </a:cubicBezTo>
                  <a:cubicBezTo>
                    <a:pt x="121" y="315"/>
                    <a:pt x="121" y="315"/>
                    <a:pt x="121" y="315"/>
                  </a:cubicBezTo>
                  <a:cubicBezTo>
                    <a:pt x="121" y="315"/>
                    <a:pt x="120" y="315"/>
                    <a:pt x="120" y="315"/>
                  </a:cubicBezTo>
                  <a:cubicBezTo>
                    <a:pt x="120" y="315"/>
                    <a:pt x="120" y="315"/>
                    <a:pt x="119" y="315"/>
                  </a:cubicBezTo>
                  <a:cubicBezTo>
                    <a:pt x="119" y="315"/>
                    <a:pt x="119" y="315"/>
                    <a:pt x="118" y="315"/>
                  </a:cubicBezTo>
                  <a:cubicBezTo>
                    <a:pt x="118" y="315"/>
                    <a:pt x="118" y="315"/>
                    <a:pt x="118" y="315"/>
                  </a:cubicBezTo>
                  <a:cubicBezTo>
                    <a:pt x="117" y="315"/>
                    <a:pt x="117" y="315"/>
                    <a:pt x="116" y="315"/>
                  </a:cubicBezTo>
                  <a:cubicBezTo>
                    <a:pt x="116" y="315"/>
                    <a:pt x="116" y="315"/>
                    <a:pt x="116" y="315"/>
                  </a:cubicBezTo>
                  <a:cubicBezTo>
                    <a:pt x="116" y="315"/>
                    <a:pt x="115" y="315"/>
                    <a:pt x="115" y="315"/>
                  </a:cubicBezTo>
                  <a:cubicBezTo>
                    <a:pt x="115" y="315"/>
                    <a:pt x="115" y="315"/>
                    <a:pt x="114" y="315"/>
                  </a:cubicBezTo>
                  <a:cubicBezTo>
                    <a:pt x="114" y="315"/>
                    <a:pt x="114" y="315"/>
                    <a:pt x="114" y="315"/>
                  </a:cubicBezTo>
                  <a:cubicBezTo>
                    <a:pt x="114" y="315"/>
                    <a:pt x="113" y="315"/>
                    <a:pt x="113" y="315"/>
                  </a:cubicBezTo>
                  <a:cubicBezTo>
                    <a:pt x="113" y="315"/>
                    <a:pt x="113" y="315"/>
                    <a:pt x="113" y="315"/>
                  </a:cubicBezTo>
                  <a:cubicBezTo>
                    <a:pt x="112" y="315"/>
                    <a:pt x="112" y="316"/>
                    <a:pt x="111" y="316"/>
                  </a:cubicBezTo>
                  <a:cubicBezTo>
                    <a:pt x="111" y="316"/>
                    <a:pt x="111" y="316"/>
                    <a:pt x="111" y="316"/>
                  </a:cubicBezTo>
                  <a:cubicBezTo>
                    <a:pt x="111" y="316"/>
                    <a:pt x="111" y="316"/>
                    <a:pt x="110" y="316"/>
                  </a:cubicBezTo>
                  <a:cubicBezTo>
                    <a:pt x="110" y="316"/>
                    <a:pt x="110" y="316"/>
                    <a:pt x="110" y="316"/>
                  </a:cubicBezTo>
                  <a:cubicBezTo>
                    <a:pt x="110" y="316"/>
                    <a:pt x="109" y="316"/>
                    <a:pt x="109" y="316"/>
                  </a:cubicBezTo>
                  <a:cubicBezTo>
                    <a:pt x="109" y="316"/>
                    <a:pt x="109" y="316"/>
                    <a:pt x="109" y="316"/>
                  </a:cubicBezTo>
                  <a:cubicBezTo>
                    <a:pt x="109" y="316"/>
                    <a:pt x="108" y="317"/>
                    <a:pt x="108" y="317"/>
                  </a:cubicBezTo>
                  <a:cubicBezTo>
                    <a:pt x="108" y="317"/>
                    <a:pt x="108" y="317"/>
                    <a:pt x="108" y="317"/>
                  </a:cubicBezTo>
                  <a:cubicBezTo>
                    <a:pt x="108" y="317"/>
                    <a:pt x="108" y="317"/>
                    <a:pt x="108" y="317"/>
                  </a:cubicBezTo>
                  <a:cubicBezTo>
                    <a:pt x="108" y="317"/>
                    <a:pt x="109" y="317"/>
                    <a:pt x="109" y="317"/>
                  </a:cubicBezTo>
                  <a:cubicBezTo>
                    <a:pt x="109" y="317"/>
                    <a:pt x="109" y="317"/>
                    <a:pt x="110" y="317"/>
                  </a:cubicBezTo>
                  <a:cubicBezTo>
                    <a:pt x="110" y="317"/>
                    <a:pt x="110" y="317"/>
                    <a:pt x="110" y="317"/>
                  </a:cubicBezTo>
                  <a:cubicBezTo>
                    <a:pt x="111" y="317"/>
                    <a:pt x="111" y="317"/>
                    <a:pt x="111" y="317"/>
                  </a:cubicBezTo>
                  <a:cubicBezTo>
                    <a:pt x="111" y="317"/>
                    <a:pt x="112" y="317"/>
                    <a:pt x="112" y="318"/>
                  </a:cubicBezTo>
                  <a:cubicBezTo>
                    <a:pt x="112" y="318"/>
                    <a:pt x="112" y="318"/>
                    <a:pt x="112" y="318"/>
                  </a:cubicBezTo>
                  <a:cubicBezTo>
                    <a:pt x="112" y="318"/>
                    <a:pt x="112" y="318"/>
                    <a:pt x="112" y="318"/>
                  </a:cubicBezTo>
                  <a:cubicBezTo>
                    <a:pt x="112" y="319"/>
                    <a:pt x="112" y="319"/>
                    <a:pt x="112" y="319"/>
                  </a:cubicBezTo>
                  <a:cubicBezTo>
                    <a:pt x="112" y="319"/>
                    <a:pt x="111" y="319"/>
                    <a:pt x="111" y="319"/>
                  </a:cubicBezTo>
                  <a:cubicBezTo>
                    <a:pt x="111" y="319"/>
                    <a:pt x="111" y="319"/>
                    <a:pt x="110" y="319"/>
                  </a:cubicBezTo>
                  <a:cubicBezTo>
                    <a:pt x="110" y="319"/>
                    <a:pt x="110" y="319"/>
                    <a:pt x="110" y="319"/>
                  </a:cubicBezTo>
                  <a:cubicBezTo>
                    <a:pt x="109" y="320"/>
                    <a:pt x="109" y="320"/>
                    <a:pt x="109" y="320"/>
                  </a:cubicBezTo>
                  <a:cubicBezTo>
                    <a:pt x="109" y="320"/>
                    <a:pt x="109" y="320"/>
                    <a:pt x="109" y="320"/>
                  </a:cubicBezTo>
                  <a:cubicBezTo>
                    <a:pt x="110" y="321"/>
                    <a:pt x="110" y="321"/>
                    <a:pt x="110" y="321"/>
                  </a:cubicBezTo>
                  <a:cubicBezTo>
                    <a:pt x="111" y="321"/>
                    <a:pt x="111" y="321"/>
                    <a:pt x="112" y="321"/>
                  </a:cubicBezTo>
                  <a:cubicBezTo>
                    <a:pt x="112" y="321"/>
                    <a:pt x="112" y="321"/>
                    <a:pt x="113" y="321"/>
                  </a:cubicBezTo>
                  <a:cubicBezTo>
                    <a:pt x="113" y="321"/>
                    <a:pt x="113" y="321"/>
                    <a:pt x="113" y="321"/>
                  </a:cubicBezTo>
                  <a:cubicBezTo>
                    <a:pt x="113" y="321"/>
                    <a:pt x="113" y="322"/>
                    <a:pt x="113" y="322"/>
                  </a:cubicBezTo>
                  <a:cubicBezTo>
                    <a:pt x="113" y="322"/>
                    <a:pt x="112" y="322"/>
                    <a:pt x="112" y="322"/>
                  </a:cubicBezTo>
                  <a:cubicBezTo>
                    <a:pt x="112" y="322"/>
                    <a:pt x="112" y="322"/>
                    <a:pt x="111" y="322"/>
                  </a:cubicBezTo>
                  <a:cubicBezTo>
                    <a:pt x="111" y="322"/>
                    <a:pt x="111" y="322"/>
                    <a:pt x="111" y="322"/>
                  </a:cubicBezTo>
                  <a:cubicBezTo>
                    <a:pt x="111" y="322"/>
                    <a:pt x="110" y="322"/>
                    <a:pt x="110" y="322"/>
                  </a:cubicBezTo>
                  <a:cubicBezTo>
                    <a:pt x="110" y="322"/>
                    <a:pt x="110" y="322"/>
                    <a:pt x="110" y="322"/>
                  </a:cubicBezTo>
                  <a:cubicBezTo>
                    <a:pt x="109" y="323"/>
                    <a:pt x="108" y="323"/>
                    <a:pt x="107" y="323"/>
                  </a:cubicBezTo>
                  <a:cubicBezTo>
                    <a:pt x="107" y="323"/>
                    <a:pt x="107" y="323"/>
                    <a:pt x="107" y="323"/>
                  </a:cubicBezTo>
                  <a:cubicBezTo>
                    <a:pt x="107" y="322"/>
                    <a:pt x="106" y="322"/>
                    <a:pt x="106" y="322"/>
                  </a:cubicBezTo>
                  <a:cubicBezTo>
                    <a:pt x="106" y="322"/>
                    <a:pt x="106" y="321"/>
                    <a:pt x="106" y="321"/>
                  </a:cubicBezTo>
                  <a:cubicBezTo>
                    <a:pt x="106" y="321"/>
                    <a:pt x="106" y="321"/>
                    <a:pt x="106" y="321"/>
                  </a:cubicBezTo>
                  <a:cubicBezTo>
                    <a:pt x="105" y="320"/>
                    <a:pt x="105" y="320"/>
                    <a:pt x="105" y="320"/>
                  </a:cubicBezTo>
                  <a:cubicBezTo>
                    <a:pt x="105" y="320"/>
                    <a:pt x="105" y="319"/>
                    <a:pt x="104" y="320"/>
                  </a:cubicBezTo>
                  <a:cubicBezTo>
                    <a:pt x="104" y="320"/>
                    <a:pt x="103" y="320"/>
                    <a:pt x="103" y="321"/>
                  </a:cubicBezTo>
                  <a:cubicBezTo>
                    <a:pt x="103" y="321"/>
                    <a:pt x="103" y="321"/>
                    <a:pt x="103" y="321"/>
                  </a:cubicBezTo>
                  <a:cubicBezTo>
                    <a:pt x="103" y="321"/>
                    <a:pt x="103" y="321"/>
                    <a:pt x="103" y="322"/>
                  </a:cubicBezTo>
                  <a:cubicBezTo>
                    <a:pt x="103" y="322"/>
                    <a:pt x="103" y="322"/>
                    <a:pt x="103" y="322"/>
                  </a:cubicBezTo>
                  <a:cubicBezTo>
                    <a:pt x="103" y="322"/>
                    <a:pt x="104" y="322"/>
                    <a:pt x="104" y="322"/>
                  </a:cubicBezTo>
                  <a:cubicBezTo>
                    <a:pt x="104" y="323"/>
                    <a:pt x="104" y="323"/>
                    <a:pt x="104" y="323"/>
                  </a:cubicBezTo>
                  <a:cubicBezTo>
                    <a:pt x="104" y="323"/>
                    <a:pt x="104" y="324"/>
                    <a:pt x="104" y="324"/>
                  </a:cubicBezTo>
                  <a:cubicBezTo>
                    <a:pt x="104" y="324"/>
                    <a:pt x="104" y="324"/>
                    <a:pt x="104" y="324"/>
                  </a:cubicBezTo>
                  <a:cubicBezTo>
                    <a:pt x="104" y="325"/>
                    <a:pt x="104" y="326"/>
                    <a:pt x="104" y="326"/>
                  </a:cubicBezTo>
                  <a:cubicBezTo>
                    <a:pt x="105" y="327"/>
                    <a:pt x="105" y="329"/>
                    <a:pt x="105" y="330"/>
                  </a:cubicBezTo>
                  <a:cubicBezTo>
                    <a:pt x="105" y="330"/>
                    <a:pt x="105" y="331"/>
                    <a:pt x="105" y="331"/>
                  </a:cubicBezTo>
                  <a:cubicBezTo>
                    <a:pt x="105" y="332"/>
                    <a:pt x="105" y="333"/>
                    <a:pt x="105" y="333"/>
                  </a:cubicBezTo>
                  <a:cubicBezTo>
                    <a:pt x="105" y="334"/>
                    <a:pt x="104" y="335"/>
                    <a:pt x="104" y="335"/>
                  </a:cubicBezTo>
                  <a:cubicBezTo>
                    <a:pt x="104" y="336"/>
                    <a:pt x="104" y="336"/>
                    <a:pt x="105" y="337"/>
                  </a:cubicBezTo>
                  <a:cubicBezTo>
                    <a:pt x="105" y="337"/>
                    <a:pt x="106" y="337"/>
                    <a:pt x="107" y="337"/>
                  </a:cubicBezTo>
                  <a:cubicBezTo>
                    <a:pt x="107" y="337"/>
                    <a:pt x="107" y="337"/>
                    <a:pt x="107" y="337"/>
                  </a:cubicBezTo>
                  <a:cubicBezTo>
                    <a:pt x="108" y="337"/>
                    <a:pt x="108" y="337"/>
                    <a:pt x="108" y="337"/>
                  </a:cubicBezTo>
                  <a:cubicBezTo>
                    <a:pt x="109" y="337"/>
                    <a:pt x="109" y="337"/>
                    <a:pt x="110" y="338"/>
                  </a:cubicBezTo>
                  <a:cubicBezTo>
                    <a:pt x="110" y="338"/>
                    <a:pt x="111" y="338"/>
                    <a:pt x="111" y="338"/>
                  </a:cubicBezTo>
                  <a:cubicBezTo>
                    <a:pt x="112" y="337"/>
                    <a:pt x="112" y="337"/>
                    <a:pt x="113" y="337"/>
                  </a:cubicBezTo>
                  <a:cubicBezTo>
                    <a:pt x="114" y="337"/>
                    <a:pt x="114" y="337"/>
                    <a:pt x="115" y="337"/>
                  </a:cubicBezTo>
                  <a:cubicBezTo>
                    <a:pt x="115" y="337"/>
                    <a:pt x="116" y="337"/>
                    <a:pt x="116" y="337"/>
                  </a:cubicBezTo>
                  <a:cubicBezTo>
                    <a:pt x="116" y="337"/>
                    <a:pt x="117" y="337"/>
                    <a:pt x="117" y="337"/>
                  </a:cubicBezTo>
                  <a:cubicBezTo>
                    <a:pt x="117" y="337"/>
                    <a:pt x="117" y="337"/>
                    <a:pt x="117" y="337"/>
                  </a:cubicBezTo>
                  <a:cubicBezTo>
                    <a:pt x="118" y="337"/>
                    <a:pt x="118" y="337"/>
                    <a:pt x="118" y="337"/>
                  </a:cubicBezTo>
                  <a:cubicBezTo>
                    <a:pt x="118" y="337"/>
                    <a:pt x="119" y="337"/>
                    <a:pt x="119" y="337"/>
                  </a:cubicBezTo>
                  <a:cubicBezTo>
                    <a:pt x="119" y="337"/>
                    <a:pt x="119" y="337"/>
                    <a:pt x="119" y="336"/>
                  </a:cubicBezTo>
                  <a:cubicBezTo>
                    <a:pt x="119" y="336"/>
                    <a:pt x="119" y="336"/>
                    <a:pt x="119" y="336"/>
                  </a:cubicBezTo>
                  <a:cubicBezTo>
                    <a:pt x="120" y="335"/>
                    <a:pt x="119" y="335"/>
                    <a:pt x="119" y="335"/>
                  </a:cubicBezTo>
                  <a:cubicBezTo>
                    <a:pt x="119" y="335"/>
                    <a:pt x="119" y="335"/>
                    <a:pt x="119" y="335"/>
                  </a:cubicBezTo>
                  <a:cubicBezTo>
                    <a:pt x="119" y="335"/>
                    <a:pt x="118" y="335"/>
                    <a:pt x="118" y="335"/>
                  </a:cubicBezTo>
                  <a:cubicBezTo>
                    <a:pt x="118" y="335"/>
                    <a:pt x="118" y="335"/>
                    <a:pt x="118" y="334"/>
                  </a:cubicBezTo>
                  <a:cubicBezTo>
                    <a:pt x="118" y="334"/>
                    <a:pt x="118" y="334"/>
                    <a:pt x="118" y="334"/>
                  </a:cubicBezTo>
                  <a:cubicBezTo>
                    <a:pt x="118" y="334"/>
                    <a:pt x="119" y="333"/>
                    <a:pt x="119" y="332"/>
                  </a:cubicBezTo>
                  <a:cubicBezTo>
                    <a:pt x="119" y="332"/>
                    <a:pt x="119" y="332"/>
                    <a:pt x="119" y="332"/>
                  </a:cubicBezTo>
                  <a:cubicBezTo>
                    <a:pt x="119" y="332"/>
                    <a:pt x="119" y="332"/>
                    <a:pt x="119" y="332"/>
                  </a:cubicBezTo>
                  <a:cubicBezTo>
                    <a:pt x="119" y="332"/>
                    <a:pt x="120" y="332"/>
                    <a:pt x="120" y="332"/>
                  </a:cubicBezTo>
                  <a:cubicBezTo>
                    <a:pt x="120" y="332"/>
                    <a:pt x="120" y="332"/>
                    <a:pt x="120" y="331"/>
                  </a:cubicBezTo>
                  <a:cubicBezTo>
                    <a:pt x="120" y="331"/>
                    <a:pt x="120" y="331"/>
                    <a:pt x="121" y="331"/>
                  </a:cubicBezTo>
                  <a:cubicBezTo>
                    <a:pt x="121" y="331"/>
                    <a:pt x="121" y="331"/>
                    <a:pt x="121" y="332"/>
                  </a:cubicBezTo>
                  <a:cubicBezTo>
                    <a:pt x="121" y="332"/>
                    <a:pt x="122" y="332"/>
                    <a:pt x="122" y="332"/>
                  </a:cubicBezTo>
                  <a:cubicBezTo>
                    <a:pt x="122" y="332"/>
                    <a:pt x="122" y="332"/>
                    <a:pt x="122" y="333"/>
                  </a:cubicBezTo>
                  <a:cubicBezTo>
                    <a:pt x="122" y="333"/>
                    <a:pt x="122" y="334"/>
                    <a:pt x="122" y="334"/>
                  </a:cubicBezTo>
                  <a:cubicBezTo>
                    <a:pt x="122" y="335"/>
                    <a:pt x="122" y="336"/>
                    <a:pt x="122" y="337"/>
                  </a:cubicBezTo>
                  <a:cubicBezTo>
                    <a:pt x="122" y="337"/>
                    <a:pt x="122" y="338"/>
                    <a:pt x="122" y="338"/>
                  </a:cubicBezTo>
                  <a:cubicBezTo>
                    <a:pt x="122" y="339"/>
                    <a:pt x="122" y="339"/>
                    <a:pt x="121" y="340"/>
                  </a:cubicBezTo>
                  <a:cubicBezTo>
                    <a:pt x="121" y="340"/>
                    <a:pt x="121" y="340"/>
                    <a:pt x="120" y="340"/>
                  </a:cubicBezTo>
                  <a:cubicBezTo>
                    <a:pt x="120" y="339"/>
                    <a:pt x="120" y="339"/>
                    <a:pt x="119" y="339"/>
                  </a:cubicBezTo>
                  <a:cubicBezTo>
                    <a:pt x="119" y="339"/>
                    <a:pt x="119" y="339"/>
                    <a:pt x="119" y="339"/>
                  </a:cubicBezTo>
                  <a:cubicBezTo>
                    <a:pt x="118" y="339"/>
                    <a:pt x="118" y="338"/>
                    <a:pt x="118" y="338"/>
                  </a:cubicBezTo>
                  <a:cubicBezTo>
                    <a:pt x="117" y="338"/>
                    <a:pt x="117" y="338"/>
                    <a:pt x="117" y="338"/>
                  </a:cubicBezTo>
                  <a:cubicBezTo>
                    <a:pt x="117" y="338"/>
                    <a:pt x="117" y="338"/>
                    <a:pt x="117" y="338"/>
                  </a:cubicBezTo>
                  <a:cubicBezTo>
                    <a:pt x="116" y="338"/>
                    <a:pt x="116" y="338"/>
                    <a:pt x="116" y="339"/>
                  </a:cubicBezTo>
                  <a:cubicBezTo>
                    <a:pt x="117" y="339"/>
                    <a:pt x="117" y="339"/>
                    <a:pt x="117" y="339"/>
                  </a:cubicBezTo>
                  <a:cubicBezTo>
                    <a:pt x="117" y="340"/>
                    <a:pt x="117" y="340"/>
                    <a:pt x="117" y="340"/>
                  </a:cubicBezTo>
                  <a:cubicBezTo>
                    <a:pt x="117" y="340"/>
                    <a:pt x="117" y="340"/>
                    <a:pt x="117" y="340"/>
                  </a:cubicBezTo>
                  <a:cubicBezTo>
                    <a:pt x="118" y="340"/>
                    <a:pt x="118" y="340"/>
                    <a:pt x="118" y="340"/>
                  </a:cubicBezTo>
                  <a:cubicBezTo>
                    <a:pt x="118" y="340"/>
                    <a:pt x="119" y="340"/>
                    <a:pt x="119" y="341"/>
                  </a:cubicBezTo>
                  <a:cubicBezTo>
                    <a:pt x="119" y="341"/>
                    <a:pt x="120" y="341"/>
                    <a:pt x="121" y="341"/>
                  </a:cubicBezTo>
                  <a:cubicBezTo>
                    <a:pt x="121" y="341"/>
                    <a:pt x="121" y="341"/>
                    <a:pt x="121" y="341"/>
                  </a:cubicBezTo>
                  <a:cubicBezTo>
                    <a:pt x="121" y="341"/>
                    <a:pt x="122" y="341"/>
                    <a:pt x="122" y="340"/>
                  </a:cubicBezTo>
                  <a:cubicBezTo>
                    <a:pt x="122" y="340"/>
                    <a:pt x="123" y="340"/>
                    <a:pt x="123" y="340"/>
                  </a:cubicBezTo>
                  <a:cubicBezTo>
                    <a:pt x="123" y="339"/>
                    <a:pt x="123" y="339"/>
                    <a:pt x="123" y="338"/>
                  </a:cubicBezTo>
                  <a:cubicBezTo>
                    <a:pt x="123" y="338"/>
                    <a:pt x="123" y="338"/>
                    <a:pt x="124" y="337"/>
                  </a:cubicBezTo>
                  <a:cubicBezTo>
                    <a:pt x="124" y="337"/>
                    <a:pt x="124" y="337"/>
                    <a:pt x="124" y="337"/>
                  </a:cubicBezTo>
                  <a:cubicBezTo>
                    <a:pt x="124" y="337"/>
                    <a:pt x="124" y="336"/>
                    <a:pt x="123" y="336"/>
                  </a:cubicBezTo>
                  <a:cubicBezTo>
                    <a:pt x="123" y="335"/>
                    <a:pt x="123" y="334"/>
                    <a:pt x="123" y="333"/>
                  </a:cubicBezTo>
                  <a:cubicBezTo>
                    <a:pt x="123" y="333"/>
                    <a:pt x="123" y="333"/>
                    <a:pt x="124" y="333"/>
                  </a:cubicBezTo>
                  <a:cubicBezTo>
                    <a:pt x="124" y="332"/>
                    <a:pt x="124" y="332"/>
                    <a:pt x="124" y="331"/>
                  </a:cubicBezTo>
                  <a:cubicBezTo>
                    <a:pt x="124" y="331"/>
                    <a:pt x="124" y="330"/>
                    <a:pt x="124" y="329"/>
                  </a:cubicBezTo>
                  <a:cubicBezTo>
                    <a:pt x="124" y="329"/>
                    <a:pt x="124" y="329"/>
                    <a:pt x="124" y="328"/>
                  </a:cubicBezTo>
                  <a:cubicBezTo>
                    <a:pt x="124" y="328"/>
                    <a:pt x="124" y="328"/>
                    <a:pt x="124" y="327"/>
                  </a:cubicBezTo>
                  <a:cubicBezTo>
                    <a:pt x="124" y="326"/>
                    <a:pt x="124" y="325"/>
                    <a:pt x="124" y="324"/>
                  </a:cubicBezTo>
                  <a:cubicBezTo>
                    <a:pt x="124" y="323"/>
                    <a:pt x="124" y="323"/>
                    <a:pt x="124" y="323"/>
                  </a:cubicBezTo>
                  <a:cubicBezTo>
                    <a:pt x="124" y="323"/>
                    <a:pt x="124" y="322"/>
                    <a:pt x="124" y="322"/>
                  </a:cubicBezTo>
                  <a:cubicBezTo>
                    <a:pt x="124" y="321"/>
                    <a:pt x="124" y="321"/>
                    <a:pt x="124" y="320"/>
                  </a:cubicBezTo>
                  <a:close/>
                  <a:moveTo>
                    <a:pt x="156" y="326"/>
                  </a:moveTo>
                  <a:cubicBezTo>
                    <a:pt x="156" y="325"/>
                    <a:pt x="156" y="325"/>
                    <a:pt x="155" y="325"/>
                  </a:cubicBezTo>
                  <a:cubicBezTo>
                    <a:pt x="155" y="325"/>
                    <a:pt x="154" y="325"/>
                    <a:pt x="154" y="325"/>
                  </a:cubicBezTo>
                  <a:cubicBezTo>
                    <a:pt x="153" y="325"/>
                    <a:pt x="152" y="325"/>
                    <a:pt x="152" y="325"/>
                  </a:cubicBezTo>
                  <a:cubicBezTo>
                    <a:pt x="152" y="325"/>
                    <a:pt x="151" y="325"/>
                    <a:pt x="151" y="325"/>
                  </a:cubicBezTo>
                  <a:cubicBezTo>
                    <a:pt x="151" y="325"/>
                    <a:pt x="151" y="325"/>
                    <a:pt x="151" y="325"/>
                  </a:cubicBezTo>
                  <a:cubicBezTo>
                    <a:pt x="151" y="324"/>
                    <a:pt x="151" y="324"/>
                    <a:pt x="151" y="324"/>
                  </a:cubicBezTo>
                  <a:cubicBezTo>
                    <a:pt x="151" y="323"/>
                    <a:pt x="151" y="323"/>
                    <a:pt x="151" y="323"/>
                  </a:cubicBezTo>
                  <a:cubicBezTo>
                    <a:pt x="151" y="323"/>
                    <a:pt x="152" y="323"/>
                    <a:pt x="152" y="323"/>
                  </a:cubicBezTo>
                  <a:cubicBezTo>
                    <a:pt x="152" y="323"/>
                    <a:pt x="152" y="323"/>
                    <a:pt x="152" y="323"/>
                  </a:cubicBezTo>
                  <a:cubicBezTo>
                    <a:pt x="153" y="323"/>
                    <a:pt x="153" y="323"/>
                    <a:pt x="153" y="323"/>
                  </a:cubicBezTo>
                  <a:cubicBezTo>
                    <a:pt x="153" y="323"/>
                    <a:pt x="154" y="323"/>
                    <a:pt x="154" y="323"/>
                  </a:cubicBezTo>
                  <a:cubicBezTo>
                    <a:pt x="154" y="323"/>
                    <a:pt x="154" y="323"/>
                    <a:pt x="155" y="323"/>
                  </a:cubicBezTo>
                  <a:cubicBezTo>
                    <a:pt x="155" y="323"/>
                    <a:pt x="155" y="322"/>
                    <a:pt x="155" y="322"/>
                  </a:cubicBezTo>
                  <a:cubicBezTo>
                    <a:pt x="155" y="322"/>
                    <a:pt x="155" y="322"/>
                    <a:pt x="155" y="321"/>
                  </a:cubicBezTo>
                  <a:cubicBezTo>
                    <a:pt x="155" y="321"/>
                    <a:pt x="155" y="321"/>
                    <a:pt x="154" y="321"/>
                  </a:cubicBezTo>
                  <a:cubicBezTo>
                    <a:pt x="154" y="321"/>
                    <a:pt x="154" y="321"/>
                    <a:pt x="153" y="321"/>
                  </a:cubicBezTo>
                  <a:cubicBezTo>
                    <a:pt x="153" y="321"/>
                    <a:pt x="153" y="321"/>
                    <a:pt x="153" y="321"/>
                  </a:cubicBezTo>
                  <a:cubicBezTo>
                    <a:pt x="153" y="321"/>
                    <a:pt x="152" y="321"/>
                    <a:pt x="152" y="321"/>
                  </a:cubicBezTo>
                  <a:cubicBezTo>
                    <a:pt x="152" y="321"/>
                    <a:pt x="151" y="321"/>
                    <a:pt x="151" y="320"/>
                  </a:cubicBezTo>
                  <a:cubicBezTo>
                    <a:pt x="151" y="320"/>
                    <a:pt x="151" y="320"/>
                    <a:pt x="151" y="319"/>
                  </a:cubicBezTo>
                  <a:cubicBezTo>
                    <a:pt x="152" y="319"/>
                    <a:pt x="152" y="318"/>
                    <a:pt x="152" y="318"/>
                  </a:cubicBezTo>
                  <a:cubicBezTo>
                    <a:pt x="152" y="317"/>
                    <a:pt x="151" y="317"/>
                    <a:pt x="151" y="317"/>
                  </a:cubicBezTo>
                  <a:cubicBezTo>
                    <a:pt x="152" y="316"/>
                    <a:pt x="152" y="316"/>
                    <a:pt x="152" y="315"/>
                  </a:cubicBezTo>
                  <a:cubicBezTo>
                    <a:pt x="152" y="315"/>
                    <a:pt x="152" y="314"/>
                    <a:pt x="151" y="314"/>
                  </a:cubicBezTo>
                  <a:cubicBezTo>
                    <a:pt x="151" y="314"/>
                    <a:pt x="151" y="314"/>
                    <a:pt x="151" y="314"/>
                  </a:cubicBezTo>
                  <a:cubicBezTo>
                    <a:pt x="151" y="314"/>
                    <a:pt x="150" y="313"/>
                    <a:pt x="150" y="314"/>
                  </a:cubicBezTo>
                  <a:cubicBezTo>
                    <a:pt x="150" y="314"/>
                    <a:pt x="150" y="314"/>
                    <a:pt x="150" y="314"/>
                  </a:cubicBezTo>
                  <a:cubicBezTo>
                    <a:pt x="149" y="314"/>
                    <a:pt x="149" y="315"/>
                    <a:pt x="149" y="315"/>
                  </a:cubicBezTo>
                  <a:cubicBezTo>
                    <a:pt x="149" y="316"/>
                    <a:pt x="149" y="316"/>
                    <a:pt x="150" y="317"/>
                  </a:cubicBezTo>
                  <a:cubicBezTo>
                    <a:pt x="150" y="317"/>
                    <a:pt x="150" y="317"/>
                    <a:pt x="150" y="317"/>
                  </a:cubicBezTo>
                  <a:cubicBezTo>
                    <a:pt x="150" y="317"/>
                    <a:pt x="150" y="317"/>
                    <a:pt x="150" y="317"/>
                  </a:cubicBezTo>
                  <a:cubicBezTo>
                    <a:pt x="149" y="317"/>
                    <a:pt x="149" y="318"/>
                    <a:pt x="149" y="318"/>
                  </a:cubicBezTo>
                  <a:cubicBezTo>
                    <a:pt x="149" y="318"/>
                    <a:pt x="149" y="319"/>
                    <a:pt x="149" y="319"/>
                  </a:cubicBezTo>
                  <a:cubicBezTo>
                    <a:pt x="149" y="319"/>
                    <a:pt x="149" y="319"/>
                    <a:pt x="149" y="320"/>
                  </a:cubicBezTo>
                  <a:cubicBezTo>
                    <a:pt x="149" y="320"/>
                    <a:pt x="149" y="320"/>
                    <a:pt x="149" y="321"/>
                  </a:cubicBezTo>
                  <a:cubicBezTo>
                    <a:pt x="149" y="321"/>
                    <a:pt x="149" y="321"/>
                    <a:pt x="148" y="321"/>
                  </a:cubicBezTo>
                  <a:cubicBezTo>
                    <a:pt x="148" y="321"/>
                    <a:pt x="148" y="321"/>
                    <a:pt x="147" y="321"/>
                  </a:cubicBezTo>
                  <a:cubicBezTo>
                    <a:pt x="147" y="321"/>
                    <a:pt x="147" y="321"/>
                    <a:pt x="147" y="321"/>
                  </a:cubicBezTo>
                  <a:cubicBezTo>
                    <a:pt x="147" y="321"/>
                    <a:pt x="146" y="321"/>
                    <a:pt x="146" y="321"/>
                  </a:cubicBezTo>
                  <a:cubicBezTo>
                    <a:pt x="145" y="321"/>
                    <a:pt x="145" y="321"/>
                    <a:pt x="145" y="322"/>
                  </a:cubicBezTo>
                  <a:cubicBezTo>
                    <a:pt x="144" y="322"/>
                    <a:pt x="144" y="322"/>
                    <a:pt x="144" y="323"/>
                  </a:cubicBezTo>
                  <a:cubicBezTo>
                    <a:pt x="144" y="323"/>
                    <a:pt x="144" y="323"/>
                    <a:pt x="144" y="323"/>
                  </a:cubicBezTo>
                  <a:cubicBezTo>
                    <a:pt x="144" y="324"/>
                    <a:pt x="144" y="324"/>
                    <a:pt x="145" y="324"/>
                  </a:cubicBezTo>
                  <a:cubicBezTo>
                    <a:pt x="145" y="324"/>
                    <a:pt x="145" y="324"/>
                    <a:pt x="145" y="324"/>
                  </a:cubicBezTo>
                  <a:cubicBezTo>
                    <a:pt x="146" y="324"/>
                    <a:pt x="146" y="324"/>
                    <a:pt x="146" y="324"/>
                  </a:cubicBezTo>
                  <a:cubicBezTo>
                    <a:pt x="146" y="323"/>
                    <a:pt x="147" y="323"/>
                    <a:pt x="148" y="324"/>
                  </a:cubicBezTo>
                  <a:cubicBezTo>
                    <a:pt x="148" y="324"/>
                    <a:pt x="148" y="324"/>
                    <a:pt x="148" y="325"/>
                  </a:cubicBezTo>
                  <a:cubicBezTo>
                    <a:pt x="148" y="325"/>
                    <a:pt x="148" y="326"/>
                    <a:pt x="148" y="326"/>
                  </a:cubicBezTo>
                  <a:cubicBezTo>
                    <a:pt x="147" y="326"/>
                    <a:pt x="147" y="326"/>
                    <a:pt x="147" y="326"/>
                  </a:cubicBezTo>
                  <a:cubicBezTo>
                    <a:pt x="147" y="326"/>
                    <a:pt x="147" y="326"/>
                    <a:pt x="146" y="326"/>
                  </a:cubicBezTo>
                  <a:cubicBezTo>
                    <a:pt x="146" y="326"/>
                    <a:pt x="145" y="326"/>
                    <a:pt x="144" y="326"/>
                  </a:cubicBezTo>
                  <a:cubicBezTo>
                    <a:pt x="144" y="326"/>
                    <a:pt x="144" y="326"/>
                    <a:pt x="144" y="326"/>
                  </a:cubicBezTo>
                  <a:cubicBezTo>
                    <a:pt x="144" y="326"/>
                    <a:pt x="144" y="326"/>
                    <a:pt x="144" y="327"/>
                  </a:cubicBezTo>
                  <a:cubicBezTo>
                    <a:pt x="144" y="327"/>
                    <a:pt x="144" y="327"/>
                    <a:pt x="144" y="327"/>
                  </a:cubicBezTo>
                  <a:cubicBezTo>
                    <a:pt x="144" y="327"/>
                    <a:pt x="144" y="327"/>
                    <a:pt x="144" y="327"/>
                  </a:cubicBezTo>
                  <a:cubicBezTo>
                    <a:pt x="144" y="328"/>
                    <a:pt x="144" y="328"/>
                    <a:pt x="144" y="328"/>
                  </a:cubicBezTo>
                  <a:cubicBezTo>
                    <a:pt x="143" y="328"/>
                    <a:pt x="143" y="328"/>
                    <a:pt x="143" y="329"/>
                  </a:cubicBezTo>
                  <a:cubicBezTo>
                    <a:pt x="143" y="329"/>
                    <a:pt x="143" y="329"/>
                    <a:pt x="143" y="329"/>
                  </a:cubicBezTo>
                  <a:cubicBezTo>
                    <a:pt x="143" y="329"/>
                    <a:pt x="142" y="329"/>
                    <a:pt x="142" y="329"/>
                  </a:cubicBezTo>
                  <a:cubicBezTo>
                    <a:pt x="142" y="330"/>
                    <a:pt x="142" y="330"/>
                    <a:pt x="142" y="330"/>
                  </a:cubicBezTo>
                  <a:cubicBezTo>
                    <a:pt x="142" y="330"/>
                    <a:pt x="142" y="330"/>
                    <a:pt x="141" y="330"/>
                  </a:cubicBezTo>
                  <a:cubicBezTo>
                    <a:pt x="141" y="330"/>
                    <a:pt x="141" y="330"/>
                    <a:pt x="141" y="329"/>
                  </a:cubicBezTo>
                  <a:cubicBezTo>
                    <a:pt x="141" y="329"/>
                    <a:pt x="141" y="329"/>
                    <a:pt x="141" y="329"/>
                  </a:cubicBezTo>
                  <a:cubicBezTo>
                    <a:pt x="141" y="328"/>
                    <a:pt x="141" y="328"/>
                    <a:pt x="141" y="328"/>
                  </a:cubicBezTo>
                  <a:cubicBezTo>
                    <a:pt x="142" y="328"/>
                    <a:pt x="142" y="327"/>
                    <a:pt x="143" y="326"/>
                  </a:cubicBezTo>
                  <a:cubicBezTo>
                    <a:pt x="143" y="326"/>
                    <a:pt x="143" y="325"/>
                    <a:pt x="143" y="325"/>
                  </a:cubicBezTo>
                  <a:cubicBezTo>
                    <a:pt x="143" y="325"/>
                    <a:pt x="142" y="325"/>
                    <a:pt x="142" y="325"/>
                  </a:cubicBezTo>
                  <a:cubicBezTo>
                    <a:pt x="142" y="324"/>
                    <a:pt x="142" y="324"/>
                    <a:pt x="141" y="324"/>
                  </a:cubicBezTo>
                  <a:cubicBezTo>
                    <a:pt x="141" y="323"/>
                    <a:pt x="141" y="323"/>
                    <a:pt x="141" y="323"/>
                  </a:cubicBezTo>
                  <a:cubicBezTo>
                    <a:pt x="141" y="323"/>
                    <a:pt x="141" y="323"/>
                    <a:pt x="141" y="322"/>
                  </a:cubicBezTo>
                  <a:cubicBezTo>
                    <a:pt x="141" y="322"/>
                    <a:pt x="141" y="322"/>
                    <a:pt x="141" y="322"/>
                  </a:cubicBezTo>
                  <a:cubicBezTo>
                    <a:pt x="141" y="322"/>
                    <a:pt x="142" y="322"/>
                    <a:pt x="142" y="321"/>
                  </a:cubicBezTo>
                  <a:cubicBezTo>
                    <a:pt x="142" y="321"/>
                    <a:pt x="142" y="321"/>
                    <a:pt x="142" y="320"/>
                  </a:cubicBezTo>
                  <a:cubicBezTo>
                    <a:pt x="142" y="320"/>
                    <a:pt x="143" y="320"/>
                    <a:pt x="143" y="320"/>
                  </a:cubicBezTo>
                  <a:cubicBezTo>
                    <a:pt x="143" y="319"/>
                    <a:pt x="143" y="319"/>
                    <a:pt x="143" y="319"/>
                  </a:cubicBezTo>
                  <a:cubicBezTo>
                    <a:pt x="144" y="319"/>
                    <a:pt x="144" y="319"/>
                    <a:pt x="144" y="319"/>
                  </a:cubicBezTo>
                  <a:cubicBezTo>
                    <a:pt x="144" y="318"/>
                    <a:pt x="144" y="318"/>
                    <a:pt x="144" y="318"/>
                  </a:cubicBezTo>
                  <a:cubicBezTo>
                    <a:pt x="145" y="318"/>
                    <a:pt x="145" y="318"/>
                    <a:pt x="145" y="318"/>
                  </a:cubicBezTo>
                  <a:cubicBezTo>
                    <a:pt x="145" y="317"/>
                    <a:pt x="145" y="317"/>
                    <a:pt x="145" y="317"/>
                  </a:cubicBezTo>
                  <a:cubicBezTo>
                    <a:pt x="145" y="316"/>
                    <a:pt x="145" y="316"/>
                    <a:pt x="144" y="315"/>
                  </a:cubicBezTo>
                  <a:cubicBezTo>
                    <a:pt x="144" y="315"/>
                    <a:pt x="144" y="315"/>
                    <a:pt x="144" y="315"/>
                  </a:cubicBezTo>
                  <a:cubicBezTo>
                    <a:pt x="143" y="315"/>
                    <a:pt x="143" y="315"/>
                    <a:pt x="143" y="315"/>
                  </a:cubicBezTo>
                  <a:cubicBezTo>
                    <a:pt x="143" y="315"/>
                    <a:pt x="143" y="315"/>
                    <a:pt x="143" y="315"/>
                  </a:cubicBezTo>
                  <a:cubicBezTo>
                    <a:pt x="142" y="315"/>
                    <a:pt x="142" y="315"/>
                    <a:pt x="142" y="315"/>
                  </a:cubicBezTo>
                  <a:cubicBezTo>
                    <a:pt x="142" y="316"/>
                    <a:pt x="142" y="316"/>
                    <a:pt x="142" y="316"/>
                  </a:cubicBezTo>
                  <a:cubicBezTo>
                    <a:pt x="141" y="316"/>
                    <a:pt x="141" y="316"/>
                    <a:pt x="141" y="317"/>
                  </a:cubicBezTo>
                  <a:cubicBezTo>
                    <a:pt x="141" y="317"/>
                    <a:pt x="140" y="317"/>
                    <a:pt x="140" y="318"/>
                  </a:cubicBezTo>
                  <a:cubicBezTo>
                    <a:pt x="139" y="318"/>
                    <a:pt x="139" y="319"/>
                    <a:pt x="138" y="319"/>
                  </a:cubicBezTo>
                  <a:cubicBezTo>
                    <a:pt x="138" y="319"/>
                    <a:pt x="138" y="319"/>
                    <a:pt x="138" y="320"/>
                  </a:cubicBezTo>
                  <a:cubicBezTo>
                    <a:pt x="138" y="320"/>
                    <a:pt x="138" y="320"/>
                    <a:pt x="138" y="320"/>
                  </a:cubicBezTo>
                  <a:cubicBezTo>
                    <a:pt x="137" y="321"/>
                    <a:pt x="137" y="321"/>
                    <a:pt x="136" y="322"/>
                  </a:cubicBezTo>
                  <a:cubicBezTo>
                    <a:pt x="136" y="322"/>
                    <a:pt x="136" y="322"/>
                    <a:pt x="136" y="323"/>
                  </a:cubicBezTo>
                  <a:cubicBezTo>
                    <a:pt x="136" y="323"/>
                    <a:pt x="136" y="323"/>
                    <a:pt x="136" y="323"/>
                  </a:cubicBezTo>
                  <a:cubicBezTo>
                    <a:pt x="136" y="324"/>
                    <a:pt x="136" y="325"/>
                    <a:pt x="137" y="325"/>
                  </a:cubicBezTo>
                  <a:cubicBezTo>
                    <a:pt x="137" y="325"/>
                    <a:pt x="138" y="325"/>
                    <a:pt x="138" y="325"/>
                  </a:cubicBezTo>
                  <a:cubicBezTo>
                    <a:pt x="138" y="326"/>
                    <a:pt x="138" y="326"/>
                    <a:pt x="138" y="326"/>
                  </a:cubicBezTo>
                  <a:cubicBezTo>
                    <a:pt x="139" y="326"/>
                    <a:pt x="139" y="326"/>
                    <a:pt x="138" y="327"/>
                  </a:cubicBezTo>
                  <a:cubicBezTo>
                    <a:pt x="138" y="327"/>
                    <a:pt x="138" y="327"/>
                    <a:pt x="138" y="327"/>
                  </a:cubicBezTo>
                  <a:cubicBezTo>
                    <a:pt x="138" y="327"/>
                    <a:pt x="138" y="327"/>
                    <a:pt x="137" y="327"/>
                  </a:cubicBezTo>
                  <a:cubicBezTo>
                    <a:pt x="137" y="328"/>
                    <a:pt x="137" y="328"/>
                    <a:pt x="137" y="328"/>
                  </a:cubicBezTo>
                  <a:cubicBezTo>
                    <a:pt x="137" y="328"/>
                    <a:pt x="137" y="329"/>
                    <a:pt x="137" y="329"/>
                  </a:cubicBezTo>
                  <a:cubicBezTo>
                    <a:pt x="137" y="329"/>
                    <a:pt x="137" y="329"/>
                    <a:pt x="137" y="330"/>
                  </a:cubicBezTo>
                  <a:cubicBezTo>
                    <a:pt x="137" y="330"/>
                    <a:pt x="137" y="330"/>
                    <a:pt x="137" y="330"/>
                  </a:cubicBezTo>
                  <a:cubicBezTo>
                    <a:pt x="137" y="330"/>
                    <a:pt x="137" y="331"/>
                    <a:pt x="138" y="331"/>
                  </a:cubicBezTo>
                  <a:cubicBezTo>
                    <a:pt x="138" y="331"/>
                    <a:pt x="139" y="331"/>
                    <a:pt x="139" y="331"/>
                  </a:cubicBezTo>
                  <a:cubicBezTo>
                    <a:pt x="139" y="331"/>
                    <a:pt x="139" y="331"/>
                    <a:pt x="139" y="331"/>
                  </a:cubicBezTo>
                  <a:cubicBezTo>
                    <a:pt x="139" y="331"/>
                    <a:pt x="139" y="332"/>
                    <a:pt x="139" y="332"/>
                  </a:cubicBezTo>
                  <a:cubicBezTo>
                    <a:pt x="139" y="332"/>
                    <a:pt x="139" y="332"/>
                    <a:pt x="139" y="333"/>
                  </a:cubicBezTo>
                  <a:cubicBezTo>
                    <a:pt x="139" y="333"/>
                    <a:pt x="138" y="334"/>
                    <a:pt x="138" y="335"/>
                  </a:cubicBezTo>
                  <a:cubicBezTo>
                    <a:pt x="138" y="335"/>
                    <a:pt x="138" y="335"/>
                    <a:pt x="138" y="335"/>
                  </a:cubicBezTo>
                  <a:cubicBezTo>
                    <a:pt x="138" y="335"/>
                    <a:pt x="138" y="335"/>
                    <a:pt x="137" y="336"/>
                  </a:cubicBezTo>
                  <a:cubicBezTo>
                    <a:pt x="137" y="336"/>
                    <a:pt x="137" y="336"/>
                    <a:pt x="137" y="336"/>
                  </a:cubicBezTo>
                  <a:cubicBezTo>
                    <a:pt x="137" y="337"/>
                    <a:pt x="136" y="337"/>
                    <a:pt x="137" y="337"/>
                  </a:cubicBezTo>
                  <a:cubicBezTo>
                    <a:pt x="137" y="337"/>
                    <a:pt x="137" y="337"/>
                    <a:pt x="137" y="338"/>
                  </a:cubicBezTo>
                  <a:cubicBezTo>
                    <a:pt x="137" y="338"/>
                    <a:pt x="137" y="338"/>
                    <a:pt x="137" y="338"/>
                  </a:cubicBezTo>
                  <a:cubicBezTo>
                    <a:pt x="136" y="338"/>
                    <a:pt x="137" y="338"/>
                    <a:pt x="137" y="338"/>
                  </a:cubicBezTo>
                  <a:cubicBezTo>
                    <a:pt x="137" y="338"/>
                    <a:pt x="138" y="338"/>
                    <a:pt x="138" y="338"/>
                  </a:cubicBezTo>
                  <a:cubicBezTo>
                    <a:pt x="138" y="338"/>
                    <a:pt x="139" y="338"/>
                    <a:pt x="139" y="338"/>
                  </a:cubicBezTo>
                  <a:cubicBezTo>
                    <a:pt x="139" y="338"/>
                    <a:pt x="139" y="337"/>
                    <a:pt x="139" y="337"/>
                  </a:cubicBezTo>
                  <a:cubicBezTo>
                    <a:pt x="140" y="337"/>
                    <a:pt x="140" y="337"/>
                    <a:pt x="140" y="337"/>
                  </a:cubicBezTo>
                  <a:cubicBezTo>
                    <a:pt x="141" y="336"/>
                    <a:pt x="141" y="336"/>
                    <a:pt x="141" y="335"/>
                  </a:cubicBezTo>
                  <a:cubicBezTo>
                    <a:pt x="141" y="335"/>
                    <a:pt x="141" y="335"/>
                    <a:pt x="141" y="335"/>
                  </a:cubicBezTo>
                  <a:cubicBezTo>
                    <a:pt x="141" y="335"/>
                    <a:pt x="141" y="335"/>
                    <a:pt x="141" y="335"/>
                  </a:cubicBezTo>
                  <a:cubicBezTo>
                    <a:pt x="141" y="334"/>
                    <a:pt x="142" y="334"/>
                    <a:pt x="142" y="333"/>
                  </a:cubicBezTo>
                  <a:cubicBezTo>
                    <a:pt x="142" y="333"/>
                    <a:pt x="142" y="333"/>
                    <a:pt x="143" y="333"/>
                  </a:cubicBezTo>
                  <a:cubicBezTo>
                    <a:pt x="143" y="333"/>
                    <a:pt x="143" y="333"/>
                    <a:pt x="144" y="333"/>
                  </a:cubicBezTo>
                  <a:cubicBezTo>
                    <a:pt x="144" y="333"/>
                    <a:pt x="144" y="334"/>
                    <a:pt x="144" y="334"/>
                  </a:cubicBezTo>
                  <a:cubicBezTo>
                    <a:pt x="144" y="334"/>
                    <a:pt x="144" y="334"/>
                    <a:pt x="144" y="335"/>
                  </a:cubicBezTo>
                  <a:cubicBezTo>
                    <a:pt x="144" y="335"/>
                    <a:pt x="144" y="335"/>
                    <a:pt x="144" y="335"/>
                  </a:cubicBezTo>
                  <a:cubicBezTo>
                    <a:pt x="144" y="335"/>
                    <a:pt x="144" y="336"/>
                    <a:pt x="144" y="336"/>
                  </a:cubicBezTo>
                  <a:cubicBezTo>
                    <a:pt x="144" y="336"/>
                    <a:pt x="144" y="337"/>
                    <a:pt x="144" y="337"/>
                  </a:cubicBezTo>
                  <a:cubicBezTo>
                    <a:pt x="144" y="337"/>
                    <a:pt x="145" y="337"/>
                    <a:pt x="145" y="337"/>
                  </a:cubicBezTo>
                  <a:cubicBezTo>
                    <a:pt x="145" y="337"/>
                    <a:pt x="145" y="337"/>
                    <a:pt x="146" y="337"/>
                  </a:cubicBezTo>
                  <a:cubicBezTo>
                    <a:pt x="146" y="337"/>
                    <a:pt x="146" y="337"/>
                    <a:pt x="146" y="337"/>
                  </a:cubicBezTo>
                  <a:cubicBezTo>
                    <a:pt x="146" y="337"/>
                    <a:pt x="146" y="336"/>
                    <a:pt x="147" y="337"/>
                  </a:cubicBezTo>
                  <a:cubicBezTo>
                    <a:pt x="147" y="337"/>
                    <a:pt x="147" y="337"/>
                    <a:pt x="148" y="337"/>
                  </a:cubicBezTo>
                  <a:cubicBezTo>
                    <a:pt x="148" y="337"/>
                    <a:pt x="148" y="337"/>
                    <a:pt x="148" y="337"/>
                  </a:cubicBezTo>
                  <a:cubicBezTo>
                    <a:pt x="148" y="337"/>
                    <a:pt x="149" y="337"/>
                    <a:pt x="149" y="337"/>
                  </a:cubicBezTo>
                  <a:cubicBezTo>
                    <a:pt x="149" y="337"/>
                    <a:pt x="150" y="337"/>
                    <a:pt x="150" y="337"/>
                  </a:cubicBezTo>
                  <a:cubicBezTo>
                    <a:pt x="151" y="337"/>
                    <a:pt x="151" y="337"/>
                    <a:pt x="151" y="337"/>
                  </a:cubicBezTo>
                  <a:cubicBezTo>
                    <a:pt x="152" y="337"/>
                    <a:pt x="152" y="337"/>
                    <a:pt x="152" y="337"/>
                  </a:cubicBezTo>
                  <a:cubicBezTo>
                    <a:pt x="152" y="337"/>
                    <a:pt x="153" y="337"/>
                    <a:pt x="153" y="337"/>
                  </a:cubicBezTo>
                  <a:cubicBezTo>
                    <a:pt x="154" y="337"/>
                    <a:pt x="154" y="337"/>
                    <a:pt x="154" y="337"/>
                  </a:cubicBezTo>
                  <a:cubicBezTo>
                    <a:pt x="154" y="336"/>
                    <a:pt x="154" y="336"/>
                    <a:pt x="155" y="336"/>
                  </a:cubicBezTo>
                  <a:cubicBezTo>
                    <a:pt x="155" y="336"/>
                    <a:pt x="155" y="336"/>
                    <a:pt x="155" y="335"/>
                  </a:cubicBezTo>
                  <a:cubicBezTo>
                    <a:pt x="155" y="335"/>
                    <a:pt x="155" y="335"/>
                    <a:pt x="155" y="335"/>
                  </a:cubicBezTo>
                  <a:cubicBezTo>
                    <a:pt x="155" y="334"/>
                    <a:pt x="155" y="332"/>
                    <a:pt x="155" y="331"/>
                  </a:cubicBezTo>
                  <a:cubicBezTo>
                    <a:pt x="155" y="331"/>
                    <a:pt x="155" y="331"/>
                    <a:pt x="155" y="331"/>
                  </a:cubicBezTo>
                  <a:cubicBezTo>
                    <a:pt x="156" y="331"/>
                    <a:pt x="155" y="330"/>
                    <a:pt x="155" y="330"/>
                  </a:cubicBezTo>
                  <a:cubicBezTo>
                    <a:pt x="155" y="330"/>
                    <a:pt x="154" y="330"/>
                    <a:pt x="154" y="330"/>
                  </a:cubicBezTo>
                  <a:cubicBezTo>
                    <a:pt x="153" y="330"/>
                    <a:pt x="152" y="330"/>
                    <a:pt x="152" y="330"/>
                  </a:cubicBezTo>
                  <a:cubicBezTo>
                    <a:pt x="151" y="330"/>
                    <a:pt x="151" y="330"/>
                    <a:pt x="151" y="330"/>
                  </a:cubicBezTo>
                  <a:cubicBezTo>
                    <a:pt x="151" y="330"/>
                    <a:pt x="150" y="329"/>
                    <a:pt x="151" y="329"/>
                  </a:cubicBezTo>
                  <a:cubicBezTo>
                    <a:pt x="151" y="329"/>
                    <a:pt x="151" y="329"/>
                    <a:pt x="151" y="328"/>
                  </a:cubicBezTo>
                  <a:cubicBezTo>
                    <a:pt x="151" y="328"/>
                    <a:pt x="151" y="328"/>
                    <a:pt x="152" y="328"/>
                  </a:cubicBezTo>
                  <a:cubicBezTo>
                    <a:pt x="152" y="328"/>
                    <a:pt x="152" y="328"/>
                    <a:pt x="152" y="328"/>
                  </a:cubicBezTo>
                  <a:cubicBezTo>
                    <a:pt x="153" y="327"/>
                    <a:pt x="153" y="327"/>
                    <a:pt x="154" y="327"/>
                  </a:cubicBezTo>
                  <a:cubicBezTo>
                    <a:pt x="154" y="327"/>
                    <a:pt x="154" y="327"/>
                    <a:pt x="155" y="327"/>
                  </a:cubicBezTo>
                  <a:cubicBezTo>
                    <a:pt x="155" y="327"/>
                    <a:pt x="155" y="327"/>
                    <a:pt x="155" y="327"/>
                  </a:cubicBezTo>
                  <a:cubicBezTo>
                    <a:pt x="155" y="327"/>
                    <a:pt x="156" y="327"/>
                    <a:pt x="156" y="327"/>
                  </a:cubicBezTo>
                  <a:cubicBezTo>
                    <a:pt x="156" y="326"/>
                    <a:pt x="156" y="326"/>
                    <a:pt x="156" y="326"/>
                  </a:cubicBezTo>
                  <a:close/>
                  <a:moveTo>
                    <a:pt x="205" y="335"/>
                  </a:moveTo>
                  <a:cubicBezTo>
                    <a:pt x="205" y="335"/>
                    <a:pt x="204" y="334"/>
                    <a:pt x="204" y="334"/>
                  </a:cubicBezTo>
                  <a:cubicBezTo>
                    <a:pt x="203" y="334"/>
                    <a:pt x="203" y="333"/>
                    <a:pt x="202" y="333"/>
                  </a:cubicBezTo>
                  <a:cubicBezTo>
                    <a:pt x="202" y="333"/>
                    <a:pt x="202" y="332"/>
                    <a:pt x="201" y="332"/>
                  </a:cubicBezTo>
                  <a:cubicBezTo>
                    <a:pt x="201" y="332"/>
                    <a:pt x="201" y="331"/>
                    <a:pt x="200" y="331"/>
                  </a:cubicBezTo>
                  <a:cubicBezTo>
                    <a:pt x="200" y="331"/>
                    <a:pt x="200" y="331"/>
                    <a:pt x="200" y="331"/>
                  </a:cubicBezTo>
                  <a:cubicBezTo>
                    <a:pt x="200" y="331"/>
                    <a:pt x="200" y="331"/>
                    <a:pt x="200" y="330"/>
                  </a:cubicBezTo>
                  <a:cubicBezTo>
                    <a:pt x="200" y="330"/>
                    <a:pt x="200" y="330"/>
                    <a:pt x="200" y="329"/>
                  </a:cubicBezTo>
                  <a:cubicBezTo>
                    <a:pt x="200" y="329"/>
                    <a:pt x="200" y="329"/>
                    <a:pt x="201" y="328"/>
                  </a:cubicBezTo>
                  <a:cubicBezTo>
                    <a:pt x="201" y="328"/>
                    <a:pt x="201" y="328"/>
                    <a:pt x="201" y="328"/>
                  </a:cubicBezTo>
                  <a:cubicBezTo>
                    <a:pt x="201" y="327"/>
                    <a:pt x="201" y="327"/>
                    <a:pt x="201" y="327"/>
                  </a:cubicBezTo>
                  <a:cubicBezTo>
                    <a:pt x="201" y="327"/>
                    <a:pt x="201" y="326"/>
                    <a:pt x="201" y="326"/>
                  </a:cubicBezTo>
                  <a:cubicBezTo>
                    <a:pt x="201" y="326"/>
                    <a:pt x="201" y="326"/>
                    <a:pt x="201" y="326"/>
                  </a:cubicBezTo>
                  <a:cubicBezTo>
                    <a:pt x="202" y="325"/>
                    <a:pt x="203" y="324"/>
                    <a:pt x="203" y="324"/>
                  </a:cubicBezTo>
                  <a:cubicBezTo>
                    <a:pt x="204" y="324"/>
                    <a:pt x="204" y="324"/>
                    <a:pt x="204" y="323"/>
                  </a:cubicBezTo>
                  <a:cubicBezTo>
                    <a:pt x="203" y="323"/>
                    <a:pt x="203" y="323"/>
                    <a:pt x="203" y="322"/>
                  </a:cubicBezTo>
                  <a:cubicBezTo>
                    <a:pt x="203" y="322"/>
                    <a:pt x="202" y="322"/>
                    <a:pt x="202" y="322"/>
                  </a:cubicBezTo>
                  <a:cubicBezTo>
                    <a:pt x="202" y="322"/>
                    <a:pt x="202" y="322"/>
                    <a:pt x="202" y="322"/>
                  </a:cubicBezTo>
                  <a:cubicBezTo>
                    <a:pt x="201" y="322"/>
                    <a:pt x="201" y="322"/>
                    <a:pt x="201" y="322"/>
                  </a:cubicBezTo>
                  <a:cubicBezTo>
                    <a:pt x="201" y="321"/>
                    <a:pt x="201" y="321"/>
                    <a:pt x="201" y="320"/>
                  </a:cubicBezTo>
                  <a:cubicBezTo>
                    <a:pt x="201" y="320"/>
                    <a:pt x="201" y="320"/>
                    <a:pt x="201" y="319"/>
                  </a:cubicBezTo>
                  <a:cubicBezTo>
                    <a:pt x="201" y="319"/>
                    <a:pt x="201" y="318"/>
                    <a:pt x="201" y="318"/>
                  </a:cubicBezTo>
                  <a:cubicBezTo>
                    <a:pt x="201" y="318"/>
                    <a:pt x="201" y="317"/>
                    <a:pt x="201" y="317"/>
                  </a:cubicBezTo>
                  <a:cubicBezTo>
                    <a:pt x="201" y="316"/>
                    <a:pt x="201" y="316"/>
                    <a:pt x="201" y="315"/>
                  </a:cubicBezTo>
                  <a:cubicBezTo>
                    <a:pt x="201" y="315"/>
                    <a:pt x="201" y="315"/>
                    <a:pt x="201" y="314"/>
                  </a:cubicBezTo>
                  <a:cubicBezTo>
                    <a:pt x="201" y="314"/>
                    <a:pt x="201" y="314"/>
                    <a:pt x="201" y="314"/>
                  </a:cubicBezTo>
                  <a:cubicBezTo>
                    <a:pt x="201" y="314"/>
                    <a:pt x="201" y="314"/>
                    <a:pt x="200" y="314"/>
                  </a:cubicBezTo>
                  <a:cubicBezTo>
                    <a:pt x="200" y="314"/>
                    <a:pt x="200" y="314"/>
                    <a:pt x="200" y="314"/>
                  </a:cubicBezTo>
                  <a:cubicBezTo>
                    <a:pt x="200" y="314"/>
                    <a:pt x="199" y="314"/>
                    <a:pt x="199" y="315"/>
                  </a:cubicBezTo>
                  <a:cubicBezTo>
                    <a:pt x="199" y="315"/>
                    <a:pt x="199" y="315"/>
                    <a:pt x="199" y="315"/>
                  </a:cubicBezTo>
                  <a:cubicBezTo>
                    <a:pt x="199" y="315"/>
                    <a:pt x="199" y="315"/>
                    <a:pt x="199" y="316"/>
                  </a:cubicBezTo>
                  <a:cubicBezTo>
                    <a:pt x="199" y="316"/>
                    <a:pt x="199" y="316"/>
                    <a:pt x="199" y="316"/>
                  </a:cubicBezTo>
                  <a:cubicBezTo>
                    <a:pt x="199" y="317"/>
                    <a:pt x="199" y="317"/>
                    <a:pt x="199" y="317"/>
                  </a:cubicBezTo>
                  <a:cubicBezTo>
                    <a:pt x="199" y="317"/>
                    <a:pt x="199" y="317"/>
                    <a:pt x="199" y="318"/>
                  </a:cubicBezTo>
                  <a:cubicBezTo>
                    <a:pt x="199" y="318"/>
                    <a:pt x="199" y="318"/>
                    <a:pt x="199" y="319"/>
                  </a:cubicBezTo>
                  <a:cubicBezTo>
                    <a:pt x="199" y="319"/>
                    <a:pt x="199" y="319"/>
                    <a:pt x="199" y="319"/>
                  </a:cubicBezTo>
                  <a:cubicBezTo>
                    <a:pt x="199" y="320"/>
                    <a:pt x="199" y="320"/>
                    <a:pt x="199" y="321"/>
                  </a:cubicBezTo>
                  <a:cubicBezTo>
                    <a:pt x="199" y="321"/>
                    <a:pt x="199" y="322"/>
                    <a:pt x="199" y="322"/>
                  </a:cubicBezTo>
                  <a:cubicBezTo>
                    <a:pt x="199" y="323"/>
                    <a:pt x="199" y="323"/>
                    <a:pt x="198" y="324"/>
                  </a:cubicBezTo>
                  <a:cubicBezTo>
                    <a:pt x="198" y="324"/>
                    <a:pt x="198" y="324"/>
                    <a:pt x="198" y="324"/>
                  </a:cubicBezTo>
                  <a:cubicBezTo>
                    <a:pt x="197" y="325"/>
                    <a:pt x="197" y="325"/>
                    <a:pt x="196" y="325"/>
                  </a:cubicBezTo>
                  <a:cubicBezTo>
                    <a:pt x="196" y="325"/>
                    <a:pt x="196" y="325"/>
                    <a:pt x="196" y="325"/>
                  </a:cubicBezTo>
                  <a:cubicBezTo>
                    <a:pt x="196" y="325"/>
                    <a:pt x="195" y="325"/>
                    <a:pt x="195" y="325"/>
                  </a:cubicBezTo>
                  <a:cubicBezTo>
                    <a:pt x="194" y="325"/>
                    <a:pt x="194" y="325"/>
                    <a:pt x="194" y="325"/>
                  </a:cubicBezTo>
                  <a:cubicBezTo>
                    <a:pt x="194" y="325"/>
                    <a:pt x="194" y="325"/>
                    <a:pt x="194" y="325"/>
                  </a:cubicBezTo>
                  <a:cubicBezTo>
                    <a:pt x="194" y="326"/>
                    <a:pt x="194" y="326"/>
                    <a:pt x="194" y="326"/>
                  </a:cubicBezTo>
                  <a:cubicBezTo>
                    <a:pt x="194" y="326"/>
                    <a:pt x="194" y="327"/>
                    <a:pt x="194" y="327"/>
                  </a:cubicBezTo>
                  <a:cubicBezTo>
                    <a:pt x="195" y="327"/>
                    <a:pt x="195" y="327"/>
                    <a:pt x="195" y="327"/>
                  </a:cubicBezTo>
                  <a:cubicBezTo>
                    <a:pt x="196" y="327"/>
                    <a:pt x="196" y="327"/>
                    <a:pt x="196" y="327"/>
                  </a:cubicBezTo>
                  <a:cubicBezTo>
                    <a:pt x="196" y="327"/>
                    <a:pt x="196" y="327"/>
                    <a:pt x="196" y="327"/>
                  </a:cubicBezTo>
                  <a:cubicBezTo>
                    <a:pt x="197" y="327"/>
                    <a:pt x="197" y="327"/>
                    <a:pt x="197" y="327"/>
                  </a:cubicBezTo>
                  <a:cubicBezTo>
                    <a:pt x="198" y="328"/>
                    <a:pt x="198" y="328"/>
                    <a:pt x="198" y="328"/>
                  </a:cubicBezTo>
                  <a:cubicBezTo>
                    <a:pt x="198" y="328"/>
                    <a:pt x="198" y="329"/>
                    <a:pt x="198" y="329"/>
                  </a:cubicBezTo>
                  <a:cubicBezTo>
                    <a:pt x="198" y="329"/>
                    <a:pt x="198" y="329"/>
                    <a:pt x="198" y="329"/>
                  </a:cubicBezTo>
                  <a:cubicBezTo>
                    <a:pt x="198" y="330"/>
                    <a:pt x="198" y="330"/>
                    <a:pt x="197" y="330"/>
                  </a:cubicBezTo>
                  <a:cubicBezTo>
                    <a:pt x="197" y="330"/>
                    <a:pt x="197" y="330"/>
                    <a:pt x="197" y="330"/>
                  </a:cubicBezTo>
                  <a:cubicBezTo>
                    <a:pt x="197" y="330"/>
                    <a:pt x="196" y="329"/>
                    <a:pt x="196" y="329"/>
                  </a:cubicBezTo>
                  <a:cubicBezTo>
                    <a:pt x="196" y="329"/>
                    <a:pt x="196" y="329"/>
                    <a:pt x="195" y="329"/>
                  </a:cubicBezTo>
                  <a:cubicBezTo>
                    <a:pt x="195" y="328"/>
                    <a:pt x="195" y="328"/>
                    <a:pt x="194" y="328"/>
                  </a:cubicBezTo>
                  <a:cubicBezTo>
                    <a:pt x="194" y="328"/>
                    <a:pt x="194" y="328"/>
                    <a:pt x="194" y="328"/>
                  </a:cubicBezTo>
                  <a:cubicBezTo>
                    <a:pt x="193" y="328"/>
                    <a:pt x="193" y="328"/>
                    <a:pt x="192" y="328"/>
                  </a:cubicBezTo>
                  <a:cubicBezTo>
                    <a:pt x="192" y="328"/>
                    <a:pt x="192" y="328"/>
                    <a:pt x="192" y="328"/>
                  </a:cubicBezTo>
                  <a:cubicBezTo>
                    <a:pt x="192" y="328"/>
                    <a:pt x="192" y="328"/>
                    <a:pt x="192" y="328"/>
                  </a:cubicBezTo>
                  <a:cubicBezTo>
                    <a:pt x="191" y="328"/>
                    <a:pt x="191" y="328"/>
                    <a:pt x="191" y="328"/>
                  </a:cubicBezTo>
                  <a:cubicBezTo>
                    <a:pt x="190" y="329"/>
                    <a:pt x="190" y="329"/>
                    <a:pt x="189" y="329"/>
                  </a:cubicBezTo>
                  <a:cubicBezTo>
                    <a:pt x="189" y="329"/>
                    <a:pt x="189" y="329"/>
                    <a:pt x="189" y="329"/>
                  </a:cubicBezTo>
                  <a:cubicBezTo>
                    <a:pt x="189" y="329"/>
                    <a:pt x="188" y="329"/>
                    <a:pt x="188" y="329"/>
                  </a:cubicBezTo>
                  <a:cubicBezTo>
                    <a:pt x="188" y="329"/>
                    <a:pt x="187" y="329"/>
                    <a:pt x="187" y="329"/>
                  </a:cubicBezTo>
                  <a:cubicBezTo>
                    <a:pt x="187" y="329"/>
                    <a:pt x="187" y="329"/>
                    <a:pt x="188" y="329"/>
                  </a:cubicBezTo>
                  <a:cubicBezTo>
                    <a:pt x="188" y="329"/>
                    <a:pt x="188" y="328"/>
                    <a:pt x="189" y="328"/>
                  </a:cubicBezTo>
                  <a:cubicBezTo>
                    <a:pt x="189" y="328"/>
                    <a:pt x="189" y="328"/>
                    <a:pt x="189" y="328"/>
                  </a:cubicBezTo>
                  <a:cubicBezTo>
                    <a:pt x="189" y="328"/>
                    <a:pt x="189" y="328"/>
                    <a:pt x="189" y="328"/>
                  </a:cubicBezTo>
                  <a:cubicBezTo>
                    <a:pt x="189" y="328"/>
                    <a:pt x="190" y="328"/>
                    <a:pt x="190" y="328"/>
                  </a:cubicBezTo>
                  <a:cubicBezTo>
                    <a:pt x="191" y="328"/>
                    <a:pt x="191" y="327"/>
                    <a:pt x="191" y="327"/>
                  </a:cubicBezTo>
                  <a:cubicBezTo>
                    <a:pt x="191" y="327"/>
                    <a:pt x="192" y="327"/>
                    <a:pt x="192" y="327"/>
                  </a:cubicBezTo>
                  <a:cubicBezTo>
                    <a:pt x="192" y="327"/>
                    <a:pt x="192" y="327"/>
                    <a:pt x="193" y="326"/>
                  </a:cubicBezTo>
                  <a:cubicBezTo>
                    <a:pt x="193" y="326"/>
                    <a:pt x="193" y="326"/>
                    <a:pt x="193" y="326"/>
                  </a:cubicBezTo>
                  <a:cubicBezTo>
                    <a:pt x="193" y="326"/>
                    <a:pt x="193" y="325"/>
                    <a:pt x="193" y="325"/>
                  </a:cubicBezTo>
                  <a:cubicBezTo>
                    <a:pt x="192" y="325"/>
                    <a:pt x="192" y="325"/>
                    <a:pt x="192" y="325"/>
                  </a:cubicBezTo>
                  <a:cubicBezTo>
                    <a:pt x="191" y="325"/>
                    <a:pt x="191" y="325"/>
                    <a:pt x="191" y="325"/>
                  </a:cubicBezTo>
                  <a:cubicBezTo>
                    <a:pt x="191" y="325"/>
                    <a:pt x="191" y="325"/>
                    <a:pt x="191" y="325"/>
                  </a:cubicBezTo>
                  <a:cubicBezTo>
                    <a:pt x="191" y="324"/>
                    <a:pt x="191" y="324"/>
                    <a:pt x="192" y="324"/>
                  </a:cubicBezTo>
                  <a:cubicBezTo>
                    <a:pt x="192" y="324"/>
                    <a:pt x="192" y="324"/>
                    <a:pt x="192" y="324"/>
                  </a:cubicBezTo>
                  <a:cubicBezTo>
                    <a:pt x="192" y="324"/>
                    <a:pt x="192" y="324"/>
                    <a:pt x="192" y="323"/>
                  </a:cubicBezTo>
                  <a:cubicBezTo>
                    <a:pt x="192" y="323"/>
                    <a:pt x="192" y="323"/>
                    <a:pt x="192" y="323"/>
                  </a:cubicBezTo>
                  <a:cubicBezTo>
                    <a:pt x="192" y="323"/>
                    <a:pt x="192" y="322"/>
                    <a:pt x="192" y="322"/>
                  </a:cubicBezTo>
                  <a:cubicBezTo>
                    <a:pt x="192" y="322"/>
                    <a:pt x="192" y="322"/>
                    <a:pt x="191" y="322"/>
                  </a:cubicBezTo>
                  <a:cubicBezTo>
                    <a:pt x="191" y="322"/>
                    <a:pt x="190" y="322"/>
                    <a:pt x="190" y="322"/>
                  </a:cubicBezTo>
                  <a:cubicBezTo>
                    <a:pt x="190" y="322"/>
                    <a:pt x="190" y="322"/>
                    <a:pt x="190" y="322"/>
                  </a:cubicBezTo>
                  <a:cubicBezTo>
                    <a:pt x="190" y="322"/>
                    <a:pt x="190" y="322"/>
                    <a:pt x="190" y="322"/>
                  </a:cubicBezTo>
                  <a:cubicBezTo>
                    <a:pt x="190" y="322"/>
                    <a:pt x="190" y="321"/>
                    <a:pt x="190" y="321"/>
                  </a:cubicBezTo>
                  <a:cubicBezTo>
                    <a:pt x="190" y="321"/>
                    <a:pt x="190" y="321"/>
                    <a:pt x="190" y="321"/>
                  </a:cubicBezTo>
                  <a:cubicBezTo>
                    <a:pt x="190" y="321"/>
                    <a:pt x="191" y="321"/>
                    <a:pt x="191" y="321"/>
                  </a:cubicBezTo>
                  <a:cubicBezTo>
                    <a:pt x="191" y="321"/>
                    <a:pt x="191" y="321"/>
                    <a:pt x="192" y="321"/>
                  </a:cubicBezTo>
                  <a:cubicBezTo>
                    <a:pt x="192" y="321"/>
                    <a:pt x="192" y="320"/>
                    <a:pt x="193" y="320"/>
                  </a:cubicBezTo>
                  <a:cubicBezTo>
                    <a:pt x="193" y="320"/>
                    <a:pt x="193" y="320"/>
                    <a:pt x="194" y="320"/>
                  </a:cubicBezTo>
                  <a:cubicBezTo>
                    <a:pt x="194" y="320"/>
                    <a:pt x="194" y="320"/>
                    <a:pt x="194" y="320"/>
                  </a:cubicBezTo>
                  <a:cubicBezTo>
                    <a:pt x="195" y="320"/>
                    <a:pt x="195" y="320"/>
                    <a:pt x="196" y="320"/>
                  </a:cubicBezTo>
                  <a:cubicBezTo>
                    <a:pt x="196" y="320"/>
                    <a:pt x="196" y="320"/>
                    <a:pt x="196" y="321"/>
                  </a:cubicBezTo>
                  <a:cubicBezTo>
                    <a:pt x="197" y="321"/>
                    <a:pt x="197" y="321"/>
                    <a:pt x="196" y="321"/>
                  </a:cubicBezTo>
                  <a:cubicBezTo>
                    <a:pt x="196" y="322"/>
                    <a:pt x="196" y="322"/>
                    <a:pt x="196" y="322"/>
                  </a:cubicBezTo>
                  <a:cubicBezTo>
                    <a:pt x="195" y="322"/>
                    <a:pt x="195" y="322"/>
                    <a:pt x="195" y="322"/>
                  </a:cubicBezTo>
                  <a:cubicBezTo>
                    <a:pt x="194" y="322"/>
                    <a:pt x="194" y="323"/>
                    <a:pt x="193" y="323"/>
                  </a:cubicBezTo>
                  <a:cubicBezTo>
                    <a:pt x="193" y="323"/>
                    <a:pt x="193" y="323"/>
                    <a:pt x="193" y="323"/>
                  </a:cubicBezTo>
                  <a:cubicBezTo>
                    <a:pt x="193" y="324"/>
                    <a:pt x="193" y="324"/>
                    <a:pt x="193" y="324"/>
                  </a:cubicBezTo>
                  <a:cubicBezTo>
                    <a:pt x="193" y="324"/>
                    <a:pt x="194" y="324"/>
                    <a:pt x="194" y="324"/>
                  </a:cubicBezTo>
                  <a:cubicBezTo>
                    <a:pt x="194" y="324"/>
                    <a:pt x="194" y="324"/>
                    <a:pt x="194" y="324"/>
                  </a:cubicBezTo>
                  <a:cubicBezTo>
                    <a:pt x="195" y="324"/>
                    <a:pt x="195" y="323"/>
                    <a:pt x="195" y="323"/>
                  </a:cubicBezTo>
                  <a:cubicBezTo>
                    <a:pt x="196" y="323"/>
                    <a:pt x="196" y="323"/>
                    <a:pt x="196" y="323"/>
                  </a:cubicBezTo>
                  <a:cubicBezTo>
                    <a:pt x="197" y="323"/>
                    <a:pt x="197" y="322"/>
                    <a:pt x="197" y="322"/>
                  </a:cubicBezTo>
                  <a:cubicBezTo>
                    <a:pt x="197" y="322"/>
                    <a:pt x="198" y="321"/>
                    <a:pt x="197" y="320"/>
                  </a:cubicBezTo>
                  <a:cubicBezTo>
                    <a:pt x="197" y="320"/>
                    <a:pt x="197" y="320"/>
                    <a:pt x="197" y="319"/>
                  </a:cubicBezTo>
                  <a:cubicBezTo>
                    <a:pt x="197" y="319"/>
                    <a:pt x="196" y="319"/>
                    <a:pt x="196" y="319"/>
                  </a:cubicBezTo>
                  <a:cubicBezTo>
                    <a:pt x="195" y="319"/>
                    <a:pt x="195" y="319"/>
                    <a:pt x="195" y="318"/>
                  </a:cubicBezTo>
                  <a:cubicBezTo>
                    <a:pt x="195" y="318"/>
                    <a:pt x="195" y="318"/>
                    <a:pt x="194" y="318"/>
                  </a:cubicBezTo>
                  <a:cubicBezTo>
                    <a:pt x="194" y="318"/>
                    <a:pt x="194" y="318"/>
                    <a:pt x="194" y="318"/>
                  </a:cubicBezTo>
                  <a:cubicBezTo>
                    <a:pt x="194" y="318"/>
                    <a:pt x="193" y="318"/>
                    <a:pt x="193" y="318"/>
                  </a:cubicBezTo>
                  <a:cubicBezTo>
                    <a:pt x="193" y="318"/>
                    <a:pt x="193" y="318"/>
                    <a:pt x="193" y="319"/>
                  </a:cubicBezTo>
                  <a:cubicBezTo>
                    <a:pt x="192" y="319"/>
                    <a:pt x="192" y="319"/>
                    <a:pt x="192" y="319"/>
                  </a:cubicBezTo>
                  <a:cubicBezTo>
                    <a:pt x="191" y="319"/>
                    <a:pt x="191" y="319"/>
                    <a:pt x="191" y="318"/>
                  </a:cubicBezTo>
                  <a:cubicBezTo>
                    <a:pt x="191" y="318"/>
                    <a:pt x="191" y="318"/>
                    <a:pt x="191" y="318"/>
                  </a:cubicBezTo>
                  <a:cubicBezTo>
                    <a:pt x="192" y="318"/>
                    <a:pt x="192" y="318"/>
                    <a:pt x="192" y="318"/>
                  </a:cubicBezTo>
                  <a:cubicBezTo>
                    <a:pt x="192" y="318"/>
                    <a:pt x="192" y="318"/>
                    <a:pt x="192" y="317"/>
                  </a:cubicBezTo>
                  <a:cubicBezTo>
                    <a:pt x="192" y="317"/>
                    <a:pt x="193" y="317"/>
                    <a:pt x="193" y="317"/>
                  </a:cubicBezTo>
                  <a:cubicBezTo>
                    <a:pt x="193" y="317"/>
                    <a:pt x="193" y="317"/>
                    <a:pt x="193" y="316"/>
                  </a:cubicBezTo>
                  <a:cubicBezTo>
                    <a:pt x="193" y="316"/>
                    <a:pt x="193" y="316"/>
                    <a:pt x="193" y="316"/>
                  </a:cubicBezTo>
                  <a:cubicBezTo>
                    <a:pt x="193" y="316"/>
                    <a:pt x="193" y="316"/>
                    <a:pt x="193" y="315"/>
                  </a:cubicBezTo>
                  <a:cubicBezTo>
                    <a:pt x="193" y="315"/>
                    <a:pt x="193" y="315"/>
                    <a:pt x="193" y="315"/>
                  </a:cubicBezTo>
                  <a:cubicBezTo>
                    <a:pt x="193" y="315"/>
                    <a:pt x="193" y="315"/>
                    <a:pt x="193" y="315"/>
                  </a:cubicBezTo>
                  <a:cubicBezTo>
                    <a:pt x="193" y="315"/>
                    <a:pt x="193" y="315"/>
                    <a:pt x="193" y="315"/>
                  </a:cubicBezTo>
                  <a:cubicBezTo>
                    <a:pt x="193" y="314"/>
                    <a:pt x="193" y="314"/>
                    <a:pt x="193" y="314"/>
                  </a:cubicBezTo>
                  <a:cubicBezTo>
                    <a:pt x="193" y="314"/>
                    <a:pt x="193" y="314"/>
                    <a:pt x="193" y="314"/>
                  </a:cubicBezTo>
                  <a:cubicBezTo>
                    <a:pt x="193" y="314"/>
                    <a:pt x="192" y="314"/>
                    <a:pt x="192" y="314"/>
                  </a:cubicBezTo>
                  <a:cubicBezTo>
                    <a:pt x="192" y="314"/>
                    <a:pt x="192" y="314"/>
                    <a:pt x="192" y="314"/>
                  </a:cubicBezTo>
                  <a:cubicBezTo>
                    <a:pt x="191" y="314"/>
                    <a:pt x="190" y="314"/>
                    <a:pt x="190" y="315"/>
                  </a:cubicBezTo>
                  <a:cubicBezTo>
                    <a:pt x="190" y="315"/>
                    <a:pt x="190" y="315"/>
                    <a:pt x="190" y="315"/>
                  </a:cubicBezTo>
                  <a:cubicBezTo>
                    <a:pt x="190" y="315"/>
                    <a:pt x="189" y="314"/>
                    <a:pt x="189" y="314"/>
                  </a:cubicBezTo>
                  <a:cubicBezTo>
                    <a:pt x="189" y="314"/>
                    <a:pt x="189" y="314"/>
                    <a:pt x="189" y="314"/>
                  </a:cubicBezTo>
                  <a:cubicBezTo>
                    <a:pt x="188" y="314"/>
                    <a:pt x="188" y="314"/>
                    <a:pt x="187" y="314"/>
                  </a:cubicBezTo>
                  <a:cubicBezTo>
                    <a:pt x="187" y="314"/>
                    <a:pt x="187" y="314"/>
                    <a:pt x="187" y="314"/>
                  </a:cubicBezTo>
                  <a:cubicBezTo>
                    <a:pt x="186" y="314"/>
                    <a:pt x="186" y="315"/>
                    <a:pt x="186" y="315"/>
                  </a:cubicBezTo>
                  <a:cubicBezTo>
                    <a:pt x="186" y="316"/>
                    <a:pt x="187" y="316"/>
                    <a:pt x="187" y="316"/>
                  </a:cubicBezTo>
                  <a:cubicBezTo>
                    <a:pt x="187" y="316"/>
                    <a:pt x="188" y="317"/>
                    <a:pt x="188" y="317"/>
                  </a:cubicBezTo>
                  <a:cubicBezTo>
                    <a:pt x="188" y="317"/>
                    <a:pt x="188" y="318"/>
                    <a:pt x="189" y="318"/>
                  </a:cubicBezTo>
                  <a:cubicBezTo>
                    <a:pt x="189" y="318"/>
                    <a:pt x="189" y="318"/>
                    <a:pt x="190" y="318"/>
                  </a:cubicBezTo>
                  <a:cubicBezTo>
                    <a:pt x="190" y="318"/>
                    <a:pt x="190" y="318"/>
                    <a:pt x="190" y="318"/>
                  </a:cubicBezTo>
                  <a:cubicBezTo>
                    <a:pt x="190" y="319"/>
                    <a:pt x="190" y="319"/>
                    <a:pt x="190" y="319"/>
                  </a:cubicBezTo>
                  <a:cubicBezTo>
                    <a:pt x="190" y="319"/>
                    <a:pt x="190" y="319"/>
                    <a:pt x="189" y="319"/>
                  </a:cubicBezTo>
                  <a:cubicBezTo>
                    <a:pt x="189" y="319"/>
                    <a:pt x="189" y="320"/>
                    <a:pt x="188" y="320"/>
                  </a:cubicBezTo>
                  <a:cubicBezTo>
                    <a:pt x="188" y="320"/>
                    <a:pt x="188" y="320"/>
                    <a:pt x="188" y="320"/>
                  </a:cubicBezTo>
                  <a:cubicBezTo>
                    <a:pt x="187" y="320"/>
                    <a:pt x="187" y="320"/>
                    <a:pt x="187" y="320"/>
                  </a:cubicBezTo>
                  <a:cubicBezTo>
                    <a:pt x="187" y="320"/>
                    <a:pt x="186" y="320"/>
                    <a:pt x="186" y="320"/>
                  </a:cubicBezTo>
                  <a:cubicBezTo>
                    <a:pt x="186" y="321"/>
                    <a:pt x="185" y="321"/>
                    <a:pt x="185" y="321"/>
                  </a:cubicBezTo>
                  <a:cubicBezTo>
                    <a:pt x="185" y="321"/>
                    <a:pt x="185" y="321"/>
                    <a:pt x="184" y="321"/>
                  </a:cubicBezTo>
                  <a:cubicBezTo>
                    <a:pt x="184" y="321"/>
                    <a:pt x="183" y="321"/>
                    <a:pt x="183" y="322"/>
                  </a:cubicBezTo>
                  <a:cubicBezTo>
                    <a:pt x="182" y="322"/>
                    <a:pt x="182" y="322"/>
                    <a:pt x="182" y="322"/>
                  </a:cubicBezTo>
                  <a:cubicBezTo>
                    <a:pt x="183" y="322"/>
                    <a:pt x="183" y="323"/>
                    <a:pt x="183" y="323"/>
                  </a:cubicBezTo>
                  <a:cubicBezTo>
                    <a:pt x="183" y="323"/>
                    <a:pt x="184" y="323"/>
                    <a:pt x="184" y="323"/>
                  </a:cubicBezTo>
                  <a:cubicBezTo>
                    <a:pt x="184" y="323"/>
                    <a:pt x="185" y="323"/>
                    <a:pt x="185" y="323"/>
                  </a:cubicBezTo>
                  <a:cubicBezTo>
                    <a:pt x="185" y="323"/>
                    <a:pt x="185" y="323"/>
                    <a:pt x="185" y="324"/>
                  </a:cubicBezTo>
                  <a:cubicBezTo>
                    <a:pt x="185" y="324"/>
                    <a:pt x="185" y="324"/>
                    <a:pt x="185" y="324"/>
                  </a:cubicBezTo>
                  <a:cubicBezTo>
                    <a:pt x="185" y="325"/>
                    <a:pt x="185" y="325"/>
                    <a:pt x="185" y="325"/>
                  </a:cubicBezTo>
                  <a:cubicBezTo>
                    <a:pt x="185" y="326"/>
                    <a:pt x="185" y="326"/>
                    <a:pt x="185" y="326"/>
                  </a:cubicBezTo>
                  <a:cubicBezTo>
                    <a:pt x="185" y="327"/>
                    <a:pt x="184" y="327"/>
                    <a:pt x="184" y="328"/>
                  </a:cubicBezTo>
                  <a:cubicBezTo>
                    <a:pt x="184" y="328"/>
                    <a:pt x="184" y="328"/>
                    <a:pt x="184" y="328"/>
                  </a:cubicBezTo>
                  <a:cubicBezTo>
                    <a:pt x="184" y="329"/>
                    <a:pt x="184" y="329"/>
                    <a:pt x="184" y="329"/>
                  </a:cubicBezTo>
                  <a:cubicBezTo>
                    <a:pt x="184" y="330"/>
                    <a:pt x="184" y="330"/>
                    <a:pt x="184" y="331"/>
                  </a:cubicBezTo>
                  <a:cubicBezTo>
                    <a:pt x="184" y="331"/>
                    <a:pt x="183" y="332"/>
                    <a:pt x="183" y="332"/>
                  </a:cubicBezTo>
                  <a:cubicBezTo>
                    <a:pt x="183" y="332"/>
                    <a:pt x="183" y="332"/>
                    <a:pt x="183" y="332"/>
                  </a:cubicBezTo>
                  <a:cubicBezTo>
                    <a:pt x="183" y="333"/>
                    <a:pt x="182" y="334"/>
                    <a:pt x="182" y="335"/>
                  </a:cubicBezTo>
                  <a:cubicBezTo>
                    <a:pt x="182" y="335"/>
                    <a:pt x="182" y="335"/>
                    <a:pt x="182" y="335"/>
                  </a:cubicBezTo>
                  <a:cubicBezTo>
                    <a:pt x="182" y="335"/>
                    <a:pt x="182" y="335"/>
                    <a:pt x="182" y="335"/>
                  </a:cubicBezTo>
                  <a:cubicBezTo>
                    <a:pt x="181" y="336"/>
                    <a:pt x="181" y="336"/>
                    <a:pt x="181" y="336"/>
                  </a:cubicBezTo>
                  <a:cubicBezTo>
                    <a:pt x="182" y="336"/>
                    <a:pt x="182" y="337"/>
                    <a:pt x="182" y="337"/>
                  </a:cubicBezTo>
                  <a:cubicBezTo>
                    <a:pt x="182" y="337"/>
                    <a:pt x="182" y="337"/>
                    <a:pt x="183" y="337"/>
                  </a:cubicBezTo>
                  <a:cubicBezTo>
                    <a:pt x="183" y="337"/>
                    <a:pt x="183" y="336"/>
                    <a:pt x="184" y="336"/>
                  </a:cubicBezTo>
                  <a:cubicBezTo>
                    <a:pt x="184" y="336"/>
                    <a:pt x="184" y="335"/>
                    <a:pt x="184" y="335"/>
                  </a:cubicBezTo>
                  <a:cubicBezTo>
                    <a:pt x="184" y="334"/>
                    <a:pt x="184" y="334"/>
                    <a:pt x="184" y="333"/>
                  </a:cubicBezTo>
                  <a:cubicBezTo>
                    <a:pt x="185" y="333"/>
                    <a:pt x="185" y="333"/>
                    <a:pt x="185" y="332"/>
                  </a:cubicBezTo>
                  <a:cubicBezTo>
                    <a:pt x="185" y="332"/>
                    <a:pt x="185" y="332"/>
                    <a:pt x="185" y="332"/>
                  </a:cubicBezTo>
                  <a:cubicBezTo>
                    <a:pt x="186" y="333"/>
                    <a:pt x="186" y="333"/>
                    <a:pt x="186" y="333"/>
                  </a:cubicBezTo>
                  <a:cubicBezTo>
                    <a:pt x="186" y="334"/>
                    <a:pt x="186" y="334"/>
                    <a:pt x="186" y="334"/>
                  </a:cubicBezTo>
                  <a:cubicBezTo>
                    <a:pt x="186" y="335"/>
                    <a:pt x="186" y="335"/>
                    <a:pt x="186" y="336"/>
                  </a:cubicBezTo>
                  <a:cubicBezTo>
                    <a:pt x="186" y="336"/>
                    <a:pt x="186" y="336"/>
                    <a:pt x="186" y="336"/>
                  </a:cubicBezTo>
                  <a:cubicBezTo>
                    <a:pt x="185" y="336"/>
                    <a:pt x="186" y="337"/>
                    <a:pt x="186" y="337"/>
                  </a:cubicBezTo>
                  <a:cubicBezTo>
                    <a:pt x="186" y="337"/>
                    <a:pt x="186" y="337"/>
                    <a:pt x="186" y="337"/>
                  </a:cubicBezTo>
                  <a:cubicBezTo>
                    <a:pt x="186" y="337"/>
                    <a:pt x="187" y="337"/>
                    <a:pt x="187" y="337"/>
                  </a:cubicBezTo>
                  <a:cubicBezTo>
                    <a:pt x="187" y="336"/>
                    <a:pt x="187" y="336"/>
                    <a:pt x="188" y="336"/>
                  </a:cubicBezTo>
                  <a:cubicBezTo>
                    <a:pt x="188" y="336"/>
                    <a:pt x="188" y="336"/>
                    <a:pt x="188" y="336"/>
                  </a:cubicBezTo>
                  <a:cubicBezTo>
                    <a:pt x="189" y="336"/>
                    <a:pt x="189" y="336"/>
                    <a:pt x="190" y="336"/>
                  </a:cubicBezTo>
                  <a:cubicBezTo>
                    <a:pt x="190" y="336"/>
                    <a:pt x="190" y="336"/>
                    <a:pt x="190" y="337"/>
                  </a:cubicBezTo>
                  <a:cubicBezTo>
                    <a:pt x="190" y="337"/>
                    <a:pt x="190" y="337"/>
                    <a:pt x="190" y="337"/>
                  </a:cubicBezTo>
                  <a:cubicBezTo>
                    <a:pt x="190" y="337"/>
                    <a:pt x="190" y="337"/>
                    <a:pt x="190" y="337"/>
                  </a:cubicBezTo>
                  <a:cubicBezTo>
                    <a:pt x="190" y="337"/>
                    <a:pt x="190" y="337"/>
                    <a:pt x="191" y="337"/>
                  </a:cubicBezTo>
                  <a:cubicBezTo>
                    <a:pt x="191" y="337"/>
                    <a:pt x="191" y="337"/>
                    <a:pt x="191" y="337"/>
                  </a:cubicBezTo>
                  <a:cubicBezTo>
                    <a:pt x="191" y="337"/>
                    <a:pt x="191" y="337"/>
                    <a:pt x="191" y="337"/>
                  </a:cubicBezTo>
                  <a:cubicBezTo>
                    <a:pt x="191" y="337"/>
                    <a:pt x="192" y="336"/>
                    <a:pt x="191" y="336"/>
                  </a:cubicBezTo>
                  <a:cubicBezTo>
                    <a:pt x="191" y="336"/>
                    <a:pt x="192" y="335"/>
                    <a:pt x="192" y="335"/>
                  </a:cubicBezTo>
                  <a:cubicBezTo>
                    <a:pt x="192" y="335"/>
                    <a:pt x="193" y="335"/>
                    <a:pt x="193" y="335"/>
                  </a:cubicBezTo>
                  <a:cubicBezTo>
                    <a:pt x="194" y="335"/>
                    <a:pt x="194" y="335"/>
                    <a:pt x="194" y="336"/>
                  </a:cubicBezTo>
                  <a:cubicBezTo>
                    <a:pt x="194" y="336"/>
                    <a:pt x="194" y="336"/>
                    <a:pt x="194" y="336"/>
                  </a:cubicBezTo>
                  <a:cubicBezTo>
                    <a:pt x="194" y="336"/>
                    <a:pt x="194" y="336"/>
                    <a:pt x="194" y="336"/>
                  </a:cubicBezTo>
                  <a:cubicBezTo>
                    <a:pt x="194" y="337"/>
                    <a:pt x="194" y="337"/>
                    <a:pt x="194" y="337"/>
                  </a:cubicBezTo>
                  <a:cubicBezTo>
                    <a:pt x="194" y="338"/>
                    <a:pt x="194" y="338"/>
                    <a:pt x="195" y="338"/>
                  </a:cubicBezTo>
                  <a:cubicBezTo>
                    <a:pt x="195" y="337"/>
                    <a:pt x="195" y="337"/>
                    <a:pt x="195" y="337"/>
                  </a:cubicBezTo>
                  <a:cubicBezTo>
                    <a:pt x="195" y="337"/>
                    <a:pt x="195" y="337"/>
                    <a:pt x="195" y="336"/>
                  </a:cubicBezTo>
                  <a:cubicBezTo>
                    <a:pt x="195" y="336"/>
                    <a:pt x="195" y="335"/>
                    <a:pt x="195" y="335"/>
                  </a:cubicBezTo>
                  <a:cubicBezTo>
                    <a:pt x="195" y="335"/>
                    <a:pt x="195" y="335"/>
                    <a:pt x="195" y="335"/>
                  </a:cubicBezTo>
                  <a:cubicBezTo>
                    <a:pt x="195" y="334"/>
                    <a:pt x="196" y="334"/>
                    <a:pt x="196" y="334"/>
                  </a:cubicBezTo>
                  <a:cubicBezTo>
                    <a:pt x="196" y="334"/>
                    <a:pt x="196" y="334"/>
                    <a:pt x="197" y="334"/>
                  </a:cubicBezTo>
                  <a:cubicBezTo>
                    <a:pt x="197" y="334"/>
                    <a:pt x="197" y="334"/>
                    <a:pt x="197" y="334"/>
                  </a:cubicBezTo>
                  <a:cubicBezTo>
                    <a:pt x="198" y="334"/>
                    <a:pt x="198" y="334"/>
                    <a:pt x="199" y="333"/>
                  </a:cubicBezTo>
                  <a:cubicBezTo>
                    <a:pt x="199" y="333"/>
                    <a:pt x="199" y="334"/>
                    <a:pt x="199" y="334"/>
                  </a:cubicBezTo>
                  <a:cubicBezTo>
                    <a:pt x="200" y="334"/>
                    <a:pt x="200" y="334"/>
                    <a:pt x="201" y="334"/>
                  </a:cubicBezTo>
                  <a:cubicBezTo>
                    <a:pt x="201" y="335"/>
                    <a:pt x="201" y="335"/>
                    <a:pt x="201" y="335"/>
                  </a:cubicBezTo>
                  <a:cubicBezTo>
                    <a:pt x="201" y="335"/>
                    <a:pt x="201" y="335"/>
                    <a:pt x="202" y="335"/>
                  </a:cubicBezTo>
                  <a:cubicBezTo>
                    <a:pt x="202" y="335"/>
                    <a:pt x="202" y="336"/>
                    <a:pt x="202" y="336"/>
                  </a:cubicBezTo>
                  <a:cubicBezTo>
                    <a:pt x="203" y="336"/>
                    <a:pt x="203" y="337"/>
                    <a:pt x="203" y="337"/>
                  </a:cubicBezTo>
                  <a:cubicBezTo>
                    <a:pt x="203" y="337"/>
                    <a:pt x="203" y="337"/>
                    <a:pt x="203" y="337"/>
                  </a:cubicBezTo>
                  <a:cubicBezTo>
                    <a:pt x="203" y="337"/>
                    <a:pt x="204" y="338"/>
                    <a:pt x="204" y="338"/>
                  </a:cubicBezTo>
                  <a:cubicBezTo>
                    <a:pt x="204" y="338"/>
                    <a:pt x="204" y="338"/>
                    <a:pt x="204" y="338"/>
                  </a:cubicBezTo>
                  <a:cubicBezTo>
                    <a:pt x="205" y="338"/>
                    <a:pt x="205" y="337"/>
                    <a:pt x="205" y="337"/>
                  </a:cubicBezTo>
                  <a:cubicBezTo>
                    <a:pt x="205" y="337"/>
                    <a:pt x="205" y="336"/>
                    <a:pt x="205" y="335"/>
                  </a:cubicBezTo>
                  <a:close/>
                  <a:moveTo>
                    <a:pt x="235" y="321"/>
                  </a:moveTo>
                  <a:cubicBezTo>
                    <a:pt x="235" y="321"/>
                    <a:pt x="235" y="321"/>
                    <a:pt x="235" y="321"/>
                  </a:cubicBezTo>
                  <a:cubicBezTo>
                    <a:pt x="235" y="320"/>
                    <a:pt x="234" y="320"/>
                    <a:pt x="234" y="320"/>
                  </a:cubicBezTo>
                  <a:cubicBezTo>
                    <a:pt x="234" y="320"/>
                    <a:pt x="234" y="321"/>
                    <a:pt x="233" y="321"/>
                  </a:cubicBezTo>
                  <a:cubicBezTo>
                    <a:pt x="233" y="321"/>
                    <a:pt x="233" y="321"/>
                    <a:pt x="233" y="321"/>
                  </a:cubicBezTo>
                  <a:cubicBezTo>
                    <a:pt x="233" y="322"/>
                    <a:pt x="232" y="322"/>
                    <a:pt x="232" y="323"/>
                  </a:cubicBezTo>
                  <a:cubicBezTo>
                    <a:pt x="231" y="323"/>
                    <a:pt x="231" y="324"/>
                    <a:pt x="230" y="324"/>
                  </a:cubicBezTo>
                  <a:cubicBezTo>
                    <a:pt x="230" y="324"/>
                    <a:pt x="230" y="324"/>
                    <a:pt x="230" y="324"/>
                  </a:cubicBezTo>
                  <a:cubicBezTo>
                    <a:pt x="229" y="324"/>
                    <a:pt x="229" y="323"/>
                    <a:pt x="229" y="323"/>
                  </a:cubicBezTo>
                  <a:cubicBezTo>
                    <a:pt x="229" y="323"/>
                    <a:pt x="229" y="323"/>
                    <a:pt x="229" y="322"/>
                  </a:cubicBezTo>
                  <a:cubicBezTo>
                    <a:pt x="229" y="322"/>
                    <a:pt x="229" y="322"/>
                    <a:pt x="229" y="321"/>
                  </a:cubicBezTo>
                  <a:cubicBezTo>
                    <a:pt x="229" y="321"/>
                    <a:pt x="229" y="320"/>
                    <a:pt x="229" y="320"/>
                  </a:cubicBezTo>
                  <a:cubicBezTo>
                    <a:pt x="229" y="319"/>
                    <a:pt x="230" y="319"/>
                    <a:pt x="230" y="318"/>
                  </a:cubicBezTo>
                  <a:cubicBezTo>
                    <a:pt x="230" y="318"/>
                    <a:pt x="230" y="318"/>
                    <a:pt x="230" y="318"/>
                  </a:cubicBezTo>
                  <a:cubicBezTo>
                    <a:pt x="230" y="318"/>
                    <a:pt x="230" y="317"/>
                    <a:pt x="230" y="317"/>
                  </a:cubicBezTo>
                  <a:cubicBezTo>
                    <a:pt x="230" y="317"/>
                    <a:pt x="230" y="317"/>
                    <a:pt x="229" y="317"/>
                  </a:cubicBezTo>
                  <a:cubicBezTo>
                    <a:pt x="229" y="317"/>
                    <a:pt x="228" y="316"/>
                    <a:pt x="228" y="316"/>
                  </a:cubicBezTo>
                  <a:cubicBezTo>
                    <a:pt x="227" y="316"/>
                    <a:pt x="227" y="316"/>
                    <a:pt x="227" y="316"/>
                  </a:cubicBezTo>
                  <a:cubicBezTo>
                    <a:pt x="227" y="316"/>
                    <a:pt x="227" y="316"/>
                    <a:pt x="226" y="316"/>
                  </a:cubicBezTo>
                  <a:cubicBezTo>
                    <a:pt x="226" y="317"/>
                    <a:pt x="226" y="317"/>
                    <a:pt x="226" y="316"/>
                  </a:cubicBezTo>
                  <a:cubicBezTo>
                    <a:pt x="225" y="316"/>
                    <a:pt x="225" y="316"/>
                    <a:pt x="224" y="316"/>
                  </a:cubicBezTo>
                  <a:cubicBezTo>
                    <a:pt x="223" y="317"/>
                    <a:pt x="223" y="317"/>
                    <a:pt x="222" y="317"/>
                  </a:cubicBezTo>
                  <a:cubicBezTo>
                    <a:pt x="222" y="317"/>
                    <a:pt x="222" y="317"/>
                    <a:pt x="222" y="317"/>
                  </a:cubicBezTo>
                  <a:cubicBezTo>
                    <a:pt x="222" y="316"/>
                    <a:pt x="222" y="317"/>
                    <a:pt x="221" y="317"/>
                  </a:cubicBezTo>
                  <a:cubicBezTo>
                    <a:pt x="221" y="317"/>
                    <a:pt x="221" y="317"/>
                    <a:pt x="220" y="318"/>
                  </a:cubicBezTo>
                  <a:cubicBezTo>
                    <a:pt x="220" y="318"/>
                    <a:pt x="220" y="318"/>
                    <a:pt x="220" y="318"/>
                  </a:cubicBezTo>
                  <a:cubicBezTo>
                    <a:pt x="220" y="318"/>
                    <a:pt x="220" y="318"/>
                    <a:pt x="219" y="318"/>
                  </a:cubicBezTo>
                  <a:cubicBezTo>
                    <a:pt x="219" y="318"/>
                    <a:pt x="219" y="319"/>
                    <a:pt x="219" y="319"/>
                  </a:cubicBezTo>
                  <a:cubicBezTo>
                    <a:pt x="219" y="319"/>
                    <a:pt x="219" y="319"/>
                    <a:pt x="219" y="320"/>
                  </a:cubicBezTo>
                  <a:cubicBezTo>
                    <a:pt x="219" y="320"/>
                    <a:pt x="218" y="320"/>
                    <a:pt x="218" y="320"/>
                  </a:cubicBezTo>
                  <a:cubicBezTo>
                    <a:pt x="218" y="320"/>
                    <a:pt x="218" y="321"/>
                    <a:pt x="219" y="321"/>
                  </a:cubicBezTo>
                  <a:cubicBezTo>
                    <a:pt x="219" y="321"/>
                    <a:pt x="219" y="321"/>
                    <a:pt x="219" y="321"/>
                  </a:cubicBezTo>
                  <a:cubicBezTo>
                    <a:pt x="219" y="321"/>
                    <a:pt x="219" y="321"/>
                    <a:pt x="219" y="322"/>
                  </a:cubicBezTo>
                  <a:cubicBezTo>
                    <a:pt x="219" y="322"/>
                    <a:pt x="219" y="322"/>
                    <a:pt x="219" y="322"/>
                  </a:cubicBezTo>
                  <a:cubicBezTo>
                    <a:pt x="219" y="323"/>
                    <a:pt x="219" y="324"/>
                    <a:pt x="219" y="325"/>
                  </a:cubicBezTo>
                  <a:cubicBezTo>
                    <a:pt x="219" y="325"/>
                    <a:pt x="219" y="325"/>
                    <a:pt x="219" y="325"/>
                  </a:cubicBezTo>
                  <a:cubicBezTo>
                    <a:pt x="219" y="326"/>
                    <a:pt x="219" y="326"/>
                    <a:pt x="219" y="327"/>
                  </a:cubicBezTo>
                  <a:cubicBezTo>
                    <a:pt x="219" y="327"/>
                    <a:pt x="218" y="327"/>
                    <a:pt x="218" y="327"/>
                  </a:cubicBezTo>
                  <a:cubicBezTo>
                    <a:pt x="218" y="327"/>
                    <a:pt x="218" y="328"/>
                    <a:pt x="218" y="328"/>
                  </a:cubicBezTo>
                  <a:cubicBezTo>
                    <a:pt x="218" y="328"/>
                    <a:pt x="218" y="329"/>
                    <a:pt x="218" y="329"/>
                  </a:cubicBezTo>
                  <a:cubicBezTo>
                    <a:pt x="218" y="329"/>
                    <a:pt x="218" y="330"/>
                    <a:pt x="219" y="330"/>
                  </a:cubicBezTo>
                  <a:cubicBezTo>
                    <a:pt x="219" y="330"/>
                    <a:pt x="219" y="330"/>
                    <a:pt x="219" y="330"/>
                  </a:cubicBezTo>
                  <a:cubicBezTo>
                    <a:pt x="219" y="330"/>
                    <a:pt x="220" y="329"/>
                    <a:pt x="220" y="329"/>
                  </a:cubicBezTo>
                  <a:cubicBezTo>
                    <a:pt x="220" y="329"/>
                    <a:pt x="221" y="329"/>
                    <a:pt x="221" y="329"/>
                  </a:cubicBezTo>
                  <a:cubicBezTo>
                    <a:pt x="222" y="329"/>
                    <a:pt x="222" y="328"/>
                    <a:pt x="223" y="328"/>
                  </a:cubicBezTo>
                  <a:cubicBezTo>
                    <a:pt x="223" y="328"/>
                    <a:pt x="223" y="328"/>
                    <a:pt x="223" y="328"/>
                  </a:cubicBezTo>
                  <a:cubicBezTo>
                    <a:pt x="223" y="328"/>
                    <a:pt x="224" y="328"/>
                    <a:pt x="224" y="328"/>
                  </a:cubicBezTo>
                  <a:cubicBezTo>
                    <a:pt x="224" y="328"/>
                    <a:pt x="224" y="328"/>
                    <a:pt x="225" y="328"/>
                  </a:cubicBezTo>
                  <a:cubicBezTo>
                    <a:pt x="225" y="328"/>
                    <a:pt x="225" y="328"/>
                    <a:pt x="225" y="329"/>
                  </a:cubicBezTo>
                  <a:cubicBezTo>
                    <a:pt x="225" y="329"/>
                    <a:pt x="224" y="329"/>
                    <a:pt x="224" y="330"/>
                  </a:cubicBezTo>
                  <a:cubicBezTo>
                    <a:pt x="224" y="330"/>
                    <a:pt x="223" y="330"/>
                    <a:pt x="223" y="330"/>
                  </a:cubicBezTo>
                  <a:cubicBezTo>
                    <a:pt x="223" y="331"/>
                    <a:pt x="222" y="331"/>
                    <a:pt x="222" y="331"/>
                  </a:cubicBezTo>
                  <a:cubicBezTo>
                    <a:pt x="222" y="331"/>
                    <a:pt x="222" y="331"/>
                    <a:pt x="222" y="331"/>
                  </a:cubicBezTo>
                  <a:cubicBezTo>
                    <a:pt x="222" y="331"/>
                    <a:pt x="221" y="332"/>
                    <a:pt x="221" y="332"/>
                  </a:cubicBezTo>
                  <a:cubicBezTo>
                    <a:pt x="221" y="332"/>
                    <a:pt x="221" y="332"/>
                    <a:pt x="221" y="332"/>
                  </a:cubicBezTo>
                  <a:cubicBezTo>
                    <a:pt x="220" y="333"/>
                    <a:pt x="220" y="333"/>
                    <a:pt x="220" y="333"/>
                  </a:cubicBezTo>
                  <a:cubicBezTo>
                    <a:pt x="220" y="333"/>
                    <a:pt x="219" y="333"/>
                    <a:pt x="219" y="334"/>
                  </a:cubicBezTo>
                  <a:cubicBezTo>
                    <a:pt x="218" y="334"/>
                    <a:pt x="218" y="335"/>
                    <a:pt x="218" y="335"/>
                  </a:cubicBezTo>
                  <a:cubicBezTo>
                    <a:pt x="217" y="335"/>
                    <a:pt x="217" y="335"/>
                    <a:pt x="217" y="335"/>
                  </a:cubicBezTo>
                  <a:cubicBezTo>
                    <a:pt x="217" y="335"/>
                    <a:pt x="216" y="336"/>
                    <a:pt x="216" y="336"/>
                  </a:cubicBezTo>
                  <a:cubicBezTo>
                    <a:pt x="215" y="336"/>
                    <a:pt x="215" y="337"/>
                    <a:pt x="215" y="337"/>
                  </a:cubicBezTo>
                  <a:cubicBezTo>
                    <a:pt x="215" y="337"/>
                    <a:pt x="215" y="338"/>
                    <a:pt x="215" y="338"/>
                  </a:cubicBezTo>
                  <a:cubicBezTo>
                    <a:pt x="216" y="338"/>
                    <a:pt x="216" y="338"/>
                    <a:pt x="216" y="338"/>
                  </a:cubicBezTo>
                  <a:cubicBezTo>
                    <a:pt x="217" y="338"/>
                    <a:pt x="217" y="338"/>
                    <a:pt x="218" y="338"/>
                  </a:cubicBezTo>
                  <a:cubicBezTo>
                    <a:pt x="218" y="338"/>
                    <a:pt x="218" y="338"/>
                    <a:pt x="218" y="337"/>
                  </a:cubicBezTo>
                  <a:cubicBezTo>
                    <a:pt x="218" y="337"/>
                    <a:pt x="218" y="337"/>
                    <a:pt x="219" y="337"/>
                  </a:cubicBezTo>
                  <a:cubicBezTo>
                    <a:pt x="219" y="337"/>
                    <a:pt x="219" y="337"/>
                    <a:pt x="219" y="336"/>
                  </a:cubicBezTo>
                  <a:cubicBezTo>
                    <a:pt x="220" y="336"/>
                    <a:pt x="220" y="336"/>
                    <a:pt x="220" y="336"/>
                  </a:cubicBezTo>
                  <a:cubicBezTo>
                    <a:pt x="220" y="336"/>
                    <a:pt x="220" y="336"/>
                    <a:pt x="220" y="335"/>
                  </a:cubicBezTo>
                  <a:cubicBezTo>
                    <a:pt x="221" y="335"/>
                    <a:pt x="222" y="335"/>
                    <a:pt x="222" y="334"/>
                  </a:cubicBezTo>
                  <a:cubicBezTo>
                    <a:pt x="223" y="334"/>
                    <a:pt x="223" y="333"/>
                    <a:pt x="224" y="333"/>
                  </a:cubicBezTo>
                  <a:cubicBezTo>
                    <a:pt x="224" y="333"/>
                    <a:pt x="224" y="333"/>
                    <a:pt x="224" y="333"/>
                  </a:cubicBezTo>
                  <a:cubicBezTo>
                    <a:pt x="225" y="332"/>
                    <a:pt x="225" y="332"/>
                    <a:pt x="225" y="332"/>
                  </a:cubicBezTo>
                  <a:cubicBezTo>
                    <a:pt x="225" y="332"/>
                    <a:pt x="225" y="332"/>
                    <a:pt x="225" y="332"/>
                  </a:cubicBezTo>
                  <a:cubicBezTo>
                    <a:pt x="225" y="332"/>
                    <a:pt x="225" y="332"/>
                    <a:pt x="225" y="332"/>
                  </a:cubicBezTo>
                  <a:cubicBezTo>
                    <a:pt x="226" y="332"/>
                    <a:pt x="226" y="332"/>
                    <a:pt x="226" y="331"/>
                  </a:cubicBezTo>
                  <a:cubicBezTo>
                    <a:pt x="226" y="331"/>
                    <a:pt x="226" y="332"/>
                    <a:pt x="227" y="332"/>
                  </a:cubicBezTo>
                  <a:cubicBezTo>
                    <a:pt x="227" y="332"/>
                    <a:pt x="227" y="332"/>
                    <a:pt x="227" y="332"/>
                  </a:cubicBezTo>
                  <a:cubicBezTo>
                    <a:pt x="227" y="333"/>
                    <a:pt x="227" y="333"/>
                    <a:pt x="227" y="333"/>
                  </a:cubicBezTo>
                  <a:cubicBezTo>
                    <a:pt x="227" y="333"/>
                    <a:pt x="227" y="334"/>
                    <a:pt x="227" y="335"/>
                  </a:cubicBezTo>
                  <a:cubicBezTo>
                    <a:pt x="227" y="335"/>
                    <a:pt x="227" y="335"/>
                    <a:pt x="227" y="335"/>
                  </a:cubicBezTo>
                  <a:cubicBezTo>
                    <a:pt x="227" y="336"/>
                    <a:pt x="227" y="336"/>
                    <a:pt x="227" y="336"/>
                  </a:cubicBezTo>
                  <a:cubicBezTo>
                    <a:pt x="227" y="337"/>
                    <a:pt x="227" y="337"/>
                    <a:pt x="227" y="337"/>
                  </a:cubicBezTo>
                  <a:cubicBezTo>
                    <a:pt x="227" y="337"/>
                    <a:pt x="227" y="338"/>
                    <a:pt x="227" y="338"/>
                  </a:cubicBezTo>
                  <a:cubicBezTo>
                    <a:pt x="227" y="338"/>
                    <a:pt x="226" y="338"/>
                    <a:pt x="226" y="338"/>
                  </a:cubicBezTo>
                  <a:cubicBezTo>
                    <a:pt x="226" y="338"/>
                    <a:pt x="226" y="338"/>
                    <a:pt x="226" y="338"/>
                  </a:cubicBezTo>
                  <a:cubicBezTo>
                    <a:pt x="225" y="338"/>
                    <a:pt x="225" y="338"/>
                    <a:pt x="225" y="337"/>
                  </a:cubicBezTo>
                  <a:cubicBezTo>
                    <a:pt x="225" y="337"/>
                    <a:pt x="224" y="337"/>
                    <a:pt x="224" y="337"/>
                  </a:cubicBezTo>
                  <a:cubicBezTo>
                    <a:pt x="224" y="336"/>
                    <a:pt x="224" y="336"/>
                    <a:pt x="224" y="337"/>
                  </a:cubicBezTo>
                  <a:cubicBezTo>
                    <a:pt x="223" y="337"/>
                    <a:pt x="223" y="337"/>
                    <a:pt x="223" y="338"/>
                  </a:cubicBezTo>
                  <a:cubicBezTo>
                    <a:pt x="223" y="338"/>
                    <a:pt x="223" y="338"/>
                    <a:pt x="224" y="338"/>
                  </a:cubicBezTo>
                  <a:cubicBezTo>
                    <a:pt x="224" y="338"/>
                    <a:pt x="224" y="338"/>
                    <a:pt x="224" y="338"/>
                  </a:cubicBezTo>
                  <a:cubicBezTo>
                    <a:pt x="224" y="339"/>
                    <a:pt x="224" y="339"/>
                    <a:pt x="224" y="339"/>
                  </a:cubicBezTo>
                  <a:cubicBezTo>
                    <a:pt x="225" y="339"/>
                    <a:pt x="225" y="340"/>
                    <a:pt x="226" y="340"/>
                  </a:cubicBezTo>
                  <a:cubicBezTo>
                    <a:pt x="226" y="340"/>
                    <a:pt x="226" y="340"/>
                    <a:pt x="226" y="340"/>
                  </a:cubicBezTo>
                  <a:cubicBezTo>
                    <a:pt x="226" y="341"/>
                    <a:pt x="226" y="341"/>
                    <a:pt x="227" y="341"/>
                  </a:cubicBezTo>
                  <a:cubicBezTo>
                    <a:pt x="227" y="341"/>
                    <a:pt x="227" y="341"/>
                    <a:pt x="227" y="341"/>
                  </a:cubicBezTo>
                  <a:cubicBezTo>
                    <a:pt x="227" y="341"/>
                    <a:pt x="228" y="341"/>
                    <a:pt x="228" y="340"/>
                  </a:cubicBezTo>
                  <a:cubicBezTo>
                    <a:pt x="228" y="340"/>
                    <a:pt x="228" y="340"/>
                    <a:pt x="228" y="340"/>
                  </a:cubicBezTo>
                  <a:cubicBezTo>
                    <a:pt x="228" y="339"/>
                    <a:pt x="228" y="339"/>
                    <a:pt x="228" y="338"/>
                  </a:cubicBezTo>
                  <a:cubicBezTo>
                    <a:pt x="228" y="338"/>
                    <a:pt x="228" y="337"/>
                    <a:pt x="228" y="337"/>
                  </a:cubicBezTo>
                  <a:cubicBezTo>
                    <a:pt x="229" y="337"/>
                    <a:pt x="229" y="336"/>
                    <a:pt x="229" y="336"/>
                  </a:cubicBezTo>
                  <a:cubicBezTo>
                    <a:pt x="229" y="336"/>
                    <a:pt x="229" y="336"/>
                    <a:pt x="229" y="335"/>
                  </a:cubicBezTo>
                  <a:cubicBezTo>
                    <a:pt x="229" y="335"/>
                    <a:pt x="229" y="334"/>
                    <a:pt x="229" y="333"/>
                  </a:cubicBezTo>
                  <a:cubicBezTo>
                    <a:pt x="229" y="333"/>
                    <a:pt x="229" y="333"/>
                    <a:pt x="229" y="333"/>
                  </a:cubicBezTo>
                  <a:cubicBezTo>
                    <a:pt x="229" y="332"/>
                    <a:pt x="229" y="332"/>
                    <a:pt x="229" y="332"/>
                  </a:cubicBezTo>
                  <a:cubicBezTo>
                    <a:pt x="229" y="332"/>
                    <a:pt x="229" y="332"/>
                    <a:pt x="229" y="331"/>
                  </a:cubicBezTo>
                  <a:cubicBezTo>
                    <a:pt x="229" y="331"/>
                    <a:pt x="229" y="330"/>
                    <a:pt x="229" y="329"/>
                  </a:cubicBezTo>
                  <a:cubicBezTo>
                    <a:pt x="229" y="329"/>
                    <a:pt x="229" y="329"/>
                    <a:pt x="229" y="329"/>
                  </a:cubicBezTo>
                  <a:cubicBezTo>
                    <a:pt x="229" y="328"/>
                    <a:pt x="229" y="328"/>
                    <a:pt x="229" y="328"/>
                  </a:cubicBezTo>
                  <a:cubicBezTo>
                    <a:pt x="230" y="327"/>
                    <a:pt x="230" y="327"/>
                    <a:pt x="231" y="326"/>
                  </a:cubicBezTo>
                  <a:cubicBezTo>
                    <a:pt x="231" y="326"/>
                    <a:pt x="231" y="326"/>
                    <a:pt x="231" y="326"/>
                  </a:cubicBezTo>
                  <a:cubicBezTo>
                    <a:pt x="232" y="325"/>
                    <a:pt x="233" y="324"/>
                    <a:pt x="234" y="323"/>
                  </a:cubicBezTo>
                  <a:cubicBezTo>
                    <a:pt x="234" y="323"/>
                    <a:pt x="234" y="323"/>
                    <a:pt x="234" y="323"/>
                  </a:cubicBezTo>
                  <a:cubicBezTo>
                    <a:pt x="234" y="323"/>
                    <a:pt x="234" y="322"/>
                    <a:pt x="234" y="322"/>
                  </a:cubicBezTo>
                  <a:cubicBezTo>
                    <a:pt x="235" y="322"/>
                    <a:pt x="235" y="322"/>
                    <a:pt x="235" y="322"/>
                  </a:cubicBezTo>
                  <a:cubicBezTo>
                    <a:pt x="235" y="322"/>
                    <a:pt x="235" y="321"/>
                    <a:pt x="235" y="321"/>
                  </a:cubicBezTo>
                  <a:close/>
                  <a:moveTo>
                    <a:pt x="278" y="332"/>
                  </a:moveTo>
                  <a:cubicBezTo>
                    <a:pt x="278" y="332"/>
                    <a:pt x="278" y="332"/>
                    <a:pt x="278" y="332"/>
                  </a:cubicBezTo>
                  <a:cubicBezTo>
                    <a:pt x="278" y="332"/>
                    <a:pt x="278" y="332"/>
                    <a:pt x="278" y="331"/>
                  </a:cubicBezTo>
                  <a:cubicBezTo>
                    <a:pt x="277" y="331"/>
                    <a:pt x="277" y="331"/>
                    <a:pt x="277" y="331"/>
                  </a:cubicBezTo>
                  <a:cubicBezTo>
                    <a:pt x="277" y="331"/>
                    <a:pt x="277" y="331"/>
                    <a:pt x="276" y="331"/>
                  </a:cubicBezTo>
                  <a:cubicBezTo>
                    <a:pt x="276" y="331"/>
                    <a:pt x="275" y="331"/>
                    <a:pt x="275" y="330"/>
                  </a:cubicBezTo>
                  <a:cubicBezTo>
                    <a:pt x="274" y="330"/>
                    <a:pt x="274" y="329"/>
                    <a:pt x="273" y="329"/>
                  </a:cubicBezTo>
                  <a:cubicBezTo>
                    <a:pt x="272" y="330"/>
                    <a:pt x="272" y="329"/>
                    <a:pt x="272" y="329"/>
                  </a:cubicBezTo>
                  <a:cubicBezTo>
                    <a:pt x="272" y="328"/>
                    <a:pt x="271" y="328"/>
                    <a:pt x="271" y="328"/>
                  </a:cubicBezTo>
                  <a:cubicBezTo>
                    <a:pt x="271" y="328"/>
                    <a:pt x="271" y="328"/>
                    <a:pt x="271" y="328"/>
                  </a:cubicBezTo>
                  <a:cubicBezTo>
                    <a:pt x="270" y="328"/>
                    <a:pt x="270" y="327"/>
                    <a:pt x="270" y="327"/>
                  </a:cubicBezTo>
                  <a:cubicBezTo>
                    <a:pt x="270" y="326"/>
                    <a:pt x="270" y="325"/>
                    <a:pt x="270" y="325"/>
                  </a:cubicBezTo>
                  <a:cubicBezTo>
                    <a:pt x="270" y="325"/>
                    <a:pt x="270" y="325"/>
                    <a:pt x="270" y="325"/>
                  </a:cubicBezTo>
                  <a:cubicBezTo>
                    <a:pt x="270" y="324"/>
                    <a:pt x="270" y="324"/>
                    <a:pt x="270" y="324"/>
                  </a:cubicBezTo>
                  <a:cubicBezTo>
                    <a:pt x="270" y="323"/>
                    <a:pt x="270" y="323"/>
                    <a:pt x="270" y="323"/>
                  </a:cubicBezTo>
                  <a:cubicBezTo>
                    <a:pt x="270" y="323"/>
                    <a:pt x="270" y="322"/>
                    <a:pt x="270" y="322"/>
                  </a:cubicBezTo>
                  <a:cubicBezTo>
                    <a:pt x="270" y="322"/>
                    <a:pt x="270" y="322"/>
                    <a:pt x="271" y="321"/>
                  </a:cubicBezTo>
                  <a:cubicBezTo>
                    <a:pt x="271" y="321"/>
                    <a:pt x="271" y="321"/>
                    <a:pt x="271" y="321"/>
                  </a:cubicBezTo>
                  <a:cubicBezTo>
                    <a:pt x="272" y="321"/>
                    <a:pt x="272" y="320"/>
                    <a:pt x="273" y="320"/>
                  </a:cubicBezTo>
                  <a:cubicBezTo>
                    <a:pt x="273" y="320"/>
                    <a:pt x="273" y="319"/>
                    <a:pt x="274" y="319"/>
                  </a:cubicBezTo>
                  <a:cubicBezTo>
                    <a:pt x="274" y="319"/>
                    <a:pt x="274" y="319"/>
                    <a:pt x="274" y="318"/>
                  </a:cubicBezTo>
                  <a:cubicBezTo>
                    <a:pt x="274" y="318"/>
                    <a:pt x="275" y="318"/>
                    <a:pt x="275" y="317"/>
                  </a:cubicBezTo>
                  <a:cubicBezTo>
                    <a:pt x="274" y="317"/>
                    <a:pt x="274" y="316"/>
                    <a:pt x="274" y="316"/>
                  </a:cubicBezTo>
                  <a:cubicBezTo>
                    <a:pt x="274" y="316"/>
                    <a:pt x="274" y="316"/>
                    <a:pt x="273" y="316"/>
                  </a:cubicBezTo>
                  <a:cubicBezTo>
                    <a:pt x="273" y="316"/>
                    <a:pt x="273" y="316"/>
                    <a:pt x="273" y="316"/>
                  </a:cubicBezTo>
                  <a:cubicBezTo>
                    <a:pt x="272" y="316"/>
                    <a:pt x="272" y="316"/>
                    <a:pt x="272" y="316"/>
                  </a:cubicBezTo>
                  <a:cubicBezTo>
                    <a:pt x="272" y="316"/>
                    <a:pt x="271" y="316"/>
                    <a:pt x="271" y="316"/>
                  </a:cubicBezTo>
                  <a:cubicBezTo>
                    <a:pt x="271" y="317"/>
                    <a:pt x="270" y="317"/>
                    <a:pt x="270" y="317"/>
                  </a:cubicBezTo>
                  <a:cubicBezTo>
                    <a:pt x="270" y="317"/>
                    <a:pt x="270" y="316"/>
                    <a:pt x="270" y="316"/>
                  </a:cubicBezTo>
                  <a:cubicBezTo>
                    <a:pt x="270" y="316"/>
                    <a:pt x="270" y="316"/>
                    <a:pt x="270" y="316"/>
                  </a:cubicBezTo>
                  <a:cubicBezTo>
                    <a:pt x="270" y="316"/>
                    <a:pt x="270" y="315"/>
                    <a:pt x="269" y="315"/>
                  </a:cubicBezTo>
                  <a:cubicBezTo>
                    <a:pt x="269" y="315"/>
                    <a:pt x="269" y="315"/>
                    <a:pt x="269" y="315"/>
                  </a:cubicBezTo>
                  <a:cubicBezTo>
                    <a:pt x="269" y="315"/>
                    <a:pt x="269" y="315"/>
                    <a:pt x="269" y="314"/>
                  </a:cubicBezTo>
                  <a:cubicBezTo>
                    <a:pt x="269" y="314"/>
                    <a:pt x="269" y="314"/>
                    <a:pt x="269" y="313"/>
                  </a:cubicBezTo>
                  <a:cubicBezTo>
                    <a:pt x="268" y="313"/>
                    <a:pt x="268" y="313"/>
                    <a:pt x="268" y="312"/>
                  </a:cubicBezTo>
                  <a:cubicBezTo>
                    <a:pt x="268" y="312"/>
                    <a:pt x="267" y="312"/>
                    <a:pt x="267" y="312"/>
                  </a:cubicBezTo>
                  <a:cubicBezTo>
                    <a:pt x="267" y="311"/>
                    <a:pt x="267" y="311"/>
                    <a:pt x="267" y="311"/>
                  </a:cubicBezTo>
                  <a:cubicBezTo>
                    <a:pt x="266" y="311"/>
                    <a:pt x="266" y="311"/>
                    <a:pt x="266" y="311"/>
                  </a:cubicBezTo>
                  <a:cubicBezTo>
                    <a:pt x="265" y="311"/>
                    <a:pt x="265" y="312"/>
                    <a:pt x="265" y="312"/>
                  </a:cubicBezTo>
                  <a:cubicBezTo>
                    <a:pt x="265" y="312"/>
                    <a:pt x="265" y="312"/>
                    <a:pt x="265" y="312"/>
                  </a:cubicBezTo>
                  <a:cubicBezTo>
                    <a:pt x="266" y="312"/>
                    <a:pt x="266" y="313"/>
                    <a:pt x="266" y="313"/>
                  </a:cubicBezTo>
                  <a:cubicBezTo>
                    <a:pt x="266" y="313"/>
                    <a:pt x="266" y="313"/>
                    <a:pt x="266" y="314"/>
                  </a:cubicBezTo>
                  <a:cubicBezTo>
                    <a:pt x="266" y="314"/>
                    <a:pt x="266" y="314"/>
                    <a:pt x="266" y="315"/>
                  </a:cubicBezTo>
                  <a:cubicBezTo>
                    <a:pt x="267" y="315"/>
                    <a:pt x="267" y="316"/>
                    <a:pt x="266" y="317"/>
                  </a:cubicBezTo>
                  <a:cubicBezTo>
                    <a:pt x="266" y="317"/>
                    <a:pt x="266" y="317"/>
                    <a:pt x="266" y="317"/>
                  </a:cubicBezTo>
                  <a:cubicBezTo>
                    <a:pt x="266" y="317"/>
                    <a:pt x="266" y="318"/>
                    <a:pt x="266" y="318"/>
                  </a:cubicBezTo>
                  <a:cubicBezTo>
                    <a:pt x="266" y="318"/>
                    <a:pt x="266" y="317"/>
                    <a:pt x="266" y="317"/>
                  </a:cubicBezTo>
                  <a:cubicBezTo>
                    <a:pt x="266" y="317"/>
                    <a:pt x="265" y="317"/>
                    <a:pt x="265" y="317"/>
                  </a:cubicBezTo>
                  <a:cubicBezTo>
                    <a:pt x="265" y="317"/>
                    <a:pt x="265" y="317"/>
                    <a:pt x="264" y="317"/>
                  </a:cubicBezTo>
                  <a:cubicBezTo>
                    <a:pt x="264" y="317"/>
                    <a:pt x="264" y="317"/>
                    <a:pt x="263" y="317"/>
                  </a:cubicBezTo>
                  <a:cubicBezTo>
                    <a:pt x="263" y="317"/>
                    <a:pt x="262" y="317"/>
                    <a:pt x="262" y="317"/>
                  </a:cubicBezTo>
                  <a:cubicBezTo>
                    <a:pt x="261" y="317"/>
                    <a:pt x="261" y="317"/>
                    <a:pt x="261" y="317"/>
                  </a:cubicBezTo>
                  <a:cubicBezTo>
                    <a:pt x="260" y="317"/>
                    <a:pt x="260" y="317"/>
                    <a:pt x="260" y="318"/>
                  </a:cubicBezTo>
                  <a:cubicBezTo>
                    <a:pt x="260" y="318"/>
                    <a:pt x="260" y="318"/>
                    <a:pt x="259" y="318"/>
                  </a:cubicBezTo>
                  <a:cubicBezTo>
                    <a:pt x="259" y="319"/>
                    <a:pt x="259" y="319"/>
                    <a:pt x="259" y="319"/>
                  </a:cubicBezTo>
                  <a:cubicBezTo>
                    <a:pt x="259" y="319"/>
                    <a:pt x="259" y="319"/>
                    <a:pt x="259" y="319"/>
                  </a:cubicBezTo>
                  <a:cubicBezTo>
                    <a:pt x="259" y="319"/>
                    <a:pt x="260" y="320"/>
                    <a:pt x="260" y="319"/>
                  </a:cubicBezTo>
                  <a:cubicBezTo>
                    <a:pt x="260" y="319"/>
                    <a:pt x="261" y="320"/>
                    <a:pt x="261" y="320"/>
                  </a:cubicBezTo>
                  <a:cubicBezTo>
                    <a:pt x="262" y="320"/>
                    <a:pt x="262" y="321"/>
                    <a:pt x="263" y="321"/>
                  </a:cubicBezTo>
                  <a:cubicBezTo>
                    <a:pt x="263" y="321"/>
                    <a:pt x="263" y="321"/>
                    <a:pt x="263" y="321"/>
                  </a:cubicBezTo>
                  <a:cubicBezTo>
                    <a:pt x="263" y="321"/>
                    <a:pt x="263" y="321"/>
                    <a:pt x="263" y="321"/>
                  </a:cubicBezTo>
                  <a:cubicBezTo>
                    <a:pt x="264" y="321"/>
                    <a:pt x="264" y="321"/>
                    <a:pt x="265" y="321"/>
                  </a:cubicBezTo>
                  <a:cubicBezTo>
                    <a:pt x="265" y="322"/>
                    <a:pt x="265" y="322"/>
                    <a:pt x="266" y="322"/>
                  </a:cubicBezTo>
                  <a:cubicBezTo>
                    <a:pt x="266" y="322"/>
                    <a:pt x="266" y="322"/>
                    <a:pt x="266" y="322"/>
                  </a:cubicBezTo>
                  <a:cubicBezTo>
                    <a:pt x="266" y="322"/>
                    <a:pt x="266" y="322"/>
                    <a:pt x="266" y="322"/>
                  </a:cubicBezTo>
                  <a:cubicBezTo>
                    <a:pt x="266" y="323"/>
                    <a:pt x="266" y="323"/>
                    <a:pt x="266" y="324"/>
                  </a:cubicBezTo>
                  <a:cubicBezTo>
                    <a:pt x="266" y="324"/>
                    <a:pt x="266" y="325"/>
                    <a:pt x="267" y="325"/>
                  </a:cubicBezTo>
                  <a:cubicBezTo>
                    <a:pt x="267" y="325"/>
                    <a:pt x="267" y="325"/>
                    <a:pt x="267" y="325"/>
                  </a:cubicBezTo>
                  <a:cubicBezTo>
                    <a:pt x="267" y="325"/>
                    <a:pt x="266" y="326"/>
                    <a:pt x="266" y="326"/>
                  </a:cubicBezTo>
                  <a:cubicBezTo>
                    <a:pt x="266" y="326"/>
                    <a:pt x="266" y="326"/>
                    <a:pt x="266" y="326"/>
                  </a:cubicBezTo>
                  <a:cubicBezTo>
                    <a:pt x="266" y="326"/>
                    <a:pt x="266" y="327"/>
                    <a:pt x="266" y="327"/>
                  </a:cubicBezTo>
                  <a:cubicBezTo>
                    <a:pt x="266" y="327"/>
                    <a:pt x="266" y="327"/>
                    <a:pt x="265" y="327"/>
                  </a:cubicBezTo>
                  <a:cubicBezTo>
                    <a:pt x="265" y="328"/>
                    <a:pt x="264" y="329"/>
                    <a:pt x="264" y="330"/>
                  </a:cubicBezTo>
                  <a:cubicBezTo>
                    <a:pt x="264" y="330"/>
                    <a:pt x="264" y="330"/>
                    <a:pt x="264" y="330"/>
                  </a:cubicBezTo>
                  <a:cubicBezTo>
                    <a:pt x="263" y="330"/>
                    <a:pt x="263" y="331"/>
                    <a:pt x="263" y="331"/>
                  </a:cubicBezTo>
                  <a:cubicBezTo>
                    <a:pt x="263" y="331"/>
                    <a:pt x="262" y="331"/>
                    <a:pt x="262" y="331"/>
                  </a:cubicBezTo>
                  <a:cubicBezTo>
                    <a:pt x="262" y="331"/>
                    <a:pt x="262" y="331"/>
                    <a:pt x="262" y="331"/>
                  </a:cubicBezTo>
                  <a:cubicBezTo>
                    <a:pt x="262" y="331"/>
                    <a:pt x="262" y="331"/>
                    <a:pt x="262" y="331"/>
                  </a:cubicBezTo>
                  <a:cubicBezTo>
                    <a:pt x="262" y="330"/>
                    <a:pt x="263" y="329"/>
                    <a:pt x="263" y="329"/>
                  </a:cubicBezTo>
                  <a:cubicBezTo>
                    <a:pt x="263" y="328"/>
                    <a:pt x="263" y="328"/>
                    <a:pt x="263" y="328"/>
                  </a:cubicBezTo>
                  <a:cubicBezTo>
                    <a:pt x="263" y="328"/>
                    <a:pt x="263" y="327"/>
                    <a:pt x="263" y="327"/>
                  </a:cubicBezTo>
                  <a:cubicBezTo>
                    <a:pt x="263" y="327"/>
                    <a:pt x="263" y="327"/>
                    <a:pt x="264" y="327"/>
                  </a:cubicBezTo>
                  <a:cubicBezTo>
                    <a:pt x="264" y="327"/>
                    <a:pt x="264" y="326"/>
                    <a:pt x="264" y="326"/>
                  </a:cubicBezTo>
                  <a:cubicBezTo>
                    <a:pt x="264" y="326"/>
                    <a:pt x="264" y="325"/>
                    <a:pt x="263" y="325"/>
                  </a:cubicBezTo>
                  <a:cubicBezTo>
                    <a:pt x="263" y="325"/>
                    <a:pt x="263" y="325"/>
                    <a:pt x="263" y="325"/>
                  </a:cubicBezTo>
                  <a:cubicBezTo>
                    <a:pt x="263" y="325"/>
                    <a:pt x="262" y="325"/>
                    <a:pt x="262" y="325"/>
                  </a:cubicBezTo>
                  <a:cubicBezTo>
                    <a:pt x="262" y="325"/>
                    <a:pt x="262" y="324"/>
                    <a:pt x="261" y="324"/>
                  </a:cubicBezTo>
                  <a:cubicBezTo>
                    <a:pt x="261" y="324"/>
                    <a:pt x="261" y="324"/>
                    <a:pt x="261" y="324"/>
                  </a:cubicBezTo>
                  <a:cubicBezTo>
                    <a:pt x="261" y="324"/>
                    <a:pt x="261" y="324"/>
                    <a:pt x="260" y="324"/>
                  </a:cubicBezTo>
                  <a:cubicBezTo>
                    <a:pt x="260" y="324"/>
                    <a:pt x="260" y="324"/>
                    <a:pt x="260" y="323"/>
                  </a:cubicBezTo>
                  <a:cubicBezTo>
                    <a:pt x="260" y="323"/>
                    <a:pt x="260" y="323"/>
                    <a:pt x="260" y="323"/>
                  </a:cubicBezTo>
                  <a:cubicBezTo>
                    <a:pt x="260" y="323"/>
                    <a:pt x="260" y="323"/>
                    <a:pt x="260" y="323"/>
                  </a:cubicBezTo>
                  <a:cubicBezTo>
                    <a:pt x="260" y="323"/>
                    <a:pt x="260" y="323"/>
                    <a:pt x="259" y="323"/>
                  </a:cubicBezTo>
                  <a:cubicBezTo>
                    <a:pt x="259" y="323"/>
                    <a:pt x="259" y="324"/>
                    <a:pt x="259" y="324"/>
                  </a:cubicBezTo>
                  <a:cubicBezTo>
                    <a:pt x="259" y="324"/>
                    <a:pt x="259" y="324"/>
                    <a:pt x="259" y="324"/>
                  </a:cubicBezTo>
                  <a:cubicBezTo>
                    <a:pt x="260" y="325"/>
                    <a:pt x="260" y="325"/>
                    <a:pt x="260" y="325"/>
                  </a:cubicBezTo>
                  <a:cubicBezTo>
                    <a:pt x="261" y="326"/>
                    <a:pt x="261" y="326"/>
                    <a:pt x="261" y="326"/>
                  </a:cubicBezTo>
                  <a:cubicBezTo>
                    <a:pt x="261" y="326"/>
                    <a:pt x="261" y="326"/>
                    <a:pt x="261" y="326"/>
                  </a:cubicBezTo>
                  <a:cubicBezTo>
                    <a:pt x="262" y="326"/>
                    <a:pt x="262" y="326"/>
                    <a:pt x="262" y="327"/>
                  </a:cubicBezTo>
                  <a:cubicBezTo>
                    <a:pt x="262" y="327"/>
                    <a:pt x="262" y="327"/>
                    <a:pt x="262" y="327"/>
                  </a:cubicBezTo>
                  <a:cubicBezTo>
                    <a:pt x="262" y="327"/>
                    <a:pt x="262" y="328"/>
                    <a:pt x="262" y="328"/>
                  </a:cubicBezTo>
                  <a:cubicBezTo>
                    <a:pt x="262" y="328"/>
                    <a:pt x="262" y="329"/>
                    <a:pt x="262" y="330"/>
                  </a:cubicBezTo>
                  <a:cubicBezTo>
                    <a:pt x="261" y="330"/>
                    <a:pt x="261" y="331"/>
                    <a:pt x="261" y="331"/>
                  </a:cubicBezTo>
                  <a:cubicBezTo>
                    <a:pt x="261" y="331"/>
                    <a:pt x="260" y="331"/>
                    <a:pt x="260" y="331"/>
                  </a:cubicBezTo>
                  <a:cubicBezTo>
                    <a:pt x="260" y="332"/>
                    <a:pt x="260" y="332"/>
                    <a:pt x="260" y="332"/>
                  </a:cubicBezTo>
                  <a:cubicBezTo>
                    <a:pt x="260" y="332"/>
                    <a:pt x="260" y="333"/>
                    <a:pt x="260" y="333"/>
                  </a:cubicBezTo>
                  <a:cubicBezTo>
                    <a:pt x="260" y="333"/>
                    <a:pt x="260" y="334"/>
                    <a:pt x="260" y="334"/>
                  </a:cubicBezTo>
                  <a:cubicBezTo>
                    <a:pt x="260" y="334"/>
                    <a:pt x="260" y="334"/>
                    <a:pt x="261" y="334"/>
                  </a:cubicBezTo>
                  <a:cubicBezTo>
                    <a:pt x="261" y="335"/>
                    <a:pt x="261" y="335"/>
                    <a:pt x="261" y="335"/>
                  </a:cubicBezTo>
                  <a:cubicBezTo>
                    <a:pt x="261" y="335"/>
                    <a:pt x="261" y="335"/>
                    <a:pt x="261" y="335"/>
                  </a:cubicBezTo>
                  <a:cubicBezTo>
                    <a:pt x="262" y="335"/>
                    <a:pt x="262" y="335"/>
                    <a:pt x="262" y="335"/>
                  </a:cubicBezTo>
                  <a:cubicBezTo>
                    <a:pt x="262" y="335"/>
                    <a:pt x="263" y="335"/>
                    <a:pt x="263" y="334"/>
                  </a:cubicBezTo>
                  <a:cubicBezTo>
                    <a:pt x="263" y="334"/>
                    <a:pt x="264" y="333"/>
                    <a:pt x="264" y="333"/>
                  </a:cubicBezTo>
                  <a:cubicBezTo>
                    <a:pt x="265" y="332"/>
                    <a:pt x="265" y="332"/>
                    <a:pt x="265" y="331"/>
                  </a:cubicBezTo>
                  <a:cubicBezTo>
                    <a:pt x="266" y="331"/>
                    <a:pt x="266" y="331"/>
                    <a:pt x="267" y="331"/>
                  </a:cubicBezTo>
                  <a:cubicBezTo>
                    <a:pt x="267" y="331"/>
                    <a:pt x="267" y="331"/>
                    <a:pt x="267" y="331"/>
                  </a:cubicBezTo>
                  <a:cubicBezTo>
                    <a:pt x="267" y="331"/>
                    <a:pt x="267" y="332"/>
                    <a:pt x="267" y="332"/>
                  </a:cubicBezTo>
                  <a:cubicBezTo>
                    <a:pt x="267" y="332"/>
                    <a:pt x="267" y="332"/>
                    <a:pt x="267" y="332"/>
                  </a:cubicBezTo>
                  <a:cubicBezTo>
                    <a:pt x="267" y="332"/>
                    <a:pt x="267" y="333"/>
                    <a:pt x="267" y="333"/>
                  </a:cubicBezTo>
                  <a:cubicBezTo>
                    <a:pt x="267" y="333"/>
                    <a:pt x="267" y="334"/>
                    <a:pt x="267" y="334"/>
                  </a:cubicBezTo>
                  <a:cubicBezTo>
                    <a:pt x="267" y="335"/>
                    <a:pt x="267" y="335"/>
                    <a:pt x="267" y="336"/>
                  </a:cubicBezTo>
                  <a:cubicBezTo>
                    <a:pt x="267" y="336"/>
                    <a:pt x="267" y="336"/>
                    <a:pt x="267" y="336"/>
                  </a:cubicBezTo>
                  <a:cubicBezTo>
                    <a:pt x="266" y="336"/>
                    <a:pt x="266" y="337"/>
                    <a:pt x="266" y="337"/>
                  </a:cubicBezTo>
                  <a:cubicBezTo>
                    <a:pt x="266" y="337"/>
                    <a:pt x="266" y="337"/>
                    <a:pt x="266" y="337"/>
                  </a:cubicBezTo>
                  <a:cubicBezTo>
                    <a:pt x="267" y="337"/>
                    <a:pt x="267" y="337"/>
                    <a:pt x="266" y="338"/>
                  </a:cubicBezTo>
                  <a:cubicBezTo>
                    <a:pt x="266" y="338"/>
                    <a:pt x="266" y="338"/>
                    <a:pt x="266" y="338"/>
                  </a:cubicBezTo>
                  <a:cubicBezTo>
                    <a:pt x="267" y="338"/>
                    <a:pt x="267" y="338"/>
                    <a:pt x="267" y="338"/>
                  </a:cubicBezTo>
                  <a:cubicBezTo>
                    <a:pt x="267" y="339"/>
                    <a:pt x="267" y="339"/>
                    <a:pt x="268" y="339"/>
                  </a:cubicBezTo>
                  <a:cubicBezTo>
                    <a:pt x="268" y="339"/>
                    <a:pt x="269" y="339"/>
                    <a:pt x="269" y="338"/>
                  </a:cubicBezTo>
                  <a:cubicBezTo>
                    <a:pt x="269" y="338"/>
                    <a:pt x="269" y="338"/>
                    <a:pt x="270" y="338"/>
                  </a:cubicBezTo>
                  <a:cubicBezTo>
                    <a:pt x="270" y="337"/>
                    <a:pt x="270" y="337"/>
                    <a:pt x="270" y="337"/>
                  </a:cubicBezTo>
                  <a:cubicBezTo>
                    <a:pt x="270" y="336"/>
                    <a:pt x="270" y="336"/>
                    <a:pt x="270" y="335"/>
                  </a:cubicBezTo>
                  <a:cubicBezTo>
                    <a:pt x="270" y="335"/>
                    <a:pt x="270" y="335"/>
                    <a:pt x="270" y="335"/>
                  </a:cubicBezTo>
                  <a:cubicBezTo>
                    <a:pt x="270" y="335"/>
                    <a:pt x="270" y="334"/>
                    <a:pt x="270" y="334"/>
                  </a:cubicBezTo>
                  <a:cubicBezTo>
                    <a:pt x="270" y="334"/>
                    <a:pt x="270" y="333"/>
                    <a:pt x="270" y="333"/>
                  </a:cubicBezTo>
                  <a:cubicBezTo>
                    <a:pt x="270" y="333"/>
                    <a:pt x="270" y="332"/>
                    <a:pt x="270" y="332"/>
                  </a:cubicBezTo>
                  <a:cubicBezTo>
                    <a:pt x="270" y="332"/>
                    <a:pt x="270" y="332"/>
                    <a:pt x="270" y="332"/>
                  </a:cubicBezTo>
                  <a:cubicBezTo>
                    <a:pt x="271" y="332"/>
                    <a:pt x="271" y="332"/>
                    <a:pt x="271" y="332"/>
                  </a:cubicBezTo>
                  <a:cubicBezTo>
                    <a:pt x="272" y="332"/>
                    <a:pt x="273" y="333"/>
                    <a:pt x="273" y="333"/>
                  </a:cubicBezTo>
                  <a:cubicBezTo>
                    <a:pt x="274" y="333"/>
                    <a:pt x="274" y="333"/>
                    <a:pt x="274" y="333"/>
                  </a:cubicBezTo>
                  <a:cubicBezTo>
                    <a:pt x="274" y="333"/>
                    <a:pt x="275" y="333"/>
                    <a:pt x="275" y="333"/>
                  </a:cubicBezTo>
                  <a:cubicBezTo>
                    <a:pt x="275" y="334"/>
                    <a:pt x="276" y="334"/>
                    <a:pt x="276" y="334"/>
                  </a:cubicBezTo>
                  <a:cubicBezTo>
                    <a:pt x="277" y="334"/>
                    <a:pt x="277" y="334"/>
                    <a:pt x="277" y="334"/>
                  </a:cubicBezTo>
                  <a:cubicBezTo>
                    <a:pt x="277" y="334"/>
                    <a:pt x="278" y="334"/>
                    <a:pt x="278" y="334"/>
                  </a:cubicBezTo>
                  <a:cubicBezTo>
                    <a:pt x="278" y="333"/>
                    <a:pt x="278" y="333"/>
                    <a:pt x="278" y="333"/>
                  </a:cubicBezTo>
                  <a:cubicBezTo>
                    <a:pt x="278" y="333"/>
                    <a:pt x="278" y="333"/>
                    <a:pt x="278" y="333"/>
                  </a:cubicBezTo>
                  <a:cubicBezTo>
                    <a:pt x="278" y="332"/>
                    <a:pt x="278" y="332"/>
                    <a:pt x="278" y="332"/>
                  </a:cubicBezTo>
                  <a:close/>
                  <a:moveTo>
                    <a:pt x="313" y="335"/>
                  </a:moveTo>
                  <a:cubicBezTo>
                    <a:pt x="313" y="334"/>
                    <a:pt x="312" y="334"/>
                    <a:pt x="312" y="334"/>
                  </a:cubicBezTo>
                  <a:cubicBezTo>
                    <a:pt x="311" y="334"/>
                    <a:pt x="311" y="334"/>
                    <a:pt x="311" y="334"/>
                  </a:cubicBezTo>
                  <a:cubicBezTo>
                    <a:pt x="311" y="334"/>
                    <a:pt x="310" y="334"/>
                    <a:pt x="310" y="334"/>
                  </a:cubicBezTo>
                  <a:cubicBezTo>
                    <a:pt x="309" y="334"/>
                    <a:pt x="309" y="334"/>
                    <a:pt x="308" y="334"/>
                  </a:cubicBezTo>
                  <a:cubicBezTo>
                    <a:pt x="308" y="334"/>
                    <a:pt x="308" y="334"/>
                    <a:pt x="307" y="333"/>
                  </a:cubicBezTo>
                  <a:cubicBezTo>
                    <a:pt x="307" y="333"/>
                    <a:pt x="307" y="333"/>
                    <a:pt x="306" y="333"/>
                  </a:cubicBezTo>
                  <a:cubicBezTo>
                    <a:pt x="305" y="332"/>
                    <a:pt x="305" y="332"/>
                    <a:pt x="304" y="332"/>
                  </a:cubicBezTo>
                  <a:cubicBezTo>
                    <a:pt x="304" y="332"/>
                    <a:pt x="304" y="332"/>
                    <a:pt x="304" y="331"/>
                  </a:cubicBezTo>
                  <a:cubicBezTo>
                    <a:pt x="304" y="331"/>
                    <a:pt x="303" y="331"/>
                    <a:pt x="303" y="331"/>
                  </a:cubicBezTo>
                  <a:cubicBezTo>
                    <a:pt x="303" y="330"/>
                    <a:pt x="303" y="330"/>
                    <a:pt x="303" y="329"/>
                  </a:cubicBezTo>
                  <a:cubicBezTo>
                    <a:pt x="303" y="329"/>
                    <a:pt x="303" y="328"/>
                    <a:pt x="304" y="328"/>
                  </a:cubicBezTo>
                  <a:cubicBezTo>
                    <a:pt x="304" y="327"/>
                    <a:pt x="304" y="327"/>
                    <a:pt x="304" y="327"/>
                  </a:cubicBezTo>
                  <a:cubicBezTo>
                    <a:pt x="304" y="327"/>
                    <a:pt x="304" y="326"/>
                    <a:pt x="304" y="326"/>
                  </a:cubicBezTo>
                  <a:cubicBezTo>
                    <a:pt x="305" y="326"/>
                    <a:pt x="305" y="326"/>
                    <a:pt x="305" y="326"/>
                  </a:cubicBezTo>
                  <a:cubicBezTo>
                    <a:pt x="305" y="326"/>
                    <a:pt x="306" y="325"/>
                    <a:pt x="306" y="325"/>
                  </a:cubicBezTo>
                  <a:cubicBezTo>
                    <a:pt x="306" y="325"/>
                    <a:pt x="306" y="324"/>
                    <a:pt x="306" y="324"/>
                  </a:cubicBezTo>
                  <a:cubicBezTo>
                    <a:pt x="307" y="324"/>
                    <a:pt x="307" y="324"/>
                    <a:pt x="307" y="324"/>
                  </a:cubicBezTo>
                  <a:cubicBezTo>
                    <a:pt x="307" y="323"/>
                    <a:pt x="307" y="323"/>
                    <a:pt x="307" y="323"/>
                  </a:cubicBezTo>
                  <a:cubicBezTo>
                    <a:pt x="306" y="323"/>
                    <a:pt x="306" y="323"/>
                    <a:pt x="306" y="322"/>
                  </a:cubicBezTo>
                  <a:cubicBezTo>
                    <a:pt x="305" y="322"/>
                    <a:pt x="305" y="322"/>
                    <a:pt x="304" y="322"/>
                  </a:cubicBezTo>
                  <a:cubicBezTo>
                    <a:pt x="304" y="323"/>
                    <a:pt x="303" y="323"/>
                    <a:pt x="303" y="323"/>
                  </a:cubicBezTo>
                  <a:cubicBezTo>
                    <a:pt x="302" y="323"/>
                    <a:pt x="302" y="323"/>
                    <a:pt x="301" y="323"/>
                  </a:cubicBezTo>
                  <a:cubicBezTo>
                    <a:pt x="301" y="323"/>
                    <a:pt x="301" y="323"/>
                    <a:pt x="301" y="323"/>
                  </a:cubicBezTo>
                  <a:cubicBezTo>
                    <a:pt x="301" y="324"/>
                    <a:pt x="300" y="324"/>
                    <a:pt x="300" y="324"/>
                  </a:cubicBezTo>
                  <a:cubicBezTo>
                    <a:pt x="300" y="324"/>
                    <a:pt x="300" y="324"/>
                    <a:pt x="299" y="324"/>
                  </a:cubicBezTo>
                  <a:cubicBezTo>
                    <a:pt x="299" y="324"/>
                    <a:pt x="298" y="324"/>
                    <a:pt x="298" y="324"/>
                  </a:cubicBezTo>
                  <a:cubicBezTo>
                    <a:pt x="298" y="324"/>
                    <a:pt x="297" y="324"/>
                    <a:pt x="297" y="324"/>
                  </a:cubicBezTo>
                  <a:cubicBezTo>
                    <a:pt x="297" y="324"/>
                    <a:pt x="297" y="324"/>
                    <a:pt x="297" y="324"/>
                  </a:cubicBezTo>
                  <a:cubicBezTo>
                    <a:pt x="296" y="324"/>
                    <a:pt x="296" y="324"/>
                    <a:pt x="296" y="324"/>
                  </a:cubicBezTo>
                  <a:cubicBezTo>
                    <a:pt x="295" y="324"/>
                    <a:pt x="295" y="324"/>
                    <a:pt x="294" y="324"/>
                  </a:cubicBezTo>
                  <a:cubicBezTo>
                    <a:pt x="294" y="324"/>
                    <a:pt x="294" y="324"/>
                    <a:pt x="294" y="324"/>
                  </a:cubicBezTo>
                  <a:cubicBezTo>
                    <a:pt x="294" y="324"/>
                    <a:pt x="294" y="325"/>
                    <a:pt x="294" y="325"/>
                  </a:cubicBezTo>
                  <a:cubicBezTo>
                    <a:pt x="293" y="325"/>
                    <a:pt x="293" y="325"/>
                    <a:pt x="293" y="325"/>
                  </a:cubicBezTo>
                  <a:cubicBezTo>
                    <a:pt x="292" y="325"/>
                    <a:pt x="292" y="325"/>
                    <a:pt x="292" y="325"/>
                  </a:cubicBezTo>
                  <a:cubicBezTo>
                    <a:pt x="291" y="326"/>
                    <a:pt x="291" y="326"/>
                    <a:pt x="290" y="326"/>
                  </a:cubicBezTo>
                  <a:cubicBezTo>
                    <a:pt x="290" y="326"/>
                    <a:pt x="290" y="326"/>
                    <a:pt x="290" y="327"/>
                  </a:cubicBezTo>
                  <a:cubicBezTo>
                    <a:pt x="290" y="327"/>
                    <a:pt x="290" y="327"/>
                    <a:pt x="290" y="328"/>
                  </a:cubicBezTo>
                  <a:cubicBezTo>
                    <a:pt x="290" y="328"/>
                    <a:pt x="290" y="328"/>
                    <a:pt x="290" y="328"/>
                  </a:cubicBezTo>
                  <a:cubicBezTo>
                    <a:pt x="290" y="328"/>
                    <a:pt x="290" y="328"/>
                    <a:pt x="290" y="328"/>
                  </a:cubicBezTo>
                  <a:cubicBezTo>
                    <a:pt x="290" y="329"/>
                    <a:pt x="290" y="329"/>
                    <a:pt x="290" y="329"/>
                  </a:cubicBezTo>
                  <a:cubicBezTo>
                    <a:pt x="291" y="329"/>
                    <a:pt x="291" y="329"/>
                    <a:pt x="291" y="329"/>
                  </a:cubicBezTo>
                  <a:cubicBezTo>
                    <a:pt x="292" y="329"/>
                    <a:pt x="292" y="329"/>
                    <a:pt x="292" y="329"/>
                  </a:cubicBezTo>
                  <a:cubicBezTo>
                    <a:pt x="292" y="329"/>
                    <a:pt x="292" y="329"/>
                    <a:pt x="292" y="329"/>
                  </a:cubicBezTo>
                  <a:cubicBezTo>
                    <a:pt x="292" y="328"/>
                    <a:pt x="292" y="328"/>
                    <a:pt x="293" y="328"/>
                  </a:cubicBezTo>
                  <a:cubicBezTo>
                    <a:pt x="293" y="328"/>
                    <a:pt x="293" y="327"/>
                    <a:pt x="294" y="327"/>
                  </a:cubicBezTo>
                  <a:cubicBezTo>
                    <a:pt x="294" y="327"/>
                    <a:pt x="294" y="327"/>
                    <a:pt x="294" y="327"/>
                  </a:cubicBezTo>
                  <a:cubicBezTo>
                    <a:pt x="295" y="327"/>
                    <a:pt x="295" y="328"/>
                    <a:pt x="295" y="328"/>
                  </a:cubicBezTo>
                  <a:cubicBezTo>
                    <a:pt x="295" y="328"/>
                    <a:pt x="295" y="328"/>
                    <a:pt x="295" y="328"/>
                  </a:cubicBezTo>
                  <a:cubicBezTo>
                    <a:pt x="295" y="328"/>
                    <a:pt x="295" y="329"/>
                    <a:pt x="295" y="329"/>
                  </a:cubicBezTo>
                  <a:cubicBezTo>
                    <a:pt x="294" y="329"/>
                    <a:pt x="294" y="329"/>
                    <a:pt x="294" y="329"/>
                  </a:cubicBezTo>
                  <a:cubicBezTo>
                    <a:pt x="294" y="329"/>
                    <a:pt x="293" y="329"/>
                    <a:pt x="293" y="329"/>
                  </a:cubicBezTo>
                  <a:cubicBezTo>
                    <a:pt x="293" y="329"/>
                    <a:pt x="293" y="329"/>
                    <a:pt x="292" y="330"/>
                  </a:cubicBezTo>
                  <a:cubicBezTo>
                    <a:pt x="292" y="330"/>
                    <a:pt x="292" y="330"/>
                    <a:pt x="292" y="330"/>
                  </a:cubicBezTo>
                  <a:cubicBezTo>
                    <a:pt x="293" y="330"/>
                    <a:pt x="293" y="330"/>
                    <a:pt x="293" y="331"/>
                  </a:cubicBezTo>
                  <a:cubicBezTo>
                    <a:pt x="293" y="331"/>
                    <a:pt x="293" y="331"/>
                    <a:pt x="293" y="331"/>
                  </a:cubicBezTo>
                  <a:cubicBezTo>
                    <a:pt x="293" y="331"/>
                    <a:pt x="293" y="331"/>
                    <a:pt x="293" y="331"/>
                  </a:cubicBezTo>
                  <a:cubicBezTo>
                    <a:pt x="293" y="331"/>
                    <a:pt x="293" y="331"/>
                    <a:pt x="293" y="331"/>
                  </a:cubicBezTo>
                  <a:cubicBezTo>
                    <a:pt x="293" y="332"/>
                    <a:pt x="293" y="332"/>
                    <a:pt x="293" y="332"/>
                  </a:cubicBezTo>
                  <a:cubicBezTo>
                    <a:pt x="293" y="333"/>
                    <a:pt x="293" y="333"/>
                    <a:pt x="293" y="333"/>
                  </a:cubicBezTo>
                  <a:cubicBezTo>
                    <a:pt x="293" y="333"/>
                    <a:pt x="293" y="333"/>
                    <a:pt x="293" y="333"/>
                  </a:cubicBezTo>
                  <a:cubicBezTo>
                    <a:pt x="293" y="333"/>
                    <a:pt x="292" y="334"/>
                    <a:pt x="292" y="334"/>
                  </a:cubicBezTo>
                  <a:cubicBezTo>
                    <a:pt x="292" y="334"/>
                    <a:pt x="291" y="334"/>
                    <a:pt x="291" y="334"/>
                  </a:cubicBezTo>
                  <a:cubicBezTo>
                    <a:pt x="291" y="334"/>
                    <a:pt x="291" y="334"/>
                    <a:pt x="291" y="334"/>
                  </a:cubicBezTo>
                  <a:cubicBezTo>
                    <a:pt x="291" y="334"/>
                    <a:pt x="290" y="335"/>
                    <a:pt x="290" y="335"/>
                  </a:cubicBezTo>
                  <a:cubicBezTo>
                    <a:pt x="290" y="335"/>
                    <a:pt x="290" y="335"/>
                    <a:pt x="290" y="336"/>
                  </a:cubicBezTo>
                  <a:cubicBezTo>
                    <a:pt x="290" y="336"/>
                    <a:pt x="290" y="336"/>
                    <a:pt x="291" y="336"/>
                  </a:cubicBezTo>
                  <a:cubicBezTo>
                    <a:pt x="291" y="336"/>
                    <a:pt x="291" y="336"/>
                    <a:pt x="291" y="336"/>
                  </a:cubicBezTo>
                  <a:cubicBezTo>
                    <a:pt x="292" y="336"/>
                    <a:pt x="292" y="336"/>
                    <a:pt x="293" y="336"/>
                  </a:cubicBezTo>
                  <a:cubicBezTo>
                    <a:pt x="293" y="336"/>
                    <a:pt x="293" y="336"/>
                    <a:pt x="293" y="336"/>
                  </a:cubicBezTo>
                  <a:cubicBezTo>
                    <a:pt x="293" y="336"/>
                    <a:pt x="293" y="336"/>
                    <a:pt x="294" y="336"/>
                  </a:cubicBezTo>
                  <a:cubicBezTo>
                    <a:pt x="294" y="335"/>
                    <a:pt x="295" y="335"/>
                    <a:pt x="295" y="334"/>
                  </a:cubicBezTo>
                  <a:cubicBezTo>
                    <a:pt x="296" y="334"/>
                    <a:pt x="296" y="333"/>
                    <a:pt x="296" y="333"/>
                  </a:cubicBezTo>
                  <a:cubicBezTo>
                    <a:pt x="297" y="332"/>
                    <a:pt x="297" y="332"/>
                    <a:pt x="297" y="332"/>
                  </a:cubicBezTo>
                  <a:cubicBezTo>
                    <a:pt x="298" y="332"/>
                    <a:pt x="298" y="333"/>
                    <a:pt x="299" y="333"/>
                  </a:cubicBezTo>
                  <a:cubicBezTo>
                    <a:pt x="299" y="333"/>
                    <a:pt x="299" y="333"/>
                    <a:pt x="299" y="333"/>
                  </a:cubicBezTo>
                  <a:cubicBezTo>
                    <a:pt x="299" y="333"/>
                    <a:pt x="300" y="333"/>
                    <a:pt x="300" y="333"/>
                  </a:cubicBezTo>
                  <a:cubicBezTo>
                    <a:pt x="300" y="333"/>
                    <a:pt x="300" y="333"/>
                    <a:pt x="300" y="334"/>
                  </a:cubicBezTo>
                  <a:cubicBezTo>
                    <a:pt x="301" y="334"/>
                    <a:pt x="301" y="334"/>
                    <a:pt x="301" y="334"/>
                  </a:cubicBezTo>
                  <a:cubicBezTo>
                    <a:pt x="301" y="334"/>
                    <a:pt x="302" y="334"/>
                    <a:pt x="302" y="334"/>
                  </a:cubicBezTo>
                  <a:cubicBezTo>
                    <a:pt x="302" y="334"/>
                    <a:pt x="302" y="334"/>
                    <a:pt x="303" y="334"/>
                  </a:cubicBezTo>
                  <a:cubicBezTo>
                    <a:pt x="303" y="334"/>
                    <a:pt x="303" y="335"/>
                    <a:pt x="304" y="335"/>
                  </a:cubicBezTo>
                  <a:cubicBezTo>
                    <a:pt x="304" y="335"/>
                    <a:pt x="305" y="335"/>
                    <a:pt x="305" y="335"/>
                  </a:cubicBezTo>
                  <a:cubicBezTo>
                    <a:pt x="305" y="335"/>
                    <a:pt x="306" y="335"/>
                    <a:pt x="306" y="336"/>
                  </a:cubicBezTo>
                  <a:cubicBezTo>
                    <a:pt x="306" y="336"/>
                    <a:pt x="306" y="336"/>
                    <a:pt x="307" y="336"/>
                  </a:cubicBezTo>
                  <a:cubicBezTo>
                    <a:pt x="307" y="336"/>
                    <a:pt x="307" y="336"/>
                    <a:pt x="308" y="336"/>
                  </a:cubicBezTo>
                  <a:cubicBezTo>
                    <a:pt x="308" y="336"/>
                    <a:pt x="308" y="336"/>
                    <a:pt x="308" y="336"/>
                  </a:cubicBezTo>
                  <a:cubicBezTo>
                    <a:pt x="309" y="336"/>
                    <a:pt x="309" y="336"/>
                    <a:pt x="309" y="336"/>
                  </a:cubicBezTo>
                  <a:cubicBezTo>
                    <a:pt x="310" y="336"/>
                    <a:pt x="311" y="336"/>
                    <a:pt x="311" y="336"/>
                  </a:cubicBezTo>
                  <a:cubicBezTo>
                    <a:pt x="311" y="336"/>
                    <a:pt x="311" y="336"/>
                    <a:pt x="311" y="336"/>
                  </a:cubicBezTo>
                  <a:cubicBezTo>
                    <a:pt x="312" y="336"/>
                    <a:pt x="312" y="336"/>
                    <a:pt x="312" y="336"/>
                  </a:cubicBezTo>
                  <a:cubicBezTo>
                    <a:pt x="313" y="335"/>
                    <a:pt x="313" y="335"/>
                    <a:pt x="313" y="335"/>
                  </a:cubicBezTo>
                  <a:cubicBezTo>
                    <a:pt x="313" y="335"/>
                    <a:pt x="313" y="335"/>
                    <a:pt x="313" y="335"/>
                  </a:cubicBezTo>
                  <a:close/>
                  <a:moveTo>
                    <a:pt x="354" y="327"/>
                  </a:moveTo>
                  <a:cubicBezTo>
                    <a:pt x="354" y="327"/>
                    <a:pt x="354" y="327"/>
                    <a:pt x="354" y="327"/>
                  </a:cubicBezTo>
                  <a:cubicBezTo>
                    <a:pt x="354" y="326"/>
                    <a:pt x="353" y="326"/>
                    <a:pt x="354" y="326"/>
                  </a:cubicBezTo>
                  <a:cubicBezTo>
                    <a:pt x="354" y="326"/>
                    <a:pt x="354" y="325"/>
                    <a:pt x="354" y="325"/>
                  </a:cubicBezTo>
                  <a:cubicBezTo>
                    <a:pt x="354" y="325"/>
                    <a:pt x="354" y="325"/>
                    <a:pt x="354" y="325"/>
                  </a:cubicBezTo>
                  <a:cubicBezTo>
                    <a:pt x="354" y="325"/>
                    <a:pt x="353" y="325"/>
                    <a:pt x="353" y="325"/>
                  </a:cubicBezTo>
                  <a:cubicBezTo>
                    <a:pt x="353" y="325"/>
                    <a:pt x="353" y="325"/>
                    <a:pt x="353" y="325"/>
                  </a:cubicBezTo>
                  <a:cubicBezTo>
                    <a:pt x="353" y="325"/>
                    <a:pt x="353" y="325"/>
                    <a:pt x="353" y="325"/>
                  </a:cubicBezTo>
                  <a:cubicBezTo>
                    <a:pt x="352" y="326"/>
                    <a:pt x="352" y="326"/>
                    <a:pt x="352" y="326"/>
                  </a:cubicBezTo>
                  <a:cubicBezTo>
                    <a:pt x="352" y="326"/>
                    <a:pt x="351" y="326"/>
                    <a:pt x="351" y="326"/>
                  </a:cubicBezTo>
                  <a:cubicBezTo>
                    <a:pt x="351" y="326"/>
                    <a:pt x="350" y="326"/>
                    <a:pt x="350" y="325"/>
                  </a:cubicBezTo>
                  <a:cubicBezTo>
                    <a:pt x="350" y="325"/>
                    <a:pt x="350" y="325"/>
                    <a:pt x="350" y="325"/>
                  </a:cubicBezTo>
                  <a:cubicBezTo>
                    <a:pt x="351" y="325"/>
                    <a:pt x="351" y="325"/>
                    <a:pt x="351" y="325"/>
                  </a:cubicBezTo>
                  <a:cubicBezTo>
                    <a:pt x="351" y="325"/>
                    <a:pt x="351" y="325"/>
                    <a:pt x="351" y="325"/>
                  </a:cubicBezTo>
                  <a:cubicBezTo>
                    <a:pt x="351" y="325"/>
                    <a:pt x="352" y="324"/>
                    <a:pt x="352" y="324"/>
                  </a:cubicBezTo>
                  <a:cubicBezTo>
                    <a:pt x="352" y="324"/>
                    <a:pt x="353" y="323"/>
                    <a:pt x="353" y="323"/>
                  </a:cubicBezTo>
                  <a:cubicBezTo>
                    <a:pt x="353" y="323"/>
                    <a:pt x="353" y="322"/>
                    <a:pt x="353" y="322"/>
                  </a:cubicBezTo>
                  <a:cubicBezTo>
                    <a:pt x="353" y="322"/>
                    <a:pt x="353" y="322"/>
                    <a:pt x="353" y="322"/>
                  </a:cubicBezTo>
                  <a:cubicBezTo>
                    <a:pt x="353" y="322"/>
                    <a:pt x="353" y="322"/>
                    <a:pt x="352" y="321"/>
                  </a:cubicBezTo>
                  <a:cubicBezTo>
                    <a:pt x="352" y="321"/>
                    <a:pt x="352" y="320"/>
                    <a:pt x="352" y="320"/>
                  </a:cubicBezTo>
                  <a:cubicBezTo>
                    <a:pt x="352" y="320"/>
                    <a:pt x="351" y="320"/>
                    <a:pt x="351" y="320"/>
                  </a:cubicBezTo>
                  <a:cubicBezTo>
                    <a:pt x="351" y="320"/>
                    <a:pt x="350" y="320"/>
                    <a:pt x="350" y="320"/>
                  </a:cubicBezTo>
                  <a:cubicBezTo>
                    <a:pt x="350" y="320"/>
                    <a:pt x="350" y="320"/>
                    <a:pt x="350" y="320"/>
                  </a:cubicBezTo>
                  <a:cubicBezTo>
                    <a:pt x="349" y="320"/>
                    <a:pt x="349" y="320"/>
                    <a:pt x="349" y="320"/>
                  </a:cubicBezTo>
                  <a:cubicBezTo>
                    <a:pt x="349" y="320"/>
                    <a:pt x="349" y="320"/>
                    <a:pt x="349" y="320"/>
                  </a:cubicBezTo>
                  <a:cubicBezTo>
                    <a:pt x="349" y="320"/>
                    <a:pt x="349" y="319"/>
                    <a:pt x="349" y="319"/>
                  </a:cubicBezTo>
                  <a:cubicBezTo>
                    <a:pt x="349" y="319"/>
                    <a:pt x="349" y="319"/>
                    <a:pt x="349" y="319"/>
                  </a:cubicBezTo>
                  <a:cubicBezTo>
                    <a:pt x="349" y="319"/>
                    <a:pt x="349" y="318"/>
                    <a:pt x="348" y="318"/>
                  </a:cubicBezTo>
                  <a:cubicBezTo>
                    <a:pt x="348" y="318"/>
                    <a:pt x="348" y="318"/>
                    <a:pt x="347" y="318"/>
                  </a:cubicBezTo>
                  <a:cubicBezTo>
                    <a:pt x="347" y="318"/>
                    <a:pt x="347" y="317"/>
                    <a:pt x="346" y="317"/>
                  </a:cubicBezTo>
                  <a:cubicBezTo>
                    <a:pt x="346" y="317"/>
                    <a:pt x="347" y="317"/>
                    <a:pt x="347" y="317"/>
                  </a:cubicBezTo>
                  <a:cubicBezTo>
                    <a:pt x="347" y="316"/>
                    <a:pt x="348" y="316"/>
                    <a:pt x="348" y="316"/>
                  </a:cubicBezTo>
                  <a:cubicBezTo>
                    <a:pt x="348" y="315"/>
                    <a:pt x="348" y="315"/>
                    <a:pt x="348" y="315"/>
                  </a:cubicBezTo>
                  <a:cubicBezTo>
                    <a:pt x="348" y="314"/>
                    <a:pt x="348" y="314"/>
                    <a:pt x="348" y="314"/>
                  </a:cubicBezTo>
                  <a:cubicBezTo>
                    <a:pt x="348" y="314"/>
                    <a:pt x="348" y="314"/>
                    <a:pt x="348" y="313"/>
                  </a:cubicBezTo>
                  <a:cubicBezTo>
                    <a:pt x="348" y="313"/>
                    <a:pt x="348" y="313"/>
                    <a:pt x="348" y="313"/>
                  </a:cubicBezTo>
                  <a:cubicBezTo>
                    <a:pt x="348" y="313"/>
                    <a:pt x="347" y="313"/>
                    <a:pt x="347" y="313"/>
                  </a:cubicBezTo>
                  <a:cubicBezTo>
                    <a:pt x="347" y="313"/>
                    <a:pt x="346" y="312"/>
                    <a:pt x="346" y="312"/>
                  </a:cubicBezTo>
                  <a:cubicBezTo>
                    <a:pt x="346" y="312"/>
                    <a:pt x="346" y="312"/>
                    <a:pt x="346" y="312"/>
                  </a:cubicBezTo>
                  <a:cubicBezTo>
                    <a:pt x="346" y="313"/>
                    <a:pt x="345" y="313"/>
                    <a:pt x="345" y="313"/>
                  </a:cubicBezTo>
                  <a:cubicBezTo>
                    <a:pt x="345" y="313"/>
                    <a:pt x="345" y="313"/>
                    <a:pt x="345" y="314"/>
                  </a:cubicBezTo>
                  <a:cubicBezTo>
                    <a:pt x="345" y="314"/>
                    <a:pt x="345" y="314"/>
                    <a:pt x="345" y="314"/>
                  </a:cubicBezTo>
                  <a:cubicBezTo>
                    <a:pt x="345" y="314"/>
                    <a:pt x="344" y="314"/>
                    <a:pt x="344" y="315"/>
                  </a:cubicBezTo>
                  <a:cubicBezTo>
                    <a:pt x="344" y="315"/>
                    <a:pt x="344" y="315"/>
                    <a:pt x="344" y="316"/>
                  </a:cubicBezTo>
                  <a:cubicBezTo>
                    <a:pt x="344" y="316"/>
                    <a:pt x="344" y="316"/>
                    <a:pt x="344" y="316"/>
                  </a:cubicBezTo>
                  <a:cubicBezTo>
                    <a:pt x="343" y="317"/>
                    <a:pt x="343" y="317"/>
                    <a:pt x="343" y="318"/>
                  </a:cubicBezTo>
                  <a:cubicBezTo>
                    <a:pt x="342" y="318"/>
                    <a:pt x="342" y="318"/>
                    <a:pt x="342" y="318"/>
                  </a:cubicBezTo>
                  <a:cubicBezTo>
                    <a:pt x="342" y="318"/>
                    <a:pt x="342" y="318"/>
                    <a:pt x="342" y="318"/>
                  </a:cubicBezTo>
                  <a:cubicBezTo>
                    <a:pt x="342" y="319"/>
                    <a:pt x="341" y="319"/>
                    <a:pt x="341" y="319"/>
                  </a:cubicBezTo>
                  <a:cubicBezTo>
                    <a:pt x="341" y="319"/>
                    <a:pt x="341" y="319"/>
                    <a:pt x="341" y="320"/>
                  </a:cubicBezTo>
                  <a:cubicBezTo>
                    <a:pt x="341" y="320"/>
                    <a:pt x="341" y="320"/>
                    <a:pt x="342" y="320"/>
                  </a:cubicBezTo>
                  <a:cubicBezTo>
                    <a:pt x="342" y="321"/>
                    <a:pt x="342" y="321"/>
                    <a:pt x="342" y="321"/>
                  </a:cubicBezTo>
                  <a:cubicBezTo>
                    <a:pt x="343" y="321"/>
                    <a:pt x="343" y="321"/>
                    <a:pt x="343" y="321"/>
                  </a:cubicBezTo>
                  <a:cubicBezTo>
                    <a:pt x="344" y="321"/>
                    <a:pt x="344" y="321"/>
                    <a:pt x="344" y="321"/>
                  </a:cubicBezTo>
                  <a:cubicBezTo>
                    <a:pt x="344" y="320"/>
                    <a:pt x="344" y="320"/>
                    <a:pt x="345" y="320"/>
                  </a:cubicBezTo>
                  <a:cubicBezTo>
                    <a:pt x="345" y="320"/>
                    <a:pt x="345" y="319"/>
                    <a:pt x="345" y="319"/>
                  </a:cubicBezTo>
                  <a:cubicBezTo>
                    <a:pt x="345" y="319"/>
                    <a:pt x="345" y="319"/>
                    <a:pt x="346" y="319"/>
                  </a:cubicBezTo>
                  <a:cubicBezTo>
                    <a:pt x="346" y="319"/>
                    <a:pt x="347" y="319"/>
                    <a:pt x="347" y="320"/>
                  </a:cubicBezTo>
                  <a:cubicBezTo>
                    <a:pt x="347" y="320"/>
                    <a:pt x="347" y="320"/>
                    <a:pt x="347" y="320"/>
                  </a:cubicBezTo>
                  <a:cubicBezTo>
                    <a:pt x="348" y="320"/>
                    <a:pt x="348" y="320"/>
                    <a:pt x="348" y="320"/>
                  </a:cubicBezTo>
                  <a:cubicBezTo>
                    <a:pt x="348" y="320"/>
                    <a:pt x="348" y="320"/>
                    <a:pt x="348" y="320"/>
                  </a:cubicBezTo>
                  <a:cubicBezTo>
                    <a:pt x="348" y="320"/>
                    <a:pt x="348" y="321"/>
                    <a:pt x="348" y="321"/>
                  </a:cubicBezTo>
                  <a:cubicBezTo>
                    <a:pt x="347" y="321"/>
                    <a:pt x="347" y="321"/>
                    <a:pt x="346" y="321"/>
                  </a:cubicBezTo>
                  <a:cubicBezTo>
                    <a:pt x="346" y="321"/>
                    <a:pt x="345" y="321"/>
                    <a:pt x="345" y="321"/>
                  </a:cubicBezTo>
                  <a:cubicBezTo>
                    <a:pt x="344" y="321"/>
                    <a:pt x="344" y="321"/>
                    <a:pt x="344" y="322"/>
                  </a:cubicBezTo>
                  <a:cubicBezTo>
                    <a:pt x="343" y="322"/>
                    <a:pt x="343" y="322"/>
                    <a:pt x="343" y="322"/>
                  </a:cubicBezTo>
                  <a:cubicBezTo>
                    <a:pt x="342" y="323"/>
                    <a:pt x="342" y="323"/>
                    <a:pt x="342" y="323"/>
                  </a:cubicBezTo>
                  <a:cubicBezTo>
                    <a:pt x="342" y="323"/>
                    <a:pt x="341" y="323"/>
                    <a:pt x="341" y="323"/>
                  </a:cubicBezTo>
                  <a:cubicBezTo>
                    <a:pt x="341" y="323"/>
                    <a:pt x="341" y="323"/>
                    <a:pt x="341" y="323"/>
                  </a:cubicBezTo>
                  <a:cubicBezTo>
                    <a:pt x="341" y="324"/>
                    <a:pt x="341" y="324"/>
                    <a:pt x="341" y="325"/>
                  </a:cubicBezTo>
                  <a:cubicBezTo>
                    <a:pt x="341" y="325"/>
                    <a:pt x="341" y="325"/>
                    <a:pt x="342" y="325"/>
                  </a:cubicBezTo>
                  <a:cubicBezTo>
                    <a:pt x="342" y="325"/>
                    <a:pt x="342" y="325"/>
                    <a:pt x="342" y="325"/>
                  </a:cubicBezTo>
                  <a:cubicBezTo>
                    <a:pt x="342" y="325"/>
                    <a:pt x="342" y="325"/>
                    <a:pt x="342" y="325"/>
                  </a:cubicBezTo>
                  <a:cubicBezTo>
                    <a:pt x="343" y="325"/>
                    <a:pt x="343" y="325"/>
                    <a:pt x="343" y="325"/>
                  </a:cubicBezTo>
                  <a:cubicBezTo>
                    <a:pt x="343" y="326"/>
                    <a:pt x="343" y="326"/>
                    <a:pt x="343" y="326"/>
                  </a:cubicBezTo>
                  <a:cubicBezTo>
                    <a:pt x="342" y="326"/>
                    <a:pt x="342" y="326"/>
                    <a:pt x="342" y="326"/>
                  </a:cubicBezTo>
                  <a:cubicBezTo>
                    <a:pt x="342" y="326"/>
                    <a:pt x="341" y="326"/>
                    <a:pt x="341" y="326"/>
                  </a:cubicBezTo>
                  <a:cubicBezTo>
                    <a:pt x="341" y="326"/>
                    <a:pt x="341" y="326"/>
                    <a:pt x="341" y="327"/>
                  </a:cubicBezTo>
                  <a:cubicBezTo>
                    <a:pt x="341" y="327"/>
                    <a:pt x="341" y="327"/>
                    <a:pt x="341" y="327"/>
                  </a:cubicBezTo>
                  <a:cubicBezTo>
                    <a:pt x="341" y="328"/>
                    <a:pt x="341" y="328"/>
                    <a:pt x="342" y="328"/>
                  </a:cubicBezTo>
                  <a:cubicBezTo>
                    <a:pt x="342" y="328"/>
                    <a:pt x="342" y="328"/>
                    <a:pt x="342" y="328"/>
                  </a:cubicBezTo>
                  <a:cubicBezTo>
                    <a:pt x="343" y="328"/>
                    <a:pt x="343" y="328"/>
                    <a:pt x="343" y="328"/>
                  </a:cubicBezTo>
                  <a:cubicBezTo>
                    <a:pt x="343" y="329"/>
                    <a:pt x="343" y="329"/>
                    <a:pt x="342" y="329"/>
                  </a:cubicBezTo>
                  <a:cubicBezTo>
                    <a:pt x="342" y="329"/>
                    <a:pt x="342" y="329"/>
                    <a:pt x="341" y="329"/>
                  </a:cubicBezTo>
                  <a:cubicBezTo>
                    <a:pt x="341" y="330"/>
                    <a:pt x="340" y="330"/>
                    <a:pt x="340" y="330"/>
                  </a:cubicBezTo>
                  <a:cubicBezTo>
                    <a:pt x="339" y="330"/>
                    <a:pt x="339" y="330"/>
                    <a:pt x="339" y="330"/>
                  </a:cubicBezTo>
                  <a:cubicBezTo>
                    <a:pt x="339" y="330"/>
                    <a:pt x="339" y="331"/>
                    <a:pt x="339" y="331"/>
                  </a:cubicBezTo>
                  <a:cubicBezTo>
                    <a:pt x="339" y="331"/>
                    <a:pt x="339" y="332"/>
                    <a:pt x="340" y="332"/>
                  </a:cubicBezTo>
                  <a:cubicBezTo>
                    <a:pt x="340" y="332"/>
                    <a:pt x="340" y="332"/>
                    <a:pt x="341" y="332"/>
                  </a:cubicBezTo>
                  <a:cubicBezTo>
                    <a:pt x="341" y="332"/>
                    <a:pt x="341" y="332"/>
                    <a:pt x="341" y="332"/>
                  </a:cubicBezTo>
                  <a:cubicBezTo>
                    <a:pt x="341" y="332"/>
                    <a:pt x="341" y="333"/>
                    <a:pt x="341" y="333"/>
                  </a:cubicBezTo>
                  <a:cubicBezTo>
                    <a:pt x="341" y="333"/>
                    <a:pt x="340" y="333"/>
                    <a:pt x="340" y="333"/>
                  </a:cubicBezTo>
                  <a:cubicBezTo>
                    <a:pt x="340" y="334"/>
                    <a:pt x="340" y="334"/>
                    <a:pt x="339" y="335"/>
                  </a:cubicBezTo>
                  <a:cubicBezTo>
                    <a:pt x="339" y="335"/>
                    <a:pt x="339" y="335"/>
                    <a:pt x="339" y="335"/>
                  </a:cubicBezTo>
                  <a:cubicBezTo>
                    <a:pt x="339" y="335"/>
                    <a:pt x="338" y="335"/>
                    <a:pt x="338" y="335"/>
                  </a:cubicBezTo>
                  <a:cubicBezTo>
                    <a:pt x="338" y="335"/>
                    <a:pt x="338" y="335"/>
                    <a:pt x="338" y="335"/>
                  </a:cubicBezTo>
                  <a:cubicBezTo>
                    <a:pt x="337" y="336"/>
                    <a:pt x="337" y="336"/>
                    <a:pt x="337" y="336"/>
                  </a:cubicBezTo>
                  <a:cubicBezTo>
                    <a:pt x="336" y="336"/>
                    <a:pt x="336" y="336"/>
                    <a:pt x="336" y="336"/>
                  </a:cubicBezTo>
                  <a:cubicBezTo>
                    <a:pt x="336" y="336"/>
                    <a:pt x="336" y="336"/>
                    <a:pt x="336" y="336"/>
                  </a:cubicBezTo>
                  <a:cubicBezTo>
                    <a:pt x="336" y="337"/>
                    <a:pt x="337" y="337"/>
                    <a:pt x="337" y="337"/>
                  </a:cubicBezTo>
                  <a:cubicBezTo>
                    <a:pt x="337" y="337"/>
                    <a:pt x="337" y="337"/>
                    <a:pt x="338" y="337"/>
                  </a:cubicBezTo>
                  <a:cubicBezTo>
                    <a:pt x="338" y="337"/>
                    <a:pt x="338" y="337"/>
                    <a:pt x="338" y="337"/>
                  </a:cubicBezTo>
                  <a:cubicBezTo>
                    <a:pt x="339" y="337"/>
                    <a:pt x="339" y="337"/>
                    <a:pt x="340" y="336"/>
                  </a:cubicBezTo>
                  <a:cubicBezTo>
                    <a:pt x="340" y="336"/>
                    <a:pt x="340" y="336"/>
                    <a:pt x="340" y="336"/>
                  </a:cubicBezTo>
                  <a:cubicBezTo>
                    <a:pt x="341" y="336"/>
                    <a:pt x="341" y="336"/>
                    <a:pt x="341" y="335"/>
                  </a:cubicBezTo>
                  <a:cubicBezTo>
                    <a:pt x="341" y="335"/>
                    <a:pt x="341" y="335"/>
                    <a:pt x="342" y="335"/>
                  </a:cubicBezTo>
                  <a:cubicBezTo>
                    <a:pt x="342" y="335"/>
                    <a:pt x="342" y="335"/>
                    <a:pt x="342" y="335"/>
                  </a:cubicBezTo>
                  <a:cubicBezTo>
                    <a:pt x="343" y="334"/>
                    <a:pt x="343" y="335"/>
                    <a:pt x="343" y="335"/>
                  </a:cubicBezTo>
                  <a:cubicBezTo>
                    <a:pt x="343" y="335"/>
                    <a:pt x="343" y="335"/>
                    <a:pt x="343" y="335"/>
                  </a:cubicBezTo>
                  <a:cubicBezTo>
                    <a:pt x="343" y="336"/>
                    <a:pt x="343" y="336"/>
                    <a:pt x="343" y="336"/>
                  </a:cubicBezTo>
                  <a:cubicBezTo>
                    <a:pt x="343" y="336"/>
                    <a:pt x="343" y="336"/>
                    <a:pt x="343" y="336"/>
                  </a:cubicBezTo>
                  <a:cubicBezTo>
                    <a:pt x="344" y="336"/>
                    <a:pt x="344" y="336"/>
                    <a:pt x="344" y="336"/>
                  </a:cubicBezTo>
                  <a:cubicBezTo>
                    <a:pt x="344" y="336"/>
                    <a:pt x="344" y="336"/>
                    <a:pt x="345" y="336"/>
                  </a:cubicBezTo>
                  <a:cubicBezTo>
                    <a:pt x="345" y="336"/>
                    <a:pt x="345" y="336"/>
                    <a:pt x="346" y="336"/>
                  </a:cubicBezTo>
                  <a:cubicBezTo>
                    <a:pt x="346" y="336"/>
                    <a:pt x="347" y="336"/>
                    <a:pt x="347" y="336"/>
                  </a:cubicBezTo>
                  <a:cubicBezTo>
                    <a:pt x="347" y="336"/>
                    <a:pt x="347" y="336"/>
                    <a:pt x="348" y="336"/>
                  </a:cubicBezTo>
                  <a:cubicBezTo>
                    <a:pt x="348" y="336"/>
                    <a:pt x="348" y="336"/>
                    <a:pt x="348" y="336"/>
                  </a:cubicBezTo>
                  <a:cubicBezTo>
                    <a:pt x="349" y="336"/>
                    <a:pt x="349" y="336"/>
                    <a:pt x="350" y="336"/>
                  </a:cubicBezTo>
                  <a:cubicBezTo>
                    <a:pt x="350" y="336"/>
                    <a:pt x="351" y="335"/>
                    <a:pt x="351" y="335"/>
                  </a:cubicBezTo>
                  <a:cubicBezTo>
                    <a:pt x="351" y="334"/>
                    <a:pt x="351" y="334"/>
                    <a:pt x="351" y="334"/>
                  </a:cubicBezTo>
                  <a:cubicBezTo>
                    <a:pt x="351" y="334"/>
                    <a:pt x="351" y="334"/>
                    <a:pt x="351" y="333"/>
                  </a:cubicBezTo>
                  <a:cubicBezTo>
                    <a:pt x="351" y="333"/>
                    <a:pt x="351" y="333"/>
                    <a:pt x="351" y="333"/>
                  </a:cubicBezTo>
                  <a:cubicBezTo>
                    <a:pt x="351" y="333"/>
                    <a:pt x="351" y="332"/>
                    <a:pt x="351" y="332"/>
                  </a:cubicBezTo>
                  <a:cubicBezTo>
                    <a:pt x="351" y="332"/>
                    <a:pt x="351" y="332"/>
                    <a:pt x="352" y="331"/>
                  </a:cubicBezTo>
                  <a:cubicBezTo>
                    <a:pt x="352" y="331"/>
                    <a:pt x="352" y="331"/>
                    <a:pt x="352" y="331"/>
                  </a:cubicBezTo>
                  <a:cubicBezTo>
                    <a:pt x="352" y="331"/>
                    <a:pt x="351" y="330"/>
                    <a:pt x="351" y="330"/>
                  </a:cubicBezTo>
                  <a:cubicBezTo>
                    <a:pt x="351" y="330"/>
                    <a:pt x="351" y="330"/>
                    <a:pt x="350" y="330"/>
                  </a:cubicBezTo>
                  <a:cubicBezTo>
                    <a:pt x="350" y="330"/>
                    <a:pt x="350" y="330"/>
                    <a:pt x="349" y="330"/>
                  </a:cubicBezTo>
                  <a:cubicBezTo>
                    <a:pt x="349" y="330"/>
                    <a:pt x="348" y="331"/>
                    <a:pt x="347" y="331"/>
                  </a:cubicBezTo>
                  <a:cubicBezTo>
                    <a:pt x="347" y="331"/>
                    <a:pt x="346" y="331"/>
                    <a:pt x="346" y="331"/>
                  </a:cubicBezTo>
                  <a:cubicBezTo>
                    <a:pt x="345" y="331"/>
                    <a:pt x="345" y="331"/>
                    <a:pt x="344" y="331"/>
                  </a:cubicBezTo>
                  <a:cubicBezTo>
                    <a:pt x="344" y="332"/>
                    <a:pt x="344" y="332"/>
                    <a:pt x="344" y="331"/>
                  </a:cubicBezTo>
                  <a:cubicBezTo>
                    <a:pt x="344" y="331"/>
                    <a:pt x="344" y="331"/>
                    <a:pt x="344" y="331"/>
                  </a:cubicBezTo>
                  <a:cubicBezTo>
                    <a:pt x="344" y="331"/>
                    <a:pt x="344" y="331"/>
                    <a:pt x="344" y="331"/>
                  </a:cubicBezTo>
                  <a:cubicBezTo>
                    <a:pt x="344" y="330"/>
                    <a:pt x="344" y="330"/>
                    <a:pt x="344" y="330"/>
                  </a:cubicBezTo>
                  <a:cubicBezTo>
                    <a:pt x="345" y="330"/>
                    <a:pt x="345" y="330"/>
                    <a:pt x="345" y="330"/>
                  </a:cubicBezTo>
                  <a:cubicBezTo>
                    <a:pt x="346" y="330"/>
                    <a:pt x="346" y="330"/>
                    <a:pt x="347" y="330"/>
                  </a:cubicBezTo>
                  <a:cubicBezTo>
                    <a:pt x="347" y="330"/>
                    <a:pt x="348" y="330"/>
                    <a:pt x="348" y="330"/>
                  </a:cubicBezTo>
                  <a:cubicBezTo>
                    <a:pt x="348" y="329"/>
                    <a:pt x="349" y="329"/>
                    <a:pt x="349" y="329"/>
                  </a:cubicBezTo>
                  <a:cubicBezTo>
                    <a:pt x="349" y="329"/>
                    <a:pt x="349" y="329"/>
                    <a:pt x="349" y="328"/>
                  </a:cubicBezTo>
                  <a:cubicBezTo>
                    <a:pt x="350" y="328"/>
                    <a:pt x="350" y="328"/>
                    <a:pt x="350" y="328"/>
                  </a:cubicBezTo>
                  <a:cubicBezTo>
                    <a:pt x="350" y="328"/>
                    <a:pt x="350" y="328"/>
                    <a:pt x="350" y="328"/>
                  </a:cubicBezTo>
                  <a:cubicBezTo>
                    <a:pt x="350" y="327"/>
                    <a:pt x="350" y="327"/>
                    <a:pt x="351" y="327"/>
                  </a:cubicBezTo>
                  <a:cubicBezTo>
                    <a:pt x="351" y="327"/>
                    <a:pt x="351" y="327"/>
                    <a:pt x="351" y="327"/>
                  </a:cubicBezTo>
                  <a:cubicBezTo>
                    <a:pt x="351" y="328"/>
                    <a:pt x="352" y="328"/>
                    <a:pt x="352" y="328"/>
                  </a:cubicBezTo>
                  <a:cubicBezTo>
                    <a:pt x="352" y="328"/>
                    <a:pt x="352" y="328"/>
                    <a:pt x="353" y="328"/>
                  </a:cubicBezTo>
                  <a:cubicBezTo>
                    <a:pt x="353" y="328"/>
                    <a:pt x="353" y="328"/>
                    <a:pt x="353" y="328"/>
                  </a:cubicBezTo>
                  <a:cubicBezTo>
                    <a:pt x="353" y="328"/>
                    <a:pt x="354" y="327"/>
                    <a:pt x="354" y="327"/>
                  </a:cubicBezTo>
                  <a:cubicBezTo>
                    <a:pt x="354" y="327"/>
                    <a:pt x="354" y="327"/>
                    <a:pt x="354" y="327"/>
                  </a:cubicBezTo>
                  <a:close/>
                  <a:moveTo>
                    <a:pt x="357" y="318"/>
                  </a:moveTo>
                  <a:cubicBezTo>
                    <a:pt x="357" y="317"/>
                    <a:pt x="357" y="315"/>
                    <a:pt x="356" y="314"/>
                  </a:cubicBezTo>
                  <a:cubicBezTo>
                    <a:pt x="356" y="314"/>
                    <a:pt x="356" y="313"/>
                    <a:pt x="356" y="313"/>
                  </a:cubicBezTo>
                  <a:cubicBezTo>
                    <a:pt x="356" y="313"/>
                    <a:pt x="356" y="313"/>
                    <a:pt x="355" y="313"/>
                  </a:cubicBezTo>
                  <a:cubicBezTo>
                    <a:pt x="355" y="313"/>
                    <a:pt x="355" y="313"/>
                    <a:pt x="355" y="313"/>
                  </a:cubicBezTo>
                  <a:cubicBezTo>
                    <a:pt x="355" y="313"/>
                    <a:pt x="355" y="314"/>
                    <a:pt x="355" y="314"/>
                  </a:cubicBezTo>
                  <a:cubicBezTo>
                    <a:pt x="355" y="314"/>
                    <a:pt x="355" y="315"/>
                    <a:pt x="355" y="316"/>
                  </a:cubicBezTo>
                  <a:cubicBezTo>
                    <a:pt x="355" y="316"/>
                    <a:pt x="355" y="316"/>
                    <a:pt x="355" y="316"/>
                  </a:cubicBezTo>
                  <a:cubicBezTo>
                    <a:pt x="355" y="317"/>
                    <a:pt x="355" y="317"/>
                    <a:pt x="355" y="318"/>
                  </a:cubicBezTo>
                  <a:cubicBezTo>
                    <a:pt x="355" y="318"/>
                    <a:pt x="355" y="319"/>
                    <a:pt x="355" y="320"/>
                  </a:cubicBezTo>
                  <a:cubicBezTo>
                    <a:pt x="355" y="320"/>
                    <a:pt x="355" y="320"/>
                    <a:pt x="355" y="320"/>
                  </a:cubicBezTo>
                  <a:cubicBezTo>
                    <a:pt x="355" y="321"/>
                    <a:pt x="354" y="321"/>
                    <a:pt x="355" y="322"/>
                  </a:cubicBezTo>
                  <a:cubicBezTo>
                    <a:pt x="355" y="322"/>
                    <a:pt x="355" y="323"/>
                    <a:pt x="355" y="323"/>
                  </a:cubicBezTo>
                  <a:cubicBezTo>
                    <a:pt x="355" y="324"/>
                    <a:pt x="355" y="325"/>
                    <a:pt x="355" y="325"/>
                  </a:cubicBezTo>
                  <a:cubicBezTo>
                    <a:pt x="355" y="325"/>
                    <a:pt x="355" y="326"/>
                    <a:pt x="355" y="326"/>
                  </a:cubicBezTo>
                  <a:cubicBezTo>
                    <a:pt x="355" y="327"/>
                    <a:pt x="355" y="328"/>
                    <a:pt x="355" y="328"/>
                  </a:cubicBezTo>
                  <a:cubicBezTo>
                    <a:pt x="355" y="329"/>
                    <a:pt x="355" y="329"/>
                    <a:pt x="355" y="329"/>
                  </a:cubicBezTo>
                  <a:cubicBezTo>
                    <a:pt x="355" y="329"/>
                    <a:pt x="355" y="329"/>
                    <a:pt x="355" y="330"/>
                  </a:cubicBezTo>
                  <a:cubicBezTo>
                    <a:pt x="355" y="330"/>
                    <a:pt x="355" y="330"/>
                    <a:pt x="355" y="331"/>
                  </a:cubicBezTo>
                  <a:cubicBezTo>
                    <a:pt x="355" y="331"/>
                    <a:pt x="355" y="332"/>
                    <a:pt x="355" y="332"/>
                  </a:cubicBezTo>
                  <a:cubicBezTo>
                    <a:pt x="355" y="332"/>
                    <a:pt x="355" y="332"/>
                    <a:pt x="355" y="332"/>
                  </a:cubicBezTo>
                  <a:cubicBezTo>
                    <a:pt x="355" y="333"/>
                    <a:pt x="355" y="333"/>
                    <a:pt x="355" y="333"/>
                  </a:cubicBezTo>
                  <a:cubicBezTo>
                    <a:pt x="355" y="334"/>
                    <a:pt x="355" y="334"/>
                    <a:pt x="355" y="335"/>
                  </a:cubicBezTo>
                  <a:cubicBezTo>
                    <a:pt x="355" y="335"/>
                    <a:pt x="355" y="335"/>
                    <a:pt x="355" y="335"/>
                  </a:cubicBezTo>
                  <a:cubicBezTo>
                    <a:pt x="355" y="335"/>
                    <a:pt x="356" y="335"/>
                    <a:pt x="356" y="335"/>
                  </a:cubicBezTo>
                  <a:cubicBezTo>
                    <a:pt x="356" y="334"/>
                    <a:pt x="356" y="334"/>
                    <a:pt x="356" y="334"/>
                  </a:cubicBezTo>
                  <a:cubicBezTo>
                    <a:pt x="356" y="333"/>
                    <a:pt x="356" y="332"/>
                    <a:pt x="356" y="332"/>
                  </a:cubicBezTo>
                  <a:cubicBezTo>
                    <a:pt x="356" y="332"/>
                    <a:pt x="356" y="332"/>
                    <a:pt x="356" y="332"/>
                  </a:cubicBezTo>
                  <a:cubicBezTo>
                    <a:pt x="356" y="331"/>
                    <a:pt x="356" y="330"/>
                    <a:pt x="356" y="330"/>
                  </a:cubicBezTo>
                  <a:cubicBezTo>
                    <a:pt x="356" y="330"/>
                    <a:pt x="356" y="329"/>
                    <a:pt x="356" y="329"/>
                  </a:cubicBezTo>
                  <a:cubicBezTo>
                    <a:pt x="356" y="329"/>
                    <a:pt x="356" y="329"/>
                    <a:pt x="356" y="328"/>
                  </a:cubicBezTo>
                  <a:cubicBezTo>
                    <a:pt x="356" y="328"/>
                    <a:pt x="356" y="328"/>
                    <a:pt x="356" y="327"/>
                  </a:cubicBezTo>
                  <a:cubicBezTo>
                    <a:pt x="356" y="327"/>
                    <a:pt x="356" y="326"/>
                    <a:pt x="356" y="326"/>
                  </a:cubicBezTo>
                  <a:cubicBezTo>
                    <a:pt x="356" y="326"/>
                    <a:pt x="356" y="326"/>
                    <a:pt x="356" y="326"/>
                  </a:cubicBezTo>
                  <a:cubicBezTo>
                    <a:pt x="356" y="325"/>
                    <a:pt x="356" y="325"/>
                    <a:pt x="356" y="325"/>
                  </a:cubicBezTo>
                  <a:cubicBezTo>
                    <a:pt x="356" y="324"/>
                    <a:pt x="356" y="324"/>
                    <a:pt x="357" y="324"/>
                  </a:cubicBezTo>
                  <a:cubicBezTo>
                    <a:pt x="357" y="323"/>
                    <a:pt x="357" y="323"/>
                    <a:pt x="356" y="323"/>
                  </a:cubicBezTo>
                  <a:cubicBezTo>
                    <a:pt x="356" y="322"/>
                    <a:pt x="356" y="322"/>
                    <a:pt x="356" y="321"/>
                  </a:cubicBezTo>
                  <a:cubicBezTo>
                    <a:pt x="356" y="321"/>
                    <a:pt x="356" y="320"/>
                    <a:pt x="357" y="320"/>
                  </a:cubicBezTo>
                  <a:cubicBezTo>
                    <a:pt x="357" y="320"/>
                    <a:pt x="357" y="320"/>
                    <a:pt x="357" y="320"/>
                  </a:cubicBezTo>
                  <a:cubicBezTo>
                    <a:pt x="357" y="319"/>
                    <a:pt x="357" y="319"/>
                    <a:pt x="357" y="319"/>
                  </a:cubicBezTo>
                  <a:cubicBezTo>
                    <a:pt x="357" y="319"/>
                    <a:pt x="357" y="318"/>
                    <a:pt x="357" y="318"/>
                  </a:cubicBezTo>
                  <a:close/>
                  <a:moveTo>
                    <a:pt x="380" y="332"/>
                  </a:moveTo>
                  <a:cubicBezTo>
                    <a:pt x="380" y="332"/>
                    <a:pt x="380" y="332"/>
                    <a:pt x="380" y="332"/>
                  </a:cubicBezTo>
                  <a:cubicBezTo>
                    <a:pt x="379" y="332"/>
                    <a:pt x="379" y="331"/>
                    <a:pt x="379" y="331"/>
                  </a:cubicBezTo>
                  <a:cubicBezTo>
                    <a:pt x="379" y="330"/>
                    <a:pt x="378" y="330"/>
                    <a:pt x="378" y="330"/>
                  </a:cubicBezTo>
                  <a:cubicBezTo>
                    <a:pt x="378" y="330"/>
                    <a:pt x="377" y="331"/>
                    <a:pt x="378" y="331"/>
                  </a:cubicBezTo>
                  <a:cubicBezTo>
                    <a:pt x="378" y="331"/>
                    <a:pt x="378" y="332"/>
                    <a:pt x="378" y="332"/>
                  </a:cubicBezTo>
                  <a:cubicBezTo>
                    <a:pt x="378" y="333"/>
                    <a:pt x="379" y="333"/>
                    <a:pt x="379" y="333"/>
                  </a:cubicBezTo>
                  <a:cubicBezTo>
                    <a:pt x="379" y="333"/>
                    <a:pt x="379" y="333"/>
                    <a:pt x="379" y="333"/>
                  </a:cubicBezTo>
                  <a:cubicBezTo>
                    <a:pt x="379" y="333"/>
                    <a:pt x="379" y="333"/>
                    <a:pt x="380" y="333"/>
                  </a:cubicBezTo>
                  <a:cubicBezTo>
                    <a:pt x="380" y="333"/>
                    <a:pt x="380" y="333"/>
                    <a:pt x="380" y="332"/>
                  </a:cubicBezTo>
                  <a:close/>
                  <a:moveTo>
                    <a:pt x="388" y="321"/>
                  </a:moveTo>
                  <a:cubicBezTo>
                    <a:pt x="388" y="321"/>
                    <a:pt x="388" y="321"/>
                    <a:pt x="387" y="321"/>
                  </a:cubicBezTo>
                  <a:cubicBezTo>
                    <a:pt x="387" y="321"/>
                    <a:pt x="387" y="321"/>
                    <a:pt x="386" y="321"/>
                  </a:cubicBezTo>
                  <a:cubicBezTo>
                    <a:pt x="386" y="321"/>
                    <a:pt x="386" y="321"/>
                    <a:pt x="386" y="321"/>
                  </a:cubicBezTo>
                  <a:cubicBezTo>
                    <a:pt x="386" y="320"/>
                    <a:pt x="386" y="320"/>
                    <a:pt x="386" y="320"/>
                  </a:cubicBezTo>
                  <a:cubicBezTo>
                    <a:pt x="385" y="320"/>
                    <a:pt x="385" y="320"/>
                    <a:pt x="385" y="320"/>
                  </a:cubicBezTo>
                  <a:cubicBezTo>
                    <a:pt x="385" y="320"/>
                    <a:pt x="385" y="320"/>
                    <a:pt x="385" y="320"/>
                  </a:cubicBezTo>
                  <a:cubicBezTo>
                    <a:pt x="384" y="320"/>
                    <a:pt x="384" y="320"/>
                    <a:pt x="384" y="321"/>
                  </a:cubicBezTo>
                  <a:cubicBezTo>
                    <a:pt x="384" y="321"/>
                    <a:pt x="383" y="322"/>
                    <a:pt x="383" y="322"/>
                  </a:cubicBezTo>
                  <a:cubicBezTo>
                    <a:pt x="383" y="322"/>
                    <a:pt x="383" y="322"/>
                    <a:pt x="383" y="322"/>
                  </a:cubicBezTo>
                  <a:cubicBezTo>
                    <a:pt x="382" y="322"/>
                    <a:pt x="382" y="322"/>
                    <a:pt x="382" y="321"/>
                  </a:cubicBezTo>
                  <a:cubicBezTo>
                    <a:pt x="382" y="321"/>
                    <a:pt x="382" y="321"/>
                    <a:pt x="382" y="321"/>
                  </a:cubicBezTo>
                  <a:cubicBezTo>
                    <a:pt x="381" y="321"/>
                    <a:pt x="381" y="321"/>
                    <a:pt x="381" y="322"/>
                  </a:cubicBezTo>
                  <a:cubicBezTo>
                    <a:pt x="381" y="322"/>
                    <a:pt x="381" y="323"/>
                    <a:pt x="381" y="323"/>
                  </a:cubicBezTo>
                  <a:cubicBezTo>
                    <a:pt x="381" y="324"/>
                    <a:pt x="381" y="324"/>
                    <a:pt x="381" y="324"/>
                  </a:cubicBezTo>
                  <a:cubicBezTo>
                    <a:pt x="381" y="324"/>
                    <a:pt x="381" y="324"/>
                    <a:pt x="381" y="324"/>
                  </a:cubicBezTo>
                  <a:cubicBezTo>
                    <a:pt x="380" y="325"/>
                    <a:pt x="380" y="325"/>
                    <a:pt x="380" y="325"/>
                  </a:cubicBezTo>
                  <a:cubicBezTo>
                    <a:pt x="380" y="325"/>
                    <a:pt x="380" y="324"/>
                    <a:pt x="380" y="324"/>
                  </a:cubicBezTo>
                  <a:cubicBezTo>
                    <a:pt x="380" y="324"/>
                    <a:pt x="379" y="324"/>
                    <a:pt x="379" y="323"/>
                  </a:cubicBezTo>
                  <a:cubicBezTo>
                    <a:pt x="379" y="323"/>
                    <a:pt x="379" y="323"/>
                    <a:pt x="379" y="323"/>
                  </a:cubicBezTo>
                  <a:cubicBezTo>
                    <a:pt x="379" y="323"/>
                    <a:pt x="379" y="323"/>
                    <a:pt x="379" y="323"/>
                  </a:cubicBezTo>
                  <a:cubicBezTo>
                    <a:pt x="379" y="323"/>
                    <a:pt x="380" y="322"/>
                    <a:pt x="380" y="322"/>
                  </a:cubicBezTo>
                  <a:cubicBezTo>
                    <a:pt x="380" y="321"/>
                    <a:pt x="380" y="321"/>
                    <a:pt x="380" y="320"/>
                  </a:cubicBezTo>
                  <a:cubicBezTo>
                    <a:pt x="380" y="320"/>
                    <a:pt x="380" y="320"/>
                    <a:pt x="379" y="320"/>
                  </a:cubicBezTo>
                  <a:cubicBezTo>
                    <a:pt x="379" y="319"/>
                    <a:pt x="379" y="319"/>
                    <a:pt x="379" y="319"/>
                  </a:cubicBezTo>
                  <a:cubicBezTo>
                    <a:pt x="379" y="319"/>
                    <a:pt x="378" y="319"/>
                    <a:pt x="378" y="319"/>
                  </a:cubicBezTo>
                  <a:cubicBezTo>
                    <a:pt x="378" y="320"/>
                    <a:pt x="378" y="319"/>
                    <a:pt x="377" y="319"/>
                  </a:cubicBezTo>
                  <a:cubicBezTo>
                    <a:pt x="377" y="319"/>
                    <a:pt x="377" y="319"/>
                    <a:pt x="377" y="319"/>
                  </a:cubicBezTo>
                  <a:cubicBezTo>
                    <a:pt x="378" y="319"/>
                    <a:pt x="378" y="319"/>
                    <a:pt x="378" y="319"/>
                  </a:cubicBezTo>
                  <a:cubicBezTo>
                    <a:pt x="379" y="319"/>
                    <a:pt x="379" y="318"/>
                    <a:pt x="379" y="318"/>
                  </a:cubicBezTo>
                  <a:cubicBezTo>
                    <a:pt x="379" y="318"/>
                    <a:pt x="380" y="318"/>
                    <a:pt x="380" y="318"/>
                  </a:cubicBezTo>
                  <a:cubicBezTo>
                    <a:pt x="380" y="318"/>
                    <a:pt x="380" y="318"/>
                    <a:pt x="381" y="318"/>
                  </a:cubicBezTo>
                  <a:cubicBezTo>
                    <a:pt x="381" y="317"/>
                    <a:pt x="381" y="317"/>
                    <a:pt x="381" y="316"/>
                  </a:cubicBezTo>
                  <a:cubicBezTo>
                    <a:pt x="381" y="316"/>
                    <a:pt x="381" y="315"/>
                    <a:pt x="380" y="315"/>
                  </a:cubicBezTo>
                  <a:cubicBezTo>
                    <a:pt x="380" y="315"/>
                    <a:pt x="380" y="315"/>
                    <a:pt x="380" y="315"/>
                  </a:cubicBezTo>
                  <a:cubicBezTo>
                    <a:pt x="380" y="315"/>
                    <a:pt x="379" y="315"/>
                    <a:pt x="380" y="315"/>
                  </a:cubicBezTo>
                  <a:cubicBezTo>
                    <a:pt x="380" y="315"/>
                    <a:pt x="380" y="315"/>
                    <a:pt x="380" y="315"/>
                  </a:cubicBezTo>
                  <a:cubicBezTo>
                    <a:pt x="380" y="315"/>
                    <a:pt x="380" y="315"/>
                    <a:pt x="380" y="315"/>
                  </a:cubicBezTo>
                  <a:cubicBezTo>
                    <a:pt x="380" y="315"/>
                    <a:pt x="380" y="316"/>
                    <a:pt x="379" y="316"/>
                  </a:cubicBezTo>
                  <a:cubicBezTo>
                    <a:pt x="379" y="316"/>
                    <a:pt x="379" y="316"/>
                    <a:pt x="378" y="316"/>
                  </a:cubicBezTo>
                  <a:cubicBezTo>
                    <a:pt x="377" y="317"/>
                    <a:pt x="377" y="317"/>
                    <a:pt x="376" y="317"/>
                  </a:cubicBezTo>
                  <a:cubicBezTo>
                    <a:pt x="376" y="317"/>
                    <a:pt x="375" y="317"/>
                    <a:pt x="375" y="318"/>
                  </a:cubicBezTo>
                  <a:cubicBezTo>
                    <a:pt x="375" y="318"/>
                    <a:pt x="375" y="318"/>
                    <a:pt x="375" y="318"/>
                  </a:cubicBezTo>
                  <a:cubicBezTo>
                    <a:pt x="375" y="318"/>
                    <a:pt x="374" y="318"/>
                    <a:pt x="374" y="318"/>
                  </a:cubicBezTo>
                  <a:cubicBezTo>
                    <a:pt x="374" y="318"/>
                    <a:pt x="374" y="318"/>
                    <a:pt x="374" y="318"/>
                  </a:cubicBezTo>
                  <a:cubicBezTo>
                    <a:pt x="374" y="318"/>
                    <a:pt x="373" y="318"/>
                    <a:pt x="373" y="318"/>
                  </a:cubicBezTo>
                  <a:cubicBezTo>
                    <a:pt x="373" y="318"/>
                    <a:pt x="373" y="318"/>
                    <a:pt x="373" y="318"/>
                  </a:cubicBezTo>
                  <a:cubicBezTo>
                    <a:pt x="373" y="318"/>
                    <a:pt x="372" y="318"/>
                    <a:pt x="372" y="317"/>
                  </a:cubicBezTo>
                  <a:cubicBezTo>
                    <a:pt x="371" y="317"/>
                    <a:pt x="371" y="317"/>
                    <a:pt x="370" y="317"/>
                  </a:cubicBezTo>
                  <a:cubicBezTo>
                    <a:pt x="370" y="317"/>
                    <a:pt x="370" y="317"/>
                    <a:pt x="370" y="317"/>
                  </a:cubicBezTo>
                  <a:cubicBezTo>
                    <a:pt x="370" y="317"/>
                    <a:pt x="370" y="317"/>
                    <a:pt x="370" y="317"/>
                  </a:cubicBezTo>
                  <a:cubicBezTo>
                    <a:pt x="370" y="318"/>
                    <a:pt x="370" y="318"/>
                    <a:pt x="370" y="318"/>
                  </a:cubicBezTo>
                  <a:cubicBezTo>
                    <a:pt x="370" y="318"/>
                    <a:pt x="370" y="318"/>
                    <a:pt x="370" y="318"/>
                  </a:cubicBezTo>
                  <a:cubicBezTo>
                    <a:pt x="370" y="319"/>
                    <a:pt x="370" y="319"/>
                    <a:pt x="371" y="319"/>
                  </a:cubicBezTo>
                  <a:cubicBezTo>
                    <a:pt x="371" y="319"/>
                    <a:pt x="371" y="319"/>
                    <a:pt x="371" y="319"/>
                  </a:cubicBezTo>
                  <a:cubicBezTo>
                    <a:pt x="371" y="320"/>
                    <a:pt x="371" y="320"/>
                    <a:pt x="372" y="320"/>
                  </a:cubicBezTo>
                  <a:cubicBezTo>
                    <a:pt x="372" y="320"/>
                    <a:pt x="372" y="320"/>
                    <a:pt x="373" y="320"/>
                  </a:cubicBezTo>
                  <a:cubicBezTo>
                    <a:pt x="373" y="320"/>
                    <a:pt x="373" y="321"/>
                    <a:pt x="373" y="321"/>
                  </a:cubicBezTo>
                  <a:cubicBezTo>
                    <a:pt x="373" y="321"/>
                    <a:pt x="373" y="321"/>
                    <a:pt x="373" y="321"/>
                  </a:cubicBezTo>
                  <a:cubicBezTo>
                    <a:pt x="372" y="322"/>
                    <a:pt x="372" y="322"/>
                    <a:pt x="372" y="322"/>
                  </a:cubicBezTo>
                  <a:cubicBezTo>
                    <a:pt x="372" y="322"/>
                    <a:pt x="372" y="323"/>
                    <a:pt x="372" y="323"/>
                  </a:cubicBezTo>
                  <a:cubicBezTo>
                    <a:pt x="372" y="323"/>
                    <a:pt x="372" y="323"/>
                    <a:pt x="372" y="323"/>
                  </a:cubicBezTo>
                  <a:cubicBezTo>
                    <a:pt x="372" y="323"/>
                    <a:pt x="372" y="323"/>
                    <a:pt x="372" y="323"/>
                  </a:cubicBezTo>
                  <a:cubicBezTo>
                    <a:pt x="372" y="323"/>
                    <a:pt x="372" y="323"/>
                    <a:pt x="372" y="323"/>
                  </a:cubicBezTo>
                  <a:cubicBezTo>
                    <a:pt x="373" y="324"/>
                    <a:pt x="373" y="324"/>
                    <a:pt x="373" y="323"/>
                  </a:cubicBezTo>
                  <a:cubicBezTo>
                    <a:pt x="374" y="323"/>
                    <a:pt x="374" y="323"/>
                    <a:pt x="374" y="323"/>
                  </a:cubicBezTo>
                  <a:cubicBezTo>
                    <a:pt x="374" y="323"/>
                    <a:pt x="375" y="323"/>
                    <a:pt x="375" y="324"/>
                  </a:cubicBezTo>
                  <a:cubicBezTo>
                    <a:pt x="375" y="324"/>
                    <a:pt x="375" y="324"/>
                    <a:pt x="375" y="324"/>
                  </a:cubicBezTo>
                  <a:cubicBezTo>
                    <a:pt x="375" y="324"/>
                    <a:pt x="375" y="324"/>
                    <a:pt x="375" y="324"/>
                  </a:cubicBezTo>
                  <a:cubicBezTo>
                    <a:pt x="375" y="324"/>
                    <a:pt x="374" y="324"/>
                    <a:pt x="374" y="325"/>
                  </a:cubicBezTo>
                  <a:cubicBezTo>
                    <a:pt x="374" y="325"/>
                    <a:pt x="374" y="325"/>
                    <a:pt x="374" y="325"/>
                  </a:cubicBezTo>
                  <a:cubicBezTo>
                    <a:pt x="374" y="325"/>
                    <a:pt x="373" y="326"/>
                    <a:pt x="373" y="326"/>
                  </a:cubicBezTo>
                  <a:cubicBezTo>
                    <a:pt x="372" y="326"/>
                    <a:pt x="372" y="326"/>
                    <a:pt x="372" y="326"/>
                  </a:cubicBezTo>
                  <a:cubicBezTo>
                    <a:pt x="371" y="327"/>
                    <a:pt x="370" y="327"/>
                    <a:pt x="370" y="327"/>
                  </a:cubicBezTo>
                  <a:cubicBezTo>
                    <a:pt x="369" y="327"/>
                    <a:pt x="368" y="327"/>
                    <a:pt x="368" y="327"/>
                  </a:cubicBezTo>
                  <a:cubicBezTo>
                    <a:pt x="368" y="327"/>
                    <a:pt x="368" y="327"/>
                    <a:pt x="368" y="327"/>
                  </a:cubicBezTo>
                  <a:cubicBezTo>
                    <a:pt x="368" y="327"/>
                    <a:pt x="368" y="328"/>
                    <a:pt x="368" y="328"/>
                  </a:cubicBezTo>
                  <a:cubicBezTo>
                    <a:pt x="368" y="328"/>
                    <a:pt x="368" y="328"/>
                    <a:pt x="368" y="328"/>
                  </a:cubicBezTo>
                  <a:cubicBezTo>
                    <a:pt x="368" y="328"/>
                    <a:pt x="369" y="328"/>
                    <a:pt x="369" y="328"/>
                  </a:cubicBezTo>
                  <a:cubicBezTo>
                    <a:pt x="369" y="328"/>
                    <a:pt x="370" y="328"/>
                    <a:pt x="370" y="328"/>
                  </a:cubicBezTo>
                  <a:cubicBezTo>
                    <a:pt x="370" y="328"/>
                    <a:pt x="371" y="328"/>
                    <a:pt x="371" y="328"/>
                  </a:cubicBezTo>
                  <a:cubicBezTo>
                    <a:pt x="372" y="328"/>
                    <a:pt x="372" y="328"/>
                    <a:pt x="373" y="328"/>
                  </a:cubicBezTo>
                  <a:cubicBezTo>
                    <a:pt x="373" y="328"/>
                    <a:pt x="373" y="328"/>
                    <a:pt x="374" y="328"/>
                  </a:cubicBezTo>
                  <a:cubicBezTo>
                    <a:pt x="374" y="328"/>
                    <a:pt x="374" y="328"/>
                    <a:pt x="374" y="329"/>
                  </a:cubicBezTo>
                  <a:cubicBezTo>
                    <a:pt x="374" y="329"/>
                    <a:pt x="373" y="329"/>
                    <a:pt x="373" y="329"/>
                  </a:cubicBezTo>
                  <a:cubicBezTo>
                    <a:pt x="372" y="330"/>
                    <a:pt x="371" y="330"/>
                    <a:pt x="370" y="331"/>
                  </a:cubicBezTo>
                  <a:cubicBezTo>
                    <a:pt x="369" y="331"/>
                    <a:pt x="368" y="331"/>
                    <a:pt x="367" y="331"/>
                  </a:cubicBezTo>
                  <a:cubicBezTo>
                    <a:pt x="367" y="331"/>
                    <a:pt x="367" y="331"/>
                    <a:pt x="367" y="332"/>
                  </a:cubicBezTo>
                  <a:cubicBezTo>
                    <a:pt x="367" y="332"/>
                    <a:pt x="367" y="332"/>
                    <a:pt x="367" y="332"/>
                  </a:cubicBezTo>
                  <a:cubicBezTo>
                    <a:pt x="367" y="333"/>
                    <a:pt x="367" y="333"/>
                    <a:pt x="368" y="333"/>
                  </a:cubicBezTo>
                  <a:cubicBezTo>
                    <a:pt x="368" y="333"/>
                    <a:pt x="368" y="333"/>
                    <a:pt x="368" y="333"/>
                  </a:cubicBezTo>
                  <a:cubicBezTo>
                    <a:pt x="369" y="333"/>
                    <a:pt x="369" y="333"/>
                    <a:pt x="369" y="332"/>
                  </a:cubicBezTo>
                  <a:cubicBezTo>
                    <a:pt x="370" y="332"/>
                    <a:pt x="370" y="332"/>
                    <a:pt x="370" y="332"/>
                  </a:cubicBezTo>
                  <a:cubicBezTo>
                    <a:pt x="371" y="332"/>
                    <a:pt x="371" y="333"/>
                    <a:pt x="371" y="333"/>
                  </a:cubicBezTo>
                  <a:cubicBezTo>
                    <a:pt x="371" y="333"/>
                    <a:pt x="371" y="333"/>
                    <a:pt x="371" y="333"/>
                  </a:cubicBezTo>
                  <a:cubicBezTo>
                    <a:pt x="371" y="334"/>
                    <a:pt x="371" y="334"/>
                    <a:pt x="371" y="334"/>
                  </a:cubicBezTo>
                  <a:cubicBezTo>
                    <a:pt x="371" y="335"/>
                    <a:pt x="371" y="335"/>
                    <a:pt x="371" y="335"/>
                  </a:cubicBezTo>
                  <a:cubicBezTo>
                    <a:pt x="371" y="335"/>
                    <a:pt x="372" y="335"/>
                    <a:pt x="372" y="334"/>
                  </a:cubicBezTo>
                  <a:cubicBezTo>
                    <a:pt x="372" y="334"/>
                    <a:pt x="372" y="334"/>
                    <a:pt x="372" y="334"/>
                  </a:cubicBezTo>
                  <a:cubicBezTo>
                    <a:pt x="372" y="334"/>
                    <a:pt x="372" y="334"/>
                    <a:pt x="372" y="333"/>
                  </a:cubicBezTo>
                  <a:cubicBezTo>
                    <a:pt x="372" y="333"/>
                    <a:pt x="372" y="333"/>
                    <a:pt x="372" y="333"/>
                  </a:cubicBezTo>
                  <a:cubicBezTo>
                    <a:pt x="372" y="333"/>
                    <a:pt x="372" y="332"/>
                    <a:pt x="372" y="332"/>
                  </a:cubicBezTo>
                  <a:cubicBezTo>
                    <a:pt x="372" y="332"/>
                    <a:pt x="372" y="332"/>
                    <a:pt x="372" y="332"/>
                  </a:cubicBezTo>
                  <a:cubicBezTo>
                    <a:pt x="373" y="331"/>
                    <a:pt x="373" y="331"/>
                    <a:pt x="374" y="331"/>
                  </a:cubicBezTo>
                  <a:cubicBezTo>
                    <a:pt x="374" y="331"/>
                    <a:pt x="374" y="332"/>
                    <a:pt x="374" y="332"/>
                  </a:cubicBezTo>
                  <a:cubicBezTo>
                    <a:pt x="374" y="332"/>
                    <a:pt x="374" y="332"/>
                    <a:pt x="374" y="332"/>
                  </a:cubicBezTo>
                  <a:cubicBezTo>
                    <a:pt x="374" y="333"/>
                    <a:pt x="374" y="333"/>
                    <a:pt x="374" y="333"/>
                  </a:cubicBezTo>
                  <a:cubicBezTo>
                    <a:pt x="374" y="334"/>
                    <a:pt x="374" y="334"/>
                    <a:pt x="374" y="334"/>
                  </a:cubicBezTo>
                  <a:cubicBezTo>
                    <a:pt x="373" y="334"/>
                    <a:pt x="373" y="335"/>
                    <a:pt x="374" y="335"/>
                  </a:cubicBezTo>
                  <a:cubicBezTo>
                    <a:pt x="374" y="335"/>
                    <a:pt x="374" y="335"/>
                    <a:pt x="374" y="336"/>
                  </a:cubicBezTo>
                  <a:cubicBezTo>
                    <a:pt x="374" y="336"/>
                    <a:pt x="374" y="336"/>
                    <a:pt x="374" y="336"/>
                  </a:cubicBezTo>
                  <a:cubicBezTo>
                    <a:pt x="375" y="336"/>
                    <a:pt x="375" y="335"/>
                    <a:pt x="375" y="335"/>
                  </a:cubicBezTo>
                  <a:cubicBezTo>
                    <a:pt x="375" y="335"/>
                    <a:pt x="375" y="334"/>
                    <a:pt x="376" y="334"/>
                  </a:cubicBezTo>
                  <a:cubicBezTo>
                    <a:pt x="376" y="333"/>
                    <a:pt x="376" y="333"/>
                    <a:pt x="376" y="332"/>
                  </a:cubicBezTo>
                  <a:cubicBezTo>
                    <a:pt x="376" y="332"/>
                    <a:pt x="376" y="332"/>
                    <a:pt x="376" y="332"/>
                  </a:cubicBezTo>
                  <a:cubicBezTo>
                    <a:pt x="376" y="332"/>
                    <a:pt x="376" y="331"/>
                    <a:pt x="376" y="331"/>
                  </a:cubicBezTo>
                  <a:cubicBezTo>
                    <a:pt x="376" y="331"/>
                    <a:pt x="376" y="330"/>
                    <a:pt x="376" y="330"/>
                  </a:cubicBezTo>
                  <a:cubicBezTo>
                    <a:pt x="377" y="330"/>
                    <a:pt x="377" y="330"/>
                    <a:pt x="377" y="330"/>
                  </a:cubicBezTo>
                  <a:cubicBezTo>
                    <a:pt x="377" y="330"/>
                    <a:pt x="377" y="330"/>
                    <a:pt x="378" y="329"/>
                  </a:cubicBezTo>
                  <a:cubicBezTo>
                    <a:pt x="378" y="329"/>
                    <a:pt x="379" y="329"/>
                    <a:pt x="379" y="329"/>
                  </a:cubicBezTo>
                  <a:cubicBezTo>
                    <a:pt x="380" y="329"/>
                    <a:pt x="380" y="329"/>
                    <a:pt x="380" y="329"/>
                  </a:cubicBezTo>
                  <a:cubicBezTo>
                    <a:pt x="380" y="328"/>
                    <a:pt x="380" y="328"/>
                    <a:pt x="380" y="328"/>
                  </a:cubicBezTo>
                  <a:cubicBezTo>
                    <a:pt x="380" y="328"/>
                    <a:pt x="379" y="328"/>
                    <a:pt x="379" y="327"/>
                  </a:cubicBezTo>
                  <a:cubicBezTo>
                    <a:pt x="379" y="327"/>
                    <a:pt x="379" y="327"/>
                    <a:pt x="378" y="327"/>
                  </a:cubicBezTo>
                  <a:cubicBezTo>
                    <a:pt x="378" y="327"/>
                    <a:pt x="378" y="327"/>
                    <a:pt x="377" y="327"/>
                  </a:cubicBezTo>
                  <a:cubicBezTo>
                    <a:pt x="377" y="328"/>
                    <a:pt x="377" y="328"/>
                    <a:pt x="377" y="328"/>
                  </a:cubicBezTo>
                  <a:cubicBezTo>
                    <a:pt x="377" y="328"/>
                    <a:pt x="377" y="328"/>
                    <a:pt x="377" y="328"/>
                  </a:cubicBezTo>
                  <a:cubicBezTo>
                    <a:pt x="376" y="327"/>
                    <a:pt x="376" y="327"/>
                    <a:pt x="376" y="326"/>
                  </a:cubicBezTo>
                  <a:cubicBezTo>
                    <a:pt x="376" y="326"/>
                    <a:pt x="376" y="326"/>
                    <a:pt x="376" y="326"/>
                  </a:cubicBezTo>
                  <a:cubicBezTo>
                    <a:pt x="376" y="326"/>
                    <a:pt x="377" y="326"/>
                    <a:pt x="377" y="326"/>
                  </a:cubicBezTo>
                  <a:cubicBezTo>
                    <a:pt x="377" y="326"/>
                    <a:pt x="377" y="326"/>
                    <a:pt x="377" y="326"/>
                  </a:cubicBezTo>
                  <a:cubicBezTo>
                    <a:pt x="378" y="326"/>
                    <a:pt x="378" y="326"/>
                    <a:pt x="379" y="326"/>
                  </a:cubicBezTo>
                  <a:cubicBezTo>
                    <a:pt x="379" y="325"/>
                    <a:pt x="379" y="325"/>
                    <a:pt x="380" y="325"/>
                  </a:cubicBezTo>
                  <a:cubicBezTo>
                    <a:pt x="380" y="325"/>
                    <a:pt x="380" y="325"/>
                    <a:pt x="380" y="326"/>
                  </a:cubicBezTo>
                  <a:cubicBezTo>
                    <a:pt x="380" y="326"/>
                    <a:pt x="380" y="326"/>
                    <a:pt x="380" y="327"/>
                  </a:cubicBezTo>
                  <a:cubicBezTo>
                    <a:pt x="380" y="327"/>
                    <a:pt x="381" y="328"/>
                    <a:pt x="380" y="328"/>
                  </a:cubicBezTo>
                  <a:cubicBezTo>
                    <a:pt x="380" y="329"/>
                    <a:pt x="380" y="329"/>
                    <a:pt x="380" y="330"/>
                  </a:cubicBezTo>
                  <a:cubicBezTo>
                    <a:pt x="380" y="330"/>
                    <a:pt x="380" y="330"/>
                    <a:pt x="381" y="330"/>
                  </a:cubicBezTo>
                  <a:cubicBezTo>
                    <a:pt x="381" y="330"/>
                    <a:pt x="381" y="330"/>
                    <a:pt x="381" y="330"/>
                  </a:cubicBezTo>
                  <a:cubicBezTo>
                    <a:pt x="382" y="330"/>
                    <a:pt x="382" y="330"/>
                    <a:pt x="382" y="330"/>
                  </a:cubicBezTo>
                  <a:cubicBezTo>
                    <a:pt x="382" y="329"/>
                    <a:pt x="382" y="329"/>
                    <a:pt x="382" y="328"/>
                  </a:cubicBezTo>
                  <a:cubicBezTo>
                    <a:pt x="382" y="328"/>
                    <a:pt x="382" y="327"/>
                    <a:pt x="382" y="327"/>
                  </a:cubicBezTo>
                  <a:cubicBezTo>
                    <a:pt x="382" y="326"/>
                    <a:pt x="383" y="326"/>
                    <a:pt x="383" y="325"/>
                  </a:cubicBezTo>
                  <a:cubicBezTo>
                    <a:pt x="383" y="325"/>
                    <a:pt x="383" y="325"/>
                    <a:pt x="384" y="325"/>
                  </a:cubicBezTo>
                  <a:cubicBezTo>
                    <a:pt x="384" y="325"/>
                    <a:pt x="384" y="325"/>
                    <a:pt x="384" y="325"/>
                  </a:cubicBezTo>
                  <a:cubicBezTo>
                    <a:pt x="384" y="325"/>
                    <a:pt x="384" y="325"/>
                    <a:pt x="384" y="326"/>
                  </a:cubicBezTo>
                  <a:cubicBezTo>
                    <a:pt x="384" y="326"/>
                    <a:pt x="384" y="326"/>
                    <a:pt x="384" y="326"/>
                  </a:cubicBezTo>
                  <a:cubicBezTo>
                    <a:pt x="384" y="327"/>
                    <a:pt x="384" y="327"/>
                    <a:pt x="384" y="327"/>
                  </a:cubicBezTo>
                  <a:cubicBezTo>
                    <a:pt x="384" y="328"/>
                    <a:pt x="384" y="328"/>
                    <a:pt x="384" y="328"/>
                  </a:cubicBezTo>
                  <a:cubicBezTo>
                    <a:pt x="384" y="329"/>
                    <a:pt x="384" y="329"/>
                    <a:pt x="384" y="330"/>
                  </a:cubicBezTo>
                  <a:cubicBezTo>
                    <a:pt x="384" y="330"/>
                    <a:pt x="384" y="330"/>
                    <a:pt x="384" y="330"/>
                  </a:cubicBezTo>
                  <a:cubicBezTo>
                    <a:pt x="385" y="330"/>
                    <a:pt x="385" y="331"/>
                    <a:pt x="385" y="331"/>
                  </a:cubicBezTo>
                  <a:cubicBezTo>
                    <a:pt x="384" y="332"/>
                    <a:pt x="384" y="332"/>
                    <a:pt x="384" y="333"/>
                  </a:cubicBezTo>
                  <a:cubicBezTo>
                    <a:pt x="385" y="333"/>
                    <a:pt x="385" y="333"/>
                    <a:pt x="384" y="333"/>
                  </a:cubicBezTo>
                  <a:cubicBezTo>
                    <a:pt x="384" y="334"/>
                    <a:pt x="384" y="335"/>
                    <a:pt x="384" y="335"/>
                  </a:cubicBezTo>
                  <a:cubicBezTo>
                    <a:pt x="384" y="335"/>
                    <a:pt x="384" y="335"/>
                    <a:pt x="384" y="335"/>
                  </a:cubicBezTo>
                  <a:cubicBezTo>
                    <a:pt x="384" y="336"/>
                    <a:pt x="384" y="336"/>
                    <a:pt x="384" y="336"/>
                  </a:cubicBezTo>
                  <a:cubicBezTo>
                    <a:pt x="384" y="337"/>
                    <a:pt x="384" y="337"/>
                    <a:pt x="384" y="338"/>
                  </a:cubicBezTo>
                  <a:cubicBezTo>
                    <a:pt x="384" y="338"/>
                    <a:pt x="384" y="339"/>
                    <a:pt x="384" y="339"/>
                  </a:cubicBezTo>
                  <a:cubicBezTo>
                    <a:pt x="384" y="339"/>
                    <a:pt x="384" y="340"/>
                    <a:pt x="385" y="340"/>
                  </a:cubicBezTo>
                  <a:cubicBezTo>
                    <a:pt x="385" y="340"/>
                    <a:pt x="385" y="339"/>
                    <a:pt x="385" y="339"/>
                  </a:cubicBezTo>
                  <a:cubicBezTo>
                    <a:pt x="385" y="339"/>
                    <a:pt x="385" y="339"/>
                    <a:pt x="385" y="339"/>
                  </a:cubicBezTo>
                  <a:cubicBezTo>
                    <a:pt x="385" y="339"/>
                    <a:pt x="386" y="338"/>
                    <a:pt x="386" y="338"/>
                  </a:cubicBezTo>
                  <a:cubicBezTo>
                    <a:pt x="386" y="338"/>
                    <a:pt x="386" y="338"/>
                    <a:pt x="386" y="338"/>
                  </a:cubicBezTo>
                  <a:cubicBezTo>
                    <a:pt x="386" y="337"/>
                    <a:pt x="386" y="337"/>
                    <a:pt x="386" y="337"/>
                  </a:cubicBezTo>
                  <a:cubicBezTo>
                    <a:pt x="386" y="336"/>
                    <a:pt x="386" y="336"/>
                    <a:pt x="386" y="336"/>
                  </a:cubicBezTo>
                  <a:cubicBezTo>
                    <a:pt x="386" y="335"/>
                    <a:pt x="386" y="335"/>
                    <a:pt x="386" y="335"/>
                  </a:cubicBezTo>
                  <a:cubicBezTo>
                    <a:pt x="386" y="335"/>
                    <a:pt x="386" y="335"/>
                    <a:pt x="386" y="335"/>
                  </a:cubicBezTo>
                  <a:cubicBezTo>
                    <a:pt x="386" y="334"/>
                    <a:pt x="386" y="334"/>
                    <a:pt x="386" y="334"/>
                  </a:cubicBezTo>
                  <a:cubicBezTo>
                    <a:pt x="386" y="334"/>
                    <a:pt x="386" y="334"/>
                    <a:pt x="386" y="334"/>
                  </a:cubicBezTo>
                  <a:cubicBezTo>
                    <a:pt x="386" y="333"/>
                    <a:pt x="386" y="333"/>
                    <a:pt x="386" y="333"/>
                  </a:cubicBezTo>
                  <a:cubicBezTo>
                    <a:pt x="386" y="332"/>
                    <a:pt x="386" y="331"/>
                    <a:pt x="386" y="330"/>
                  </a:cubicBezTo>
                  <a:cubicBezTo>
                    <a:pt x="386" y="329"/>
                    <a:pt x="386" y="328"/>
                    <a:pt x="386" y="327"/>
                  </a:cubicBezTo>
                  <a:cubicBezTo>
                    <a:pt x="386" y="327"/>
                    <a:pt x="386" y="327"/>
                    <a:pt x="386" y="326"/>
                  </a:cubicBezTo>
                  <a:cubicBezTo>
                    <a:pt x="386" y="326"/>
                    <a:pt x="386" y="325"/>
                    <a:pt x="386" y="324"/>
                  </a:cubicBezTo>
                  <a:cubicBezTo>
                    <a:pt x="386" y="323"/>
                    <a:pt x="387" y="323"/>
                    <a:pt x="387" y="323"/>
                  </a:cubicBezTo>
                  <a:cubicBezTo>
                    <a:pt x="387" y="323"/>
                    <a:pt x="388" y="323"/>
                    <a:pt x="388" y="323"/>
                  </a:cubicBezTo>
                  <a:cubicBezTo>
                    <a:pt x="388" y="322"/>
                    <a:pt x="388" y="322"/>
                    <a:pt x="388" y="321"/>
                  </a:cubicBezTo>
                  <a:close/>
                  <a:moveTo>
                    <a:pt x="377" y="323"/>
                  </a:moveTo>
                  <a:cubicBezTo>
                    <a:pt x="377" y="323"/>
                    <a:pt x="377" y="324"/>
                    <a:pt x="377" y="324"/>
                  </a:cubicBezTo>
                  <a:cubicBezTo>
                    <a:pt x="377" y="324"/>
                    <a:pt x="377" y="324"/>
                    <a:pt x="378" y="324"/>
                  </a:cubicBezTo>
                  <a:cubicBezTo>
                    <a:pt x="378" y="324"/>
                    <a:pt x="378" y="324"/>
                    <a:pt x="378" y="324"/>
                  </a:cubicBezTo>
                  <a:cubicBezTo>
                    <a:pt x="378" y="323"/>
                    <a:pt x="378" y="323"/>
                    <a:pt x="378" y="323"/>
                  </a:cubicBezTo>
                  <a:cubicBezTo>
                    <a:pt x="378" y="323"/>
                    <a:pt x="378" y="323"/>
                    <a:pt x="378" y="323"/>
                  </a:cubicBezTo>
                  <a:cubicBezTo>
                    <a:pt x="378" y="323"/>
                    <a:pt x="377" y="323"/>
                    <a:pt x="377" y="323"/>
                  </a:cubicBezTo>
                  <a:close/>
                  <a:moveTo>
                    <a:pt x="300" y="327"/>
                  </a:moveTo>
                  <a:cubicBezTo>
                    <a:pt x="300" y="327"/>
                    <a:pt x="300" y="327"/>
                    <a:pt x="300" y="327"/>
                  </a:cubicBezTo>
                  <a:cubicBezTo>
                    <a:pt x="300" y="327"/>
                    <a:pt x="300" y="328"/>
                    <a:pt x="300" y="328"/>
                  </a:cubicBezTo>
                  <a:cubicBezTo>
                    <a:pt x="299" y="328"/>
                    <a:pt x="299" y="329"/>
                    <a:pt x="299" y="330"/>
                  </a:cubicBezTo>
                  <a:cubicBezTo>
                    <a:pt x="299" y="330"/>
                    <a:pt x="298" y="330"/>
                    <a:pt x="298" y="330"/>
                  </a:cubicBezTo>
                  <a:cubicBezTo>
                    <a:pt x="298" y="330"/>
                    <a:pt x="298" y="330"/>
                    <a:pt x="299" y="330"/>
                  </a:cubicBezTo>
                  <a:cubicBezTo>
                    <a:pt x="299" y="330"/>
                    <a:pt x="299" y="330"/>
                    <a:pt x="299" y="331"/>
                  </a:cubicBezTo>
                  <a:cubicBezTo>
                    <a:pt x="299" y="331"/>
                    <a:pt x="300" y="331"/>
                    <a:pt x="300" y="331"/>
                  </a:cubicBezTo>
                  <a:cubicBezTo>
                    <a:pt x="300" y="331"/>
                    <a:pt x="301" y="331"/>
                    <a:pt x="301" y="330"/>
                  </a:cubicBezTo>
                  <a:cubicBezTo>
                    <a:pt x="301" y="330"/>
                    <a:pt x="301" y="330"/>
                    <a:pt x="301" y="329"/>
                  </a:cubicBezTo>
                  <a:cubicBezTo>
                    <a:pt x="301" y="329"/>
                    <a:pt x="301" y="328"/>
                    <a:pt x="301" y="328"/>
                  </a:cubicBezTo>
                  <a:cubicBezTo>
                    <a:pt x="301" y="328"/>
                    <a:pt x="301" y="327"/>
                    <a:pt x="301" y="327"/>
                  </a:cubicBezTo>
                  <a:cubicBezTo>
                    <a:pt x="301" y="327"/>
                    <a:pt x="301" y="326"/>
                    <a:pt x="301" y="327"/>
                  </a:cubicBezTo>
                  <a:cubicBezTo>
                    <a:pt x="301" y="327"/>
                    <a:pt x="300" y="327"/>
                    <a:pt x="300" y="327"/>
                  </a:cubicBezTo>
                  <a:close/>
                  <a:moveTo>
                    <a:pt x="226" y="319"/>
                  </a:moveTo>
                  <a:cubicBezTo>
                    <a:pt x="225" y="319"/>
                    <a:pt x="224" y="319"/>
                    <a:pt x="223" y="319"/>
                  </a:cubicBezTo>
                  <a:cubicBezTo>
                    <a:pt x="223" y="319"/>
                    <a:pt x="223" y="319"/>
                    <a:pt x="223" y="320"/>
                  </a:cubicBezTo>
                  <a:cubicBezTo>
                    <a:pt x="223" y="320"/>
                    <a:pt x="223" y="320"/>
                    <a:pt x="223" y="321"/>
                  </a:cubicBezTo>
                  <a:cubicBezTo>
                    <a:pt x="223" y="321"/>
                    <a:pt x="223" y="321"/>
                    <a:pt x="223" y="321"/>
                  </a:cubicBezTo>
                  <a:cubicBezTo>
                    <a:pt x="223" y="321"/>
                    <a:pt x="223" y="321"/>
                    <a:pt x="223" y="321"/>
                  </a:cubicBezTo>
                  <a:cubicBezTo>
                    <a:pt x="223" y="321"/>
                    <a:pt x="223" y="321"/>
                    <a:pt x="223" y="321"/>
                  </a:cubicBezTo>
                  <a:cubicBezTo>
                    <a:pt x="224" y="321"/>
                    <a:pt x="224" y="320"/>
                    <a:pt x="225" y="321"/>
                  </a:cubicBezTo>
                  <a:cubicBezTo>
                    <a:pt x="225" y="321"/>
                    <a:pt x="225" y="321"/>
                    <a:pt x="225" y="321"/>
                  </a:cubicBezTo>
                  <a:cubicBezTo>
                    <a:pt x="225" y="322"/>
                    <a:pt x="225" y="322"/>
                    <a:pt x="225" y="322"/>
                  </a:cubicBezTo>
                  <a:cubicBezTo>
                    <a:pt x="224" y="322"/>
                    <a:pt x="224" y="322"/>
                    <a:pt x="224" y="322"/>
                  </a:cubicBezTo>
                  <a:cubicBezTo>
                    <a:pt x="224" y="322"/>
                    <a:pt x="223" y="322"/>
                    <a:pt x="223" y="323"/>
                  </a:cubicBezTo>
                  <a:cubicBezTo>
                    <a:pt x="223" y="323"/>
                    <a:pt x="223" y="323"/>
                    <a:pt x="222" y="323"/>
                  </a:cubicBezTo>
                  <a:cubicBezTo>
                    <a:pt x="222" y="323"/>
                    <a:pt x="222" y="323"/>
                    <a:pt x="222" y="323"/>
                  </a:cubicBezTo>
                  <a:cubicBezTo>
                    <a:pt x="223" y="323"/>
                    <a:pt x="223" y="323"/>
                    <a:pt x="223" y="323"/>
                  </a:cubicBezTo>
                  <a:cubicBezTo>
                    <a:pt x="223" y="323"/>
                    <a:pt x="223" y="323"/>
                    <a:pt x="223" y="323"/>
                  </a:cubicBezTo>
                  <a:cubicBezTo>
                    <a:pt x="224" y="323"/>
                    <a:pt x="224" y="323"/>
                    <a:pt x="225" y="323"/>
                  </a:cubicBezTo>
                  <a:cubicBezTo>
                    <a:pt x="225" y="323"/>
                    <a:pt x="225" y="323"/>
                    <a:pt x="225" y="323"/>
                  </a:cubicBezTo>
                  <a:cubicBezTo>
                    <a:pt x="225" y="324"/>
                    <a:pt x="225" y="324"/>
                    <a:pt x="225" y="324"/>
                  </a:cubicBezTo>
                  <a:cubicBezTo>
                    <a:pt x="225" y="325"/>
                    <a:pt x="225" y="325"/>
                    <a:pt x="225" y="325"/>
                  </a:cubicBezTo>
                  <a:cubicBezTo>
                    <a:pt x="224" y="325"/>
                    <a:pt x="223" y="325"/>
                    <a:pt x="223" y="325"/>
                  </a:cubicBezTo>
                  <a:cubicBezTo>
                    <a:pt x="222" y="326"/>
                    <a:pt x="222" y="326"/>
                    <a:pt x="222" y="326"/>
                  </a:cubicBezTo>
                  <a:cubicBezTo>
                    <a:pt x="222" y="326"/>
                    <a:pt x="222" y="326"/>
                    <a:pt x="222" y="326"/>
                  </a:cubicBezTo>
                  <a:cubicBezTo>
                    <a:pt x="223" y="327"/>
                    <a:pt x="224" y="326"/>
                    <a:pt x="224" y="326"/>
                  </a:cubicBezTo>
                  <a:cubicBezTo>
                    <a:pt x="225" y="326"/>
                    <a:pt x="225" y="326"/>
                    <a:pt x="225" y="326"/>
                  </a:cubicBezTo>
                  <a:cubicBezTo>
                    <a:pt x="226" y="326"/>
                    <a:pt x="226" y="326"/>
                    <a:pt x="226" y="325"/>
                  </a:cubicBezTo>
                  <a:cubicBezTo>
                    <a:pt x="227" y="325"/>
                    <a:pt x="227" y="324"/>
                    <a:pt x="227" y="324"/>
                  </a:cubicBezTo>
                  <a:cubicBezTo>
                    <a:pt x="227" y="323"/>
                    <a:pt x="227" y="321"/>
                    <a:pt x="227" y="320"/>
                  </a:cubicBezTo>
                  <a:cubicBezTo>
                    <a:pt x="227" y="320"/>
                    <a:pt x="226" y="319"/>
                    <a:pt x="226" y="319"/>
                  </a:cubicBezTo>
                  <a:cubicBezTo>
                    <a:pt x="226" y="319"/>
                    <a:pt x="226" y="319"/>
                    <a:pt x="226" y="319"/>
                  </a:cubicBezTo>
                  <a:close/>
                  <a:moveTo>
                    <a:pt x="0" y="1"/>
                  </a:moveTo>
                  <a:cubicBezTo>
                    <a:pt x="111" y="1"/>
                    <a:pt x="201" y="0"/>
                    <a:pt x="248" y="47"/>
                  </a:cubicBezTo>
                  <a:cubicBezTo>
                    <a:pt x="295" y="0"/>
                    <a:pt x="385" y="1"/>
                    <a:pt x="496" y="1"/>
                  </a:cubicBezTo>
                  <a:cubicBezTo>
                    <a:pt x="496" y="15"/>
                    <a:pt x="496" y="15"/>
                    <a:pt x="496" y="15"/>
                  </a:cubicBezTo>
                  <a:cubicBezTo>
                    <a:pt x="496" y="45"/>
                    <a:pt x="496" y="45"/>
                    <a:pt x="496" y="45"/>
                  </a:cubicBezTo>
                  <a:cubicBezTo>
                    <a:pt x="496" y="64"/>
                    <a:pt x="496" y="64"/>
                    <a:pt x="496" y="64"/>
                  </a:cubicBezTo>
                  <a:cubicBezTo>
                    <a:pt x="496" y="89"/>
                    <a:pt x="496" y="89"/>
                    <a:pt x="496" y="89"/>
                  </a:cubicBezTo>
                  <a:cubicBezTo>
                    <a:pt x="496" y="113"/>
                    <a:pt x="496" y="113"/>
                    <a:pt x="496" y="113"/>
                  </a:cubicBezTo>
                  <a:cubicBezTo>
                    <a:pt x="496" y="133"/>
                    <a:pt x="496" y="133"/>
                    <a:pt x="496" y="133"/>
                  </a:cubicBezTo>
                  <a:cubicBezTo>
                    <a:pt x="496" y="162"/>
                    <a:pt x="496" y="162"/>
                    <a:pt x="496" y="162"/>
                  </a:cubicBezTo>
                  <a:cubicBezTo>
                    <a:pt x="496" y="391"/>
                    <a:pt x="496" y="391"/>
                    <a:pt x="496" y="391"/>
                  </a:cubicBezTo>
                  <a:cubicBezTo>
                    <a:pt x="496" y="407"/>
                    <a:pt x="495" y="424"/>
                    <a:pt x="490" y="446"/>
                  </a:cubicBezTo>
                  <a:cubicBezTo>
                    <a:pt x="487" y="461"/>
                    <a:pt x="481" y="478"/>
                    <a:pt x="472" y="496"/>
                  </a:cubicBezTo>
                  <a:cubicBezTo>
                    <a:pt x="472" y="496"/>
                    <a:pt x="471" y="497"/>
                    <a:pt x="471" y="497"/>
                  </a:cubicBezTo>
                  <a:cubicBezTo>
                    <a:pt x="470" y="500"/>
                    <a:pt x="468" y="504"/>
                    <a:pt x="466" y="507"/>
                  </a:cubicBezTo>
                  <a:cubicBezTo>
                    <a:pt x="466" y="507"/>
                    <a:pt x="466" y="508"/>
                    <a:pt x="466" y="508"/>
                  </a:cubicBezTo>
                  <a:cubicBezTo>
                    <a:pt x="464" y="512"/>
                    <a:pt x="462" y="515"/>
                    <a:pt x="460" y="519"/>
                  </a:cubicBezTo>
                  <a:cubicBezTo>
                    <a:pt x="459" y="519"/>
                    <a:pt x="459" y="520"/>
                    <a:pt x="459" y="520"/>
                  </a:cubicBezTo>
                  <a:cubicBezTo>
                    <a:pt x="457" y="523"/>
                    <a:pt x="455" y="526"/>
                    <a:pt x="453" y="529"/>
                  </a:cubicBezTo>
                  <a:cubicBezTo>
                    <a:pt x="453" y="530"/>
                    <a:pt x="452" y="531"/>
                    <a:pt x="452" y="531"/>
                  </a:cubicBezTo>
                  <a:cubicBezTo>
                    <a:pt x="450" y="534"/>
                    <a:pt x="448" y="537"/>
                    <a:pt x="446" y="540"/>
                  </a:cubicBezTo>
                  <a:cubicBezTo>
                    <a:pt x="445" y="541"/>
                    <a:pt x="445" y="541"/>
                    <a:pt x="445" y="541"/>
                  </a:cubicBezTo>
                  <a:cubicBezTo>
                    <a:pt x="443" y="545"/>
                    <a:pt x="441" y="548"/>
                    <a:pt x="438" y="551"/>
                  </a:cubicBezTo>
                  <a:cubicBezTo>
                    <a:pt x="438" y="552"/>
                    <a:pt x="437" y="552"/>
                    <a:pt x="436" y="553"/>
                  </a:cubicBezTo>
                  <a:cubicBezTo>
                    <a:pt x="435" y="555"/>
                    <a:pt x="433" y="558"/>
                    <a:pt x="431" y="560"/>
                  </a:cubicBezTo>
                  <a:cubicBezTo>
                    <a:pt x="430" y="561"/>
                    <a:pt x="429" y="562"/>
                    <a:pt x="429" y="563"/>
                  </a:cubicBezTo>
                  <a:cubicBezTo>
                    <a:pt x="426" y="566"/>
                    <a:pt x="424" y="568"/>
                    <a:pt x="421" y="571"/>
                  </a:cubicBezTo>
                  <a:cubicBezTo>
                    <a:pt x="370" y="626"/>
                    <a:pt x="297" y="652"/>
                    <a:pt x="248" y="667"/>
                  </a:cubicBezTo>
                  <a:cubicBezTo>
                    <a:pt x="199" y="652"/>
                    <a:pt x="126" y="626"/>
                    <a:pt x="74" y="571"/>
                  </a:cubicBezTo>
                  <a:cubicBezTo>
                    <a:pt x="72" y="568"/>
                    <a:pt x="69" y="566"/>
                    <a:pt x="67" y="563"/>
                  </a:cubicBezTo>
                  <a:cubicBezTo>
                    <a:pt x="66" y="562"/>
                    <a:pt x="65" y="561"/>
                    <a:pt x="64" y="560"/>
                  </a:cubicBezTo>
                  <a:cubicBezTo>
                    <a:pt x="63" y="558"/>
                    <a:pt x="61" y="556"/>
                    <a:pt x="59" y="553"/>
                  </a:cubicBezTo>
                  <a:cubicBezTo>
                    <a:pt x="58" y="552"/>
                    <a:pt x="58" y="552"/>
                    <a:pt x="57" y="551"/>
                  </a:cubicBezTo>
                  <a:cubicBezTo>
                    <a:pt x="55" y="548"/>
                    <a:pt x="52" y="545"/>
                    <a:pt x="50" y="541"/>
                  </a:cubicBezTo>
                  <a:cubicBezTo>
                    <a:pt x="50" y="541"/>
                    <a:pt x="50" y="541"/>
                    <a:pt x="49" y="540"/>
                  </a:cubicBezTo>
                  <a:cubicBezTo>
                    <a:pt x="47" y="537"/>
                    <a:pt x="45" y="534"/>
                    <a:pt x="43" y="531"/>
                  </a:cubicBezTo>
                  <a:cubicBezTo>
                    <a:pt x="43" y="531"/>
                    <a:pt x="42" y="530"/>
                    <a:pt x="42" y="529"/>
                  </a:cubicBezTo>
                  <a:cubicBezTo>
                    <a:pt x="40" y="526"/>
                    <a:pt x="38" y="523"/>
                    <a:pt x="37" y="520"/>
                  </a:cubicBezTo>
                  <a:cubicBezTo>
                    <a:pt x="36" y="520"/>
                    <a:pt x="36" y="519"/>
                    <a:pt x="36" y="519"/>
                  </a:cubicBezTo>
                  <a:cubicBezTo>
                    <a:pt x="34" y="515"/>
                    <a:pt x="32" y="512"/>
                    <a:pt x="30" y="508"/>
                  </a:cubicBezTo>
                  <a:cubicBezTo>
                    <a:pt x="29" y="508"/>
                    <a:pt x="29" y="507"/>
                    <a:pt x="29" y="507"/>
                  </a:cubicBezTo>
                  <a:cubicBezTo>
                    <a:pt x="27" y="504"/>
                    <a:pt x="26" y="500"/>
                    <a:pt x="24" y="498"/>
                  </a:cubicBezTo>
                  <a:cubicBezTo>
                    <a:pt x="24" y="497"/>
                    <a:pt x="24" y="496"/>
                    <a:pt x="23" y="495"/>
                  </a:cubicBezTo>
                  <a:cubicBezTo>
                    <a:pt x="22" y="492"/>
                    <a:pt x="20" y="489"/>
                    <a:pt x="19" y="485"/>
                  </a:cubicBezTo>
                  <a:cubicBezTo>
                    <a:pt x="19" y="485"/>
                    <a:pt x="18" y="485"/>
                    <a:pt x="18" y="485"/>
                  </a:cubicBezTo>
                  <a:cubicBezTo>
                    <a:pt x="12" y="471"/>
                    <a:pt x="8" y="458"/>
                    <a:pt x="5" y="446"/>
                  </a:cubicBezTo>
                  <a:cubicBezTo>
                    <a:pt x="1" y="424"/>
                    <a:pt x="0" y="407"/>
                    <a:pt x="0" y="391"/>
                  </a:cubicBezTo>
                  <a:cubicBezTo>
                    <a:pt x="0" y="384"/>
                    <a:pt x="0" y="266"/>
                    <a:pt x="0" y="162"/>
                  </a:cubicBezTo>
                  <a:cubicBezTo>
                    <a:pt x="0" y="152"/>
                    <a:pt x="0" y="143"/>
                    <a:pt x="0" y="133"/>
                  </a:cubicBezTo>
                  <a:cubicBezTo>
                    <a:pt x="0" y="126"/>
                    <a:pt x="0" y="120"/>
                    <a:pt x="0" y="113"/>
                  </a:cubicBezTo>
                  <a:cubicBezTo>
                    <a:pt x="0" y="105"/>
                    <a:pt x="0" y="97"/>
                    <a:pt x="0" y="89"/>
                  </a:cubicBezTo>
                  <a:cubicBezTo>
                    <a:pt x="0" y="80"/>
                    <a:pt x="0" y="72"/>
                    <a:pt x="0" y="64"/>
                  </a:cubicBezTo>
                  <a:cubicBezTo>
                    <a:pt x="0" y="57"/>
                    <a:pt x="0" y="51"/>
                    <a:pt x="0" y="45"/>
                  </a:cubicBezTo>
                  <a:cubicBezTo>
                    <a:pt x="0" y="33"/>
                    <a:pt x="0" y="22"/>
                    <a:pt x="0" y="15"/>
                  </a:cubicBezTo>
                  <a:cubicBezTo>
                    <a:pt x="0" y="6"/>
                    <a:pt x="0" y="1"/>
                    <a:pt x="0" y="1"/>
                  </a:cubicBezTo>
                  <a:close/>
                  <a:moveTo>
                    <a:pt x="167" y="524"/>
                  </a:moveTo>
                  <a:cubicBezTo>
                    <a:pt x="158" y="524"/>
                    <a:pt x="158" y="524"/>
                    <a:pt x="158" y="524"/>
                  </a:cubicBezTo>
                  <a:cubicBezTo>
                    <a:pt x="144" y="531"/>
                    <a:pt x="144" y="531"/>
                    <a:pt x="144" y="531"/>
                  </a:cubicBezTo>
                  <a:cubicBezTo>
                    <a:pt x="146" y="538"/>
                    <a:pt x="146" y="538"/>
                    <a:pt x="146" y="538"/>
                  </a:cubicBezTo>
                  <a:cubicBezTo>
                    <a:pt x="156" y="533"/>
                    <a:pt x="156" y="533"/>
                    <a:pt x="156" y="533"/>
                  </a:cubicBezTo>
                  <a:cubicBezTo>
                    <a:pt x="156" y="533"/>
                    <a:pt x="156" y="533"/>
                    <a:pt x="156" y="533"/>
                  </a:cubicBezTo>
                  <a:cubicBezTo>
                    <a:pt x="156" y="575"/>
                    <a:pt x="156" y="575"/>
                    <a:pt x="156" y="575"/>
                  </a:cubicBezTo>
                  <a:cubicBezTo>
                    <a:pt x="167" y="575"/>
                    <a:pt x="167" y="575"/>
                    <a:pt x="167" y="575"/>
                  </a:cubicBezTo>
                  <a:lnTo>
                    <a:pt x="167" y="524"/>
                  </a:lnTo>
                  <a:close/>
                  <a:moveTo>
                    <a:pt x="235" y="545"/>
                  </a:moveTo>
                  <a:cubicBezTo>
                    <a:pt x="235" y="533"/>
                    <a:pt x="229" y="524"/>
                    <a:pt x="217" y="524"/>
                  </a:cubicBezTo>
                  <a:cubicBezTo>
                    <a:pt x="205" y="524"/>
                    <a:pt x="198" y="532"/>
                    <a:pt x="198" y="541"/>
                  </a:cubicBezTo>
                  <a:cubicBezTo>
                    <a:pt x="198" y="551"/>
                    <a:pt x="205" y="557"/>
                    <a:pt x="213" y="557"/>
                  </a:cubicBezTo>
                  <a:cubicBezTo>
                    <a:pt x="218" y="557"/>
                    <a:pt x="221" y="555"/>
                    <a:pt x="224" y="553"/>
                  </a:cubicBezTo>
                  <a:cubicBezTo>
                    <a:pt x="224" y="553"/>
                    <a:pt x="224" y="553"/>
                    <a:pt x="224" y="553"/>
                  </a:cubicBezTo>
                  <a:cubicBezTo>
                    <a:pt x="222" y="560"/>
                    <a:pt x="217" y="567"/>
                    <a:pt x="208" y="567"/>
                  </a:cubicBezTo>
                  <a:cubicBezTo>
                    <a:pt x="205" y="568"/>
                    <a:pt x="204" y="568"/>
                    <a:pt x="203" y="568"/>
                  </a:cubicBezTo>
                  <a:cubicBezTo>
                    <a:pt x="203" y="575"/>
                    <a:pt x="203" y="575"/>
                    <a:pt x="203" y="575"/>
                  </a:cubicBezTo>
                  <a:cubicBezTo>
                    <a:pt x="225" y="576"/>
                    <a:pt x="235" y="562"/>
                    <a:pt x="235" y="545"/>
                  </a:cubicBezTo>
                  <a:close/>
                  <a:moveTo>
                    <a:pt x="294" y="558"/>
                  </a:moveTo>
                  <a:cubicBezTo>
                    <a:pt x="294" y="547"/>
                    <a:pt x="285" y="542"/>
                    <a:pt x="275" y="542"/>
                  </a:cubicBezTo>
                  <a:cubicBezTo>
                    <a:pt x="274" y="542"/>
                    <a:pt x="273" y="542"/>
                    <a:pt x="272" y="542"/>
                  </a:cubicBezTo>
                  <a:cubicBezTo>
                    <a:pt x="274" y="532"/>
                    <a:pt x="274" y="532"/>
                    <a:pt x="274" y="532"/>
                  </a:cubicBezTo>
                  <a:cubicBezTo>
                    <a:pt x="292" y="532"/>
                    <a:pt x="292" y="532"/>
                    <a:pt x="292" y="532"/>
                  </a:cubicBezTo>
                  <a:cubicBezTo>
                    <a:pt x="292" y="524"/>
                    <a:pt x="292" y="524"/>
                    <a:pt x="292" y="524"/>
                  </a:cubicBezTo>
                  <a:cubicBezTo>
                    <a:pt x="266" y="524"/>
                    <a:pt x="266" y="524"/>
                    <a:pt x="266" y="524"/>
                  </a:cubicBezTo>
                  <a:cubicBezTo>
                    <a:pt x="262" y="549"/>
                    <a:pt x="262" y="549"/>
                    <a:pt x="262" y="549"/>
                  </a:cubicBezTo>
                  <a:cubicBezTo>
                    <a:pt x="264" y="549"/>
                    <a:pt x="266" y="549"/>
                    <a:pt x="269" y="549"/>
                  </a:cubicBezTo>
                  <a:cubicBezTo>
                    <a:pt x="278" y="549"/>
                    <a:pt x="283" y="553"/>
                    <a:pt x="283" y="559"/>
                  </a:cubicBezTo>
                  <a:cubicBezTo>
                    <a:pt x="283" y="564"/>
                    <a:pt x="278" y="568"/>
                    <a:pt x="272" y="568"/>
                  </a:cubicBezTo>
                  <a:cubicBezTo>
                    <a:pt x="268" y="568"/>
                    <a:pt x="264" y="566"/>
                    <a:pt x="262" y="565"/>
                  </a:cubicBezTo>
                  <a:cubicBezTo>
                    <a:pt x="260" y="573"/>
                    <a:pt x="260" y="573"/>
                    <a:pt x="260" y="573"/>
                  </a:cubicBezTo>
                  <a:cubicBezTo>
                    <a:pt x="262" y="574"/>
                    <a:pt x="267" y="576"/>
                    <a:pt x="273" y="576"/>
                  </a:cubicBezTo>
                  <a:cubicBezTo>
                    <a:pt x="286" y="576"/>
                    <a:pt x="294" y="568"/>
                    <a:pt x="294" y="558"/>
                  </a:cubicBezTo>
                  <a:close/>
                  <a:moveTo>
                    <a:pt x="351" y="560"/>
                  </a:moveTo>
                  <a:cubicBezTo>
                    <a:pt x="351" y="553"/>
                    <a:pt x="346" y="549"/>
                    <a:pt x="340" y="548"/>
                  </a:cubicBezTo>
                  <a:cubicBezTo>
                    <a:pt x="340" y="547"/>
                    <a:pt x="340" y="547"/>
                    <a:pt x="340" y="547"/>
                  </a:cubicBezTo>
                  <a:cubicBezTo>
                    <a:pt x="346" y="545"/>
                    <a:pt x="349" y="541"/>
                    <a:pt x="349" y="536"/>
                  </a:cubicBezTo>
                  <a:cubicBezTo>
                    <a:pt x="349" y="529"/>
                    <a:pt x="344" y="524"/>
                    <a:pt x="333" y="524"/>
                  </a:cubicBezTo>
                  <a:cubicBezTo>
                    <a:pt x="327" y="524"/>
                    <a:pt x="322" y="525"/>
                    <a:pt x="319" y="527"/>
                  </a:cubicBezTo>
                  <a:cubicBezTo>
                    <a:pt x="321" y="534"/>
                    <a:pt x="321" y="534"/>
                    <a:pt x="321" y="534"/>
                  </a:cubicBezTo>
                  <a:cubicBezTo>
                    <a:pt x="323" y="533"/>
                    <a:pt x="327" y="531"/>
                    <a:pt x="331" y="531"/>
                  </a:cubicBezTo>
                  <a:cubicBezTo>
                    <a:pt x="336" y="531"/>
                    <a:pt x="338" y="534"/>
                    <a:pt x="338" y="537"/>
                  </a:cubicBezTo>
                  <a:cubicBezTo>
                    <a:pt x="338" y="542"/>
                    <a:pt x="333" y="545"/>
                    <a:pt x="328" y="545"/>
                  </a:cubicBezTo>
                  <a:cubicBezTo>
                    <a:pt x="325" y="545"/>
                    <a:pt x="325" y="545"/>
                    <a:pt x="325" y="545"/>
                  </a:cubicBezTo>
                  <a:cubicBezTo>
                    <a:pt x="325" y="551"/>
                    <a:pt x="325" y="551"/>
                    <a:pt x="325" y="551"/>
                  </a:cubicBezTo>
                  <a:cubicBezTo>
                    <a:pt x="329" y="551"/>
                    <a:pt x="329" y="551"/>
                    <a:pt x="329" y="551"/>
                  </a:cubicBezTo>
                  <a:cubicBezTo>
                    <a:pt x="335" y="551"/>
                    <a:pt x="340" y="554"/>
                    <a:pt x="340" y="560"/>
                  </a:cubicBezTo>
                  <a:cubicBezTo>
                    <a:pt x="340" y="564"/>
                    <a:pt x="337" y="568"/>
                    <a:pt x="330" y="568"/>
                  </a:cubicBezTo>
                  <a:cubicBezTo>
                    <a:pt x="326" y="568"/>
                    <a:pt x="321" y="566"/>
                    <a:pt x="319" y="565"/>
                  </a:cubicBezTo>
                  <a:cubicBezTo>
                    <a:pt x="317" y="572"/>
                    <a:pt x="317" y="572"/>
                    <a:pt x="317" y="572"/>
                  </a:cubicBezTo>
                  <a:cubicBezTo>
                    <a:pt x="320" y="574"/>
                    <a:pt x="325" y="576"/>
                    <a:pt x="331" y="576"/>
                  </a:cubicBezTo>
                  <a:cubicBezTo>
                    <a:pt x="344" y="576"/>
                    <a:pt x="351" y="569"/>
                    <a:pt x="351" y="560"/>
                  </a:cubicBezTo>
                  <a:close/>
                  <a:moveTo>
                    <a:pt x="18" y="45"/>
                  </a:moveTo>
                  <a:cubicBezTo>
                    <a:pt x="121" y="45"/>
                    <a:pt x="203" y="47"/>
                    <a:pt x="248" y="92"/>
                  </a:cubicBezTo>
                  <a:cubicBezTo>
                    <a:pt x="292" y="47"/>
                    <a:pt x="375" y="45"/>
                    <a:pt x="477" y="45"/>
                  </a:cubicBezTo>
                  <a:cubicBezTo>
                    <a:pt x="477" y="34"/>
                    <a:pt x="477" y="24"/>
                    <a:pt x="477" y="15"/>
                  </a:cubicBezTo>
                  <a:cubicBezTo>
                    <a:pt x="375" y="15"/>
                    <a:pt x="292" y="17"/>
                    <a:pt x="248" y="62"/>
                  </a:cubicBezTo>
                  <a:cubicBezTo>
                    <a:pt x="203" y="17"/>
                    <a:pt x="121" y="15"/>
                    <a:pt x="18" y="15"/>
                  </a:cubicBezTo>
                  <a:cubicBezTo>
                    <a:pt x="18" y="24"/>
                    <a:pt x="18" y="34"/>
                    <a:pt x="18" y="45"/>
                  </a:cubicBezTo>
                  <a:close/>
                  <a:moveTo>
                    <a:pt x="18" y="89"/>
                  </a:moveTo>
                  <a:cubicBezTo>
                    <a:pt x="121" y="89"/>
                    <a:pt x="203" y="91"/>
                    <a:pt x="248" y="136"/>
                  </a:cubicBezTo>
                  <a:cubicBezTo>
                    <a:pt x="292" y="91"/>
                    <a:pt x="375" y="89"/>
                    <a:pt x="477" y="89"/>
                  </a:cubicBezTo>
                  <a:cubicBezTo>
                    <a:pt x="477" y="80"/>
                    <a:pt x="477" y="72"/>
                    <a:pt x="477" y="64"/>
                  </a:cubicBezTo>
                  <a:cubicBezTo>
                    <a:pt x="375" y="64"/>
                    <a:pt x="292" y="66"/>
                    <a:pt x="248" y="111"/>
                  </a:cubicBezTo>
                  <a:cubicBezTo>
                    <a:pt x="203" y="66"/>
                    <a:pt x="121" y="64"/>
                    <a:pt x="18" y="64"/>
                  </a:cubicBezTo>
                  <a:cubicBezTo>
                    <a:pt x="18" y="72"/>
                    <a:pt x="18" y="80"/>
                    <a:pt x="18" y="89"/>
                  </a:cubicBezTo>
                  <a:close/>
                  <a:moveTo>
                    <a:pt x="18" y="133"/>
                  </a:moveTo>
                  <a:cubicBezTo>
                    <a:pt x="121" y="133"/>
                    <a:pt x="203" y="135"/>
                    <a:pt x="248" y="180"/>
                  </a:cubicBezTo>
                  <a:cubicBezTo>
                    <a:pt x="292" y="135"/>
                    <a:pt x="375" y="133"/>
                    <a:pt x="477" y="133"/>
                  </a:cubicBezTo>
                  <a:cubicBezTo>
                    <a:pt x="477" y="126"/>
                    <a:pt x="477" y="120"/>
                    <a:pt x="477" y="113"/>
                  </a:cubicBezTo>
                  <a:cubicBezTo>
                    <a:pt x="375" y="113"/>
                    <a:pt x="292" y="115"/>
                    <a:pt x="248" y="160"/>
                  </a:cubicBezTo>
                  <a:cubicBezTo>
                    <a:pt x="203" y="115"/>
                    <a:pt x="121" y="113"/>
                    <a:pt x="18" y="113"/>
                  </a:cubicBezTo>
                  <a:cubicBezTo>
                    <a:pt x="18" y="120"/>
                    <a:pt x="18" y="126"/>
                    <a:pt x="18" y="133"/>
                  </a:cubicBezTo>
                  <a:close/>
                  <a:moveTo>
                    <a:pt x="19" y="395"/>
                  </a:moveTo>
                  <a:cubicBezTo>
                    <a:pt x="20" y="408"/>
                    <a:pt x="20" y="427"/>
                    <a:pt x="28" y="455"/>
                  </a:cubicBezTo>
                  <a:cubicBezTo>
                    <a:pt x="31" y="465"/>
                    <a:pt x="35" y="475"/>
                    <a:pt x="40" y="485"/>
                  </a:cubicBezTo>
                  <a:cubicBezTo>
                    <a:pt x="455" y="485"/>
                    <a:pt x="455" y="485"/>
                    <a:pt x="455" y="485"/>
                  </a:cubicBezTo>
                  <a:cubicBezTo>
                    <a:pt x="460" y="475"/>
                    <a:pt x="464" y="465"/>
                    <a:pt x="467" y="455"/>
                  </a:cubicBezTo>
                  <a:cubicBezTo>
                    <a:pt x="475" y="427"/>
                    <a:pt x="475" y="408"/>
                    <a:pt x="477" y="395"/>
                  </a:cubicBezTo>
                  <a:cubicBezTo>
                    <a:pt x="477" y="391"/>
                    <a:pt x="477" y="273"/>
                    <a:pt x="477" y="162"/>
                  </a:cubicBezTo>
                  <a:cubicBezTo>
                    <a:pt x="375" y="162"/>
                    <a:pt x="292" y="163"/>
                    <a:pt x="248" y="209"/>
                  </a:cubicBezTo>
                  <a:cubicBezTo>
                    <a:pt x="203" y="163"/>
                    <a:pt x="121" y="162"/>
                    <a:pt x="18" y="162"/>
                  </a:cubicBezTo>
                  <a:cubicBezTo>
                    <a:pt x="18" y="273"/>
                    <a:pt x="18" y="391"/>
                    <a:pt x="19" y="39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24" name="Freeform 58"/>
            <p:cNvSpPr>
              <a:spLocks noEditPoints="1"/>
            </p:cNvSpPr>
            <p:nvPr/>
          </p:nvSpPr>
          <p:spPr bwMode="auto">
            <a:xfrm>
              <a:off x="-1106488" y="-771525"/>
              <a:ext cx="171450" cy="127000"/>
            </a:xfrm>
            <a:custGeom>
              <a:avLst/>
              <a:gdLst>
                <a:gd name="T0" fmla="*/ 3 w 224"/>
                <a:gd name="T1" fmla="*/ 112 h 165"/>
                <a:gd name="T2" fmla="*/ 17 w 224"/>
                <a:gd name="T3" fmla="*/ 96 h 165"/>
                <a:gd name="T4" fmla="*/ 22 w 224"/>
                <a:gd name="T5" fmla="*/ 124 h 165"/>
                <a:gd name="T6" fmla="*/ 56 w 224"/>
                <a:gd name="T7" fmla="*/ 103 h 165"/>
                <a:gd name="T8" fmla="*/ 21 w 224"/>
                <a:gd name="T9" fmla="*/ 59 h 165"/>
                <a:gd name="T10" fmla="*/ 39 w 224"/>
                <a:gd name="T11" fmla="*/ 64 h 165"/>
                <a:gd name="T12" fmla="*/ 79 w 224"/>
                <a:gd name="T13" fmla="*/ 91 h 165"/>
                <a:gd name="T14" fmla="*/ 104 w 224"/>
                <a:gd name="T15" fmla="*/ 87 h 165"/>
                <a:gd name="T16" fmla="*/ 108 w 224"/>
                <a:gd name="T17" fmla="*/ 69 h 165"/>
                <a:gd name="T18" fmla="*/ 127 w 224"/>
                <a:gd name="T19" fmla="*/ 97 h 165"/>
                <a:gd name="T20" fmla="*/ 109 w 224"/>
                <a:gd name="T21" fmla="*/ 102 h 165"/>
                <a:gd name="T22" fmla="*/ 90 w 224"/>
                <a:gd name="T23" fmla="*/ 102 h 165"/>
                <a:gd name="T24" fmla="*/ 115 w 224"/>
                <a:gd name="T25" fmla="*/ 130 h 165"/>
                <a:gd name="T26" fmla="*/ 110 w 224"/>
                <a:gd name="T27" fmla="*/ 164 h 165"/>
                <a:gd name="T28" fmla="*/ 86 w 224"/>
                <a:gd name="T29" fmla="*/ 136 h 165"/>
                <a:gd name="T30" fmla="*/ 47 w 224"/>
                <a:gd name="T31" fmla="*/ 139 h 165"/>
                <a:gd name="T32" fmla="*/ 126 w 224"/>
                <a:gd name="T33" fmla="*/ 40 h 165"/>
                <a:gd name="T34" fmla="*/ 151 w 224"/>
                <a:gd name="T35" fmla="*/ 26 h 165"/>
                <a:gd name="T36" fmla="*/ 150 w 224"/>
                <a:gd name="T37" fmla="*/ 44 h 165"/>
                <a:gd name="T38" fmla="*/ 133 w 224"/>
                <a:gd name="T39" fmla="*/ 45 h 165"/>
                <a:gd name="T40" fmla="*/ 190 w 224"/>
                <a:gd name="T41" fmla="*/ 74 h 165"/>
                <a:gd name="T42" fmla="*/ 204 w 224"/>
                <a:gd name="T43" fmla="*/ 83 h 165"/>
                <a:gd name="T44" fmla="*/ 220 w 224"/>
                <a:gd name="T45" fmla="*/ 79 h 165"/>
                <a:gd name="T46" fmla="*/ 220 w 224"/>
                <a:gd name="T47" fmla="*/ 60 h 165"/>
                <a:gd name="T48" fmla="*/ 209 w 224"/>
                <a:gd name="T49" fmla="*/ 53 h 165"/>
                <a:gd name="T50" fmla="*/ 195 w 224"/>
                <a:gd name="T51" fmla="*/ 58 h 165"/>
                <a:gd name="T52" fmla="*/ 183 w 224"/>
                <a:gd name="T53" fmla="*/ 36 h 165"/>
                <a:gd name="T54" fmla="*/ 179 w 224"/>
                <a:gd name="T55" fmla="*/ 25 h 165"/>
                <a:gd name="T56" fmla="*/ 149 w 224"/>
                <a:gd name="T57" fmla="*/ 22 h 165"/>
                <a:gd name="T58" fmla="*/ 157 w 224"/>
                <a:gd name="T59" fmla="*/ 4 h 165"/>
                <a:gd name="T60" fmla="*/ 119 w 224"/>
                <a:gd name="T61" fmla="*/ 13 h 165"/>
                <a:gd name="T62" fmla="*/ 119 w 224"/>
                <a:gd name="T63" fmla="*/ 39 h 165"/>
                <a:gd name="T64" fmla="*/ 122 w 224"/>
                <a:gd name="T65" fmla="*/ 61 h 165"/>
                <a:gd name="T66" fmla="*/ 175 w 224"/>
                <a:gd name="T67" fmla="*/ 114 h 165"/>
                <a:gd name="T68" fmla="*/ 129 w 224"/>
                <a:gd name="T69" fmla="*/ 102 h 165"/>
                <a:gd name="T70" fmla="*/ 128 w 224"/>
                <a:gd name="T71" fmla="*/ 103 h 165"/>
                <a:gd name="T72" fmla="*/ 157 w 224"/>
                <a:gd name="T73" fmla="*/ 130 h 165"/>
                <a:gd name="T74" fmla="*/ 184 w 224"/>
                <a:gd name="T75" fmla="*/ 108 h 165"/>
                <a:gd name="T76" fmla="*/ 115 w 224"/>
                <a:gd name="T77" fmla="*/ 46 h 165"/>
                <a:gd name="T78" fmla="*/ 98 w 224"/>
                <a:gd name="T79" fmla="*/ 44 h 165"/>
                <a:gd name="T80" fmla="*/ 60 w 224"/>
                <a:gd name="T81" fmla="*/ 40 h 165"/>
                <a:gd name="T82" fmla="*/ 82 w 224"/>
                <a:gd name="T83" fmla="*/ 25 h 165"/>
                <a:gd name="T84" fmla="*/ 66 w 224"/>
                <a:gd name="T85" fmla="*/ 15 h 165"/>
                <a:gd name="T86" fmla="*/ 45 w 224"/>
                <a:gd name="T87" fmla="*/ 42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224" h="165">
                  <a:moveTo>
                    <a:pt x="7" y="136"/>
                  </a:moveTo>
                  <a:cubicBezTo>
                    <a:pt x="2" y="133"/>
                    <a:pt x="0" y="128"/>
                    <a:pt x="0" y="123"/>
                  </a:cubicBezTo>
                  <a:cubicBezTo>
                    <a:pt x="0" y="122"/>
                    <a:pt x="1" y="117"/>
                    <a:pt x="3" y="112"/>
                  </a:cubicBezTo>
                  <a:cubicBezTo>
                    <a:pt x="4" y="110"/>
                    <a:pt x="7" y="112"/>
                    <a:pt x="8" y="108"/>
                  </a:cubicBezTo>
                  <a:cubicBezTo>
                    <a:pt x="9" y="103"/>
                    <a:pt x="13" y="97"/>
                    <a:pt x="14" y="96"/>
                  </a:cubicBezTo>
                  <a:cubicBezTo>
                    <a:pt x="15" y="96"/>
                    <a:pt x="16" y="96"/>
                    <a:pt x="17" y="96"/>
                  </a:cubicBezTo>
                  <a:cubicBezTo>
                    <a:pt x="18" y="96"/>
                    <a:pt x="16" y="100"/>
                    <a:pt x="16" y="102"/>
                  </a:cubicBezTo>
                  <a:cubicBezTo>
                    <a:pt x="16" y="103"/>
                    <a:pt x="13" y="111"/>
                    <a:pt x="15" y="117"/>
                  </a:cubicBezTo>
                  <a:cubicBezTo>
                    <a:pt x="17" y="123"/>
                    <a:pt x="20" y="123"/>
                    <a:pt x="22" y="124"/>
                  </a:cubicBezTo>
                  <a:cubicBezTo>
                    <a:pt x="24" y="125"/>
                    <a:pt x="33" y="126"/>
                    <a:pt x="41" y="124"/>
                  </a:cubicBezTo>
                  <a:cubicBezTo>
                    <a:pt x="50" y="123"/>
                    <a:pt x="69" y="116"/>
                    <a:pt x="64" y="111"/>
                  </a:cubicBezTo>
                  <a:cubicBezTo>
                    <a:pt x="61" y="109"/>
                    <a:pt x="59" y="106"/>
                    <a:pt x="56" y="103"/>
                  </a:cubicBezTo>
                  <a:cubicBezTo>
                    <a:pt x="46" y="95"/>
                    <a:pt x="34" y="89"/>
                    <a:pt x="24" y="81"/>
                  </a:cubicBezTo>
                  <a:cubicBezTo>
                    <a:pt x="23" y="80"/>
                    <a:pt x="22" y="79"/>
                    <a:pt x="21" y="77"/>
                  </a:cubicBezTo>
                  <a:cubicBezTo>
                    <a:pt x="17" y="72"/>
                    <a:pt x="17" y="64"/>
                    <a:pt x="21" y="59"/>
                  </a:cubicBezTo>
                  <a:cubicBezTo>
                    <a:pt x="22" y="58"/>
                    <a:pt x="22" y="57"/>
                    <a:pt x="23" y="56"/>
                  </a:cubicBezTo>
                  <a:cubicBezTo>
                    <a:pt x="24" y="54"/>
                    <a:pt x="26" y="53"/>
                    <a:pt x="28" y="56"/>
                  </a:cubicBezTo>
                  <a:cubicBezTo>
                    <a:pt x="30" y="59"/>
                    <a:pt x="35" y="61"/>
                    <a:pt x="39" y="64"/>
                  </a:cubicBezTo>
                  <a:cubicBezTo>
                    <a:pt x="44" y="68"/>
                    <a:pt x="50" y="71"/>
                    <a:pt x="56" y="75"/>
                  </a:cubicBezTo>
                  <a:cubicBezTo>
                    <a:pt x="62" y="80"/>
                    <a:pt x="69" y="85"/>
                    <a:pt x="75" y="90"/>
                  </a:cubicBezTo>
                  <a:cubicBezTo>
                    <a:pt x="77" y="92"/>
                    <a:pt x="77" y="92"/>
                    <a:pt x="79" y="91"/>
                  </a:cubicBezTo>
                  <a:cubicBezTo>
                    <a:pt x="82" y="89"/>
                    <a:pt x="84" y="88"/>
                    <a:pt x="87" y="88"/>
                  </a:cubicBezTo>
                  <a:cubicBezTo>
                    <a:pt x="90" y="87"/>
                    <a:pt x="92" y="88"/>
                    <a:pt x="95" y="88"/>
                  </a:cubicBezTo>
                  <a:cubicBezTo>
                    <a:pt x="98" y="88"/>
                    <a:pt x="101" y="87"/>
                    <a:pt x="104" y="87"/>
                  </a:cubicBezTo>
                  <a:cubicBezTo>
                    <a:pt x="106" y="86"/>
                    <a:pt x="106" y="85"/>
                    <a:pt x="106" y="84"/>
                  </a:cubicBezTo>
                  <a:cubicBezTo>
                    <a:pt x="104" y="81"/>
                    <a:pt x="104" y="77"/>
                    <a:pt x="105" y="74"/>
                  </a:cubicBezTo>
                  <a:cubicBezTo>
                    <a:pt x="105" y="73"/>
                    <a:pt x="106" y="71"/>
                    <a:pt x="108" y="69"/>
                  </a:cubicBezTo>
                  <a:cubicBezTo>
                    <a:pt x="109" y="68"/>
                    <a:pt x="111" y="69"/>
                    <a:pt x="113" y="70"/>
                  </a:cubicBezTo>
                  <a:cubicBezTo>
                    <a:pt x="117" y="73"/>
                    <a:pt x="121" y="76"/>
                    <a:pt x="124" y="79"/>
                  </a:cubicBezTo>
                  <a:cubicBezTo>
                    <a:pt x="129" y="84"/>
                    <a:pt x="130" y="91"/>
                    <a:pt x="127" y="97"/>
                  </a:cubicBezTo>
                  <a:cubicBezTo>
                    <a:pt x="127" y="97"/>
                    <a:pt x="127" y="98"/>
                    <a:pt x="127" y="99"/>
                  </a:cubicBezTo>
                  <a:cubicBezTo>
                    <a:pt x="126" y="102"/>
                    <a:pt x="125" y="103"/>
                    <a:pt x="121" y="103"/>
                  </a:cubicBezTo>
                  <a:cubicBezTo>
                    <a:pt x="117" y="103"/>
                    <a:pt x="113" y="102"/>
                    <a:pt x="109" y="102"/>
                  </a:cubicBezTo>
                  <a:cubicBezTo>
                    <a:pt x="107" y="102"/>
                    <a:pt x="104" y="102"/>
                    <a:pt x="101" y="101"/>
                  </a:cubicBezTo>
                  <a:cubicBezTo>
                    <a:pt x="98" y="101"/>
                    <a:pt x="95" y="101"/>
                    <a:pt x="93" y="101"/>
                  </a:cubicBezTo>
                  <a:cubicBezTo>
                    <a:pt x="92" y="101"/>
                    <a:pt x="91" y="101"/>
                    <a:pt x="90" y="102"/>
                  </a:cubicBezTo>
                  <a:cubicBezTo>
                    <a:pt x="89" y="103"/>
                    <a:pt x="90" y="104"/>
                    <a:pt x="91" y="104"/>
                  </a:cubicBezTo>
                  <a:cubicBezTo>
                    <a:pt x="92" y="106"/>
                    <a:pt x="95" y="109"/>
                    <a:pt x="97" y="111"/>
                  </a:cubicBezTo>
                  <a:cubicBezTo>
                    <a:pt x="104" y="118"/>
                    <a:pt x="110" y="125"/>
                    <a:pt x="115" y="130"/>
                  </a:cubicBezTo>
                  <a:cubicBezTo>
                    <a:pt x="120" y="137"/>
                    <a:pt x="122" y="140"/>
                    <a:pt x="122" y="143"/>
                  </a:cubicBezTo>
                  <a:cubicBezTo>
                    <a:pt x="124" y="149"/>
                    <a:pt x="123" y="152"/>
                    <a:pt x="121" y="155"/>
                  </a:cubicBezTo>
                  <a:cubicBezTo>
                    <a:pt x="120" y="159"/>
                    <a:pt x="117" y="164"/>
                    <a:pt x="110" y="164"/>
                  </a:cubicBezTo>
                  <a:cubicBezTo>
                    <a:pt x="104" y="165"/>
                    <a:pt x="101" y="164"/>
                    <a:pt x="99" y="162"/>
                  </a:cubicBezTo>
                  <a:cubicBezTo>
                    <a:pt x="97" y="159"/>
                    <a:pt x="96" y="154"/>
                    <a:pt x="96" y="152"/>
                  </a:cubicBezTo>
                  <a:cubicBezTo>
                    <a:pt x="94" y="145"/>
                    <a:pt x="90" y="141"/>
                    <a:pt x="86" y="136"/>
                  </a:cubicBezTo>
                  <a:cubicBezTo>
                    <a:pt x="84" y="133"/>
                    <a:pt x="82" y="131"/>
                    <a:pt x="79" y="127"/>
                  </a:cubicBezTo>
                  <a:cubicBezTo>
                    <a:pt x="78" y="127"/>
                    <a:pt x="77" y="126"/>
                    <a:pt x="76" y="126"/>
                  </a:cubicBezTo>
                  <a:cubicBezTo>
                    <a:pt x="70" y="129"/>
                    <a:pt x="58" y="137"/>
                    <a:pt x="47" y="139"/>
                  </a:cubicBezTo>
                  <a:cubicBezTo>
                    <a:pt x="29" y="144"/>
                    <a:pt x="13" y="141"/>
                    <a:pt x="7" y="136"/>
                  </a:cubicBezTo>
                  <a:close/>
                  <a:moveTo>
                    <a:pt x="119" y="39"/>
                  </a:moveTo>
                  <a:cubicBezTo>
                    <a:pt x="121" y="41"/>
                    <a:pt x="123" y="41"/>
                    <a:pt x="126" y="40"/>
                  </a:cubicBezTo>
                  <a:cubicBezTo>
                    <a:pt x="128" y="39"/>
                    <a:pt x="130" y="38"/>
                    <a:pt x="133" y="37"/>
                  </a:cubicBezTo>
                  <a:cubicBezTo>
                    <a:pt x="135" y="35"/>
                    <a:pt x="137" y="34"/>
                    <a:pt x="139" y="32"/>
                  </a:cubicBezTo>
                  <a:cubicBezTo>
                    <a:pt x="142" y="28"/>
                    <a:pt x="146" y="26"/>
                    <a:pt x="151" y="26"/>
                  </a:cubicBezTo>
                  <a:cubicBezTo>
                    <a:pt x="151" y="26"/>
                    <a:pt x="152" y="26"/>
                    <a:pt x="153" y="27"/>
                  </a:cubicBezTo>
                  <a:cubicBezTo>
                    <a:pt x="153" y="27"/>
                    <a:pt x="153" y="28"/>
                    <a:pt x="152" y="29"/>
                  </a:cubicBezTo>
                  <a:cubicBezTo>
                    <a:pt x="150" y="34"/>
                    <a:pt x="149" y="39"/>
                    <a:pt x="150" y="44"/>
                  </a:cubicBezTo>
                  <a:cubicBezTo>
                    <a:pt x="151" y="49"/>
                    <a:pt x="146" y="47"/>
                    <a:pt x="146" y="47"/>
                  </a:cubicBezTo>
                  <a:cubicBezTo>
                    <a:pt x="146" y="47"/>
                    <a:pt x="140" y="46"/>
                    <a:pt x="139" y="46"/>
                  </a:cubicBezTo>
                  <a:cubicBezTo>
                    <a:pt x="138" y="45"/>
                    <a:pt x="134" y="45"/>
                    <a:pt x="133" y="45"/>
                  </a:cubicBezTo>
                  <a:cubicBezTo>
                    <a:pt x="133" y="46"/>
                    <a:pt x="128" y="48"/>
                    <a:pt x="128" y="49"/>
                  </a:cubicBezTo>
                  <a:cubicBezTo>
                    <a:pt x="128" y="50"/>
                    <a:pt x="133" y="53"/>
                    <a:pt x="133" y="53"/>
                  </a:cubicBezTo>
                  <a:cubicBezTo>
                    <a:pt x="133" y="53"/>
                    <a:pt x="182" y="72"/>
                    <a:pt x="190" y="74"/>
                  </a:cubicBezTo>
                  <a:cubicBezTo>
                    <a:pt x="191" y="75"/>
                    <a:pt x="195" y="78"/>
                    <a:pt x="196" y="78"/>
                  </a:cubicBezTo>
                  <a:cubicBezTo>
                    <a:pt x="197" y="79"/>
                    <a:pt x="198" y="79"/>
                    <a:pt x="198" y="80"/>
                  </a:cubicBezTo>
                  <a:cubicBezTo>
                    <a:pt x="200" y="81"/>
                    <a:pt x="202" y="82"/>
                    <a:pt x="204" y="83"/>
                  </a:cubicBezTo>
                  <a:cubicBezTo>
                    <a:pt x="205" y="84"/>
                    <a:pt x="209" y="84"/>
                    <a:pt x="209" y="84"/>
                  </a:cubicBezTo>
                  <a:cubicBezTo>
                    <a:pt x="213" y="84"/>
                    <a:pt x="215" y="82"/>
                    <a:pt x="216" y="81"/>
                  </a:cubicBezTo>
                  <a:cubicBezTo>
                    <a:pt x="217" y="81"/>
                    <a:pt x="219" y="79"/>
                    <a:pt x="220" y="79"/>
                  </a:cubicBezTo>
                  <a:cubicBezTo>
                    <a:pt x="221" y="77"/>
                    <a:pt x="222" y="75"/>
                    <a:pt x="222" y="75"/>
                  </a:cubicBezTo>
                  <a:cubicBezTo>
                    <a:pt x="223" y="73"/>
                    <a:pt x="224" y="69"/>
                    <a:pt x="223" y="67"/>
                  </a:cubicBezTo>
                  <a:cubicBezTo>
                    <a:pt x="223" y="66"/>
                    <a:pt x="222" y="62"/>
                    <a:pt x="220" y="60"/>
                  </a:cubicBezTo>
                  <a:cubicBezTo>
                    <a:pt x="218" y="57"/>
                    <a:pt x="216" y="56"/>
                    <a:pt x="214" y="55"/>
                  </a:cubicBezTo>
                  <a:cubicBezTo>
                    <a:pt x="212" y="53"/>
                    <a:pt x="211" y="53"/>
                    <a:pt x="211" y="53"/>
                  </a:cubicBezTo>
                  <a:cubicBezTo>
                    <a:pt x="210" y="53"/>
                    <a:pt x="209" y="52"/>
                    <a:pt x="209" y="53"/>
                  </a:cubicBezTo>
                  <a:cubicBezTo>
                    <a:pt x="209" y="53"/>
                    <a:pt x="210" y="56"/>
                    <a:pt x="209" y="56"/>
                  </a:cubicBezTo>
                  <a:cubicBezTo>
                    <a:pt x="208" y="57"/>
                    <a:pt x="208" y="58"/>
                    <a:pt x="205" y="58"/>
                  </a:cubicBezTo>
                  <a:cubicBezTo>
                    <a:pt x="203" y="58"/>
                    <a:pt x="200" y="59"/>
                    <a:pt x="195" y="58"/>
                  </a:cubicBezTo>
                  <a:cubicBezTo>
                    <a:pt x="190" y="57"/>
                    <a:pt x="166" y="53"/>
                    <a:pt x="162" y="52"/>
                  </a:cubicBezTo>
                  <a:cubicBezTo>
                    <a:pt x="163" y="51"/>
                    <a:pt x="167" y="49"/>
                    <a:pt x="170" y="48"/>
                  </a:cubicBezTo>
                  <a:cubicBezTo>
                    <a:pt x="175" y="45"/>
                    <a:pt x="181" y="42"/>
                    <a:pt x="183" y="36"/>
                  </a:cubicBezTo>
                  <a:cubicBezTo>
                    <a:pt x="184" y="34"/>
                    <a:pt x="185" y="31"/>
                    <a:pt x="184" y="28"/>
                  </a:cubicBezTo>
                  <a:cubicBezTo>
                    <a:pt x="184" y="27"/>
                    <a:pt x="182" y="26"/>
                    <a:pt x="180" y="25"/>
                  </a:cubicBezTo>
                  <a:cubicBezTo>
                    <a:pt x="180" y="25"/>
                    <a:pt x="180" y="25"/>
                    <a:pt x="179" y="25"/>
                  </a:cubicBezTo>
                  <a:cubicBezTo>
                    <a:pt x="175" y="22"/>
                    <a:pt x="171" y="21"/>
                    <a:pt x="166" y="23"/>
                  </a:cubicBezTo>
                  <a:cubicBezTo>
                    <a:pt x="161" y="24"/>
                    <a:pt x="156" y="25"/>
                    <a:pt x="151" y="23"/>
                  </a:cubicBezTo>
                  <a:cubicBezTo>
                    <a:pt x="150" y="23"/>
                    <a:pt x="150" y="23"/>
                    <a:pt x="149" y="22"/>
                  </a:cubicBezTo>
                  <a:cubicBezTo>
                    <a:pt x="150" y="21"/>
                    <a:pt x="150" y="21"/>
                    <a:pt x="151" y="20"/>
                  </a:cubicBezTo>
                  <a:cubicBezTo>
                    <a:pt x="153" y="17"/>
                    <a:pt x="156" y="15"/>
                    <a:pt x="158" y="12"/>
                  </a:cubicBezTo>
                  <a:cubicBezTo>
                    <a:pt x="160" y="9"/>
                    <a:pt x="160" y="6"/>
                    <a:pt x="157" y="4"/>
                  </a:cubicBezTo>
                  <a:cubicBezTo>
                    <a:pt x="154" y="2"/>
                    <a:pt x="150" y="0"/>
                    <a:pt x="145" y="1"/>
                  </a:cubicBezTo>
                  <a:cubicBezTo>
                    <a:pt x="138" y="2"/>
                    <a:pt x="132" y="5"/>
                    <a:pt x="126" y="8"/>
                  </a:cubicBezTo>
                  <a:cubicBezTo>
                    <a:pt x="124" y="10"/>
                    <a:pt x="121" y="11"/>
                    <a:pt x="119" y="13"/>
                  </a:cubicBezTo>
                  <a:cubicBezTo>
                    <a:pt x="116" y="16"/>
                    <a:pt x="113" y="19"/>
                    <a:pt x="114" y="24"/>
                  </a:cubicBezTo>
                  <a:cubicBezTo>
                    <a:pt x="114" y="26"/>
                    <a:pt x="115" y="27"/>
                    <a:pt x="115" y="29"/>
                  </a:cubicBezTo>
                  <a:cubicBezTo>
                    <a:pt x="115" y="33"/>
                    <a:pt x="116" y="36"/>
                    <a:pt x="119" y="39"/>
                  </a:cubicBezTo>
                  <a:close/>
                  <a:moveTo>
                    <a:pt x="98" y="44"/>
                  </a:moveTo>
                  <a:cubicBezTo>
                    <a:pt x="101" y="49"/>
                    <a:pt x="106" y="53"/>
                    <a:pt x="111" y="56"/>
                  </a:cubicBezTo>
                  <a:cubicBezTo>
                    <a:pt x="115" y="58"/>
                    <a:pt x="118" y="60"/>
                    <a:pt x="122" y="61"/>
                  </a:cubicBezTo>
                  <a:cubicBezTo>
                    <a:pt x="132" y="65"/>
                    <a:pt x="146" y="74"/>
                    <a:pt x="150" y="77"/>
                  </a:cubicBezTo>
                  <a:cubicBezTo>
                    <a:pt x="161" y="85"/>
                    <a:pt x="172" y="97"/>
                    <a:pt x="176" y="104"/>
                  </a:cubicBezTo>
                  <a:cubicBezTo>
                    <a:pt x="178" y="107"/>
                    <a:pt x="178" y="111"/>
                    <a:pt x="175" y="114"/>
                  </a:cubicBezTo>
                  <a:cubicBezTo>
                    <a:pt x="173" y="116"/>
                    <a:pt x="164" y="116"/>
                    <a:pt x="162" y="115"/>
                  </a:cubicBezTo>
                  <a:cubicBezTo>
                    <a:pt x="159" y="115"/>
                    <a:pt x="152" y="113"/>
                    <a:pt x="146" y="110"/>
                  </a:cubicBezTo>
                  <a:cubicBezTo>
                    <a:pt x="139" y="107"/>
                    <a:pt x="129" y="102"/>
                    <a:pt x="129" y="102"/>
                  </a:cubicBezTo>
                  <a:cubicBezTo>
                    <a:pt x="129" y="102"/>
                    <a:pt x="128" y="102"/>
                    <a:pt x="128" y="102"/>
                  </a:cubicBezTo>
                  <a:cubicBezTo>
                    <a:pt x="128" y="102"/>
                    <a:pt x="128" y="102"/>
                    <a:pt x="128" y="102"/>
                  </a:cubicBezTo>
                  <a:cubicBezTo>
                    <a:pt x="128" y="102"/>
                    <a:pt x="128" y="102"/>
                    <a:pt x="128" y="103"/>
                  </a:cubicBezTo>
                  <a:cubicBezTo>
                    <a:pt x="128" y="103"/>
                    <a:pt x="128" y="104"/>
                    <a:pt x="129" y="105"/>
                  </a:cubicBezTo>
                  <a:cubicBezTo>
                    <a:pt x="129" y="106"/>
                    <a:pt x="134" y="113"/>
                    <a:pt x="134" y="113"/>
                  </a:cubicBezTo>
                  <a:cubicBezTo>
                    <a:pt x="137" y="118"/>
                    <a:pt x="145" y="126"/>
                    <a:pt x="157" y="130"/>
                  </a:cubicBezTo>
                  <a:cubicBezTo>
                    <a:pt x="163" y="132"/>
                    <a:pt x="169" y="133"/>
                    <a:pt x="175" y="130"/>
                  </a:cubicBezTo>
                  <a:cubicBezTo>
                    <a:pt x="177" y="129"/>
                    <a:pt x="180" y="127"/>
                    <a:pt x="183" y="123"/>
                  </a:cubicBezTo>
                  <a:cubicBezTo>
                    <a:pt x="186" y="118"/>
                    <a:pt x="185" y="112"/>
                    <a:pt x="184" y="108"/>
                  </a:cubicBezTo>
                  <a:cubicBezTo>
                    <a:pt x="182" y="100"/>
                    <a:pt x="176" y="90"/>
                    <a:pt x="168" y="83"/>
                  </a:cubicBezTo>
                  <a:cubicBezTo>
                    <a:pt x="162" y="76"/>
                    <a:pt x="160" y="73"/>
                    <a:pt x="147" y="64"/>
                  </a:cubicBezTo>
                  <a:cubicBezTo>
                    <a:pt x="135" y="55"/>
                    <a:pt x="120" y="48"/>
                    <a:pt x="115" y="46"/>
                  </a:cubicBezTo>
                  <a:cubicBezTo>
                    <a:pt x="110" y="43"/>
                    <a:pt x="93" y="35"/>
                    <a:pt x="92" y="35"/>
                  </a:cubicBezTo>
                  <a:cubicBezTo>
                    <a:pt x="91" y="35"/>
                    <a:pt x="91" y="35"/>
                    <a:pt x="91" y="36"/>
                  </a:cubicBezTo>
                  <a:cubicBezTo>
                    <a:pt x="92" y="37"/>
                    <a:pt x="98" y="43"/>
                    <a:pt x="98" y="44"/>
                  </a:cubicBezTo>
                  <a:close/>
                  <a:moveTo>
                    <a:pt x="45" y="42"/>
                  </a:moveTo>
                  <a:cubicBezTo>
                    <a:pt x="46" y="46"/>
                    <a:pt x="49" y="47"/>
                    <a:pt x="51" y="45"/>
                  </a:cubicBezTo>
                  <a:cubicBezTo>
                    <a:pt x="54" y="43"/>
                    <a:pt x="57" y="42"/>
                    <a:pt x="60" y="40"/>
                  </a:cubicBezTo>
                  <a:cubicBezTo>
                    <a:pt x="66" y="37"/>
                    <a:pt x="73" y="34"/>
                    <a:pt x="80" y="31"/>
                  </a:cubicBezTo>
                  <a:cubicBezTo>
                    <a:pt x="82" y="30"/>
                    <a:pt x="83" y="29"/>
                    <a:pt x="82" y="26"/>
                  </a:cubicBezTo>
                  <a:cubicBezTo>
                    <a:pt x="82" y="26"/>
                    <a:pt x="82" y="25"/>
                    <a:pt x="82" y="25"/>
                  </a:cubicBezTo>
                  <a:cubicBezTo>
                    <a:pt x="81" y="23"/>
                    <a:pt x="80" y="20"/>
                    <a:pt x="79" y="17"/>
                  </a:cubicBezTo>
                  <a:cubicBezTo>
                    <a:pt x="78" y="17"/>
                    <a:pt x="77" y="16"/>
                    <a:pt x="75" y="15"/>
                  </a:cubicBezTo>
                  <a:cubicBezTo>
                    <a:pt x="72" y="15"/>
                    <a:pt x="69" y="15"/>
                    <a:pt x="66" y="15"/>
                  </a:cubicBezTo>
                  <a:cubicBezTo>
                    <a:pt x="60" y="17"/>
                    <a:pt x="53" y="20"/>
                    <a:pt x="47" y="23"/>
                  </a:cubicBezTo>
                  <a:cubicBezTo>
                    <a:pt x="41" y="25"/>
                    <a:pt x="39" y="30"/>
                    <a:pt x="42" y="37"/>
                  </a:cubicBezTo>
                  <a:cubicBezTo>
                    <a:pt x="42" y="39"/>
                    <a:pt x="44" y="40"/>
                    <a:pt x="45" y="4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25" name="Freeform 59"/>
            <p:cNvSpPr/>
            <p:nvPr/>
          </p:nvSpPr>
          <p:spPr bwMode="auto">
            <a:xfrm>
              <a:off x="-2065338" y="-779463"/>
              <a:ext cx="160338" cy="142875"/>
            </a:xfrm>
            <a:custGeom>
              <a:avLst/>
              <a:gdLst>
                <a:gd name="T0" fmla="*/ 27 w 210"/>
                <a:gd name="T1" fmla="*/ 9 h 187"/>
                <a:gd name="T2" fmla="*/ 42 w 210"/>
                <a:gd name="T3" fmla="*/ 17 h 187"/>
                <a:gd name="T4" fmla="*/ 47 w 210"/>
                <a:gd name="T5" fmla="*/ 7 h 187"/>
                <a:gd name="T6" fmla="*/ 59 w 210"/>
                <a:gd name="T7" fmla="*/ 7 h 187"/>
                <a:gd name="T8" fmla="*/ 64 w 210"/>
                <a:gd name="T9" fmla="*/ 25 h 187"/>
                <a:gd name="T10" fmla="*/ 59 w 210"/>
                <a:gd name="T11" fmla="*/ 42 h 187"/>
                <a:gd name="T12" fmla="*/ 72 w 210"/>
                <a:gd name="T13" fmla="*/ 67 h 187"/>
                <a:gd name="T14" fmla="*/ 79 w 210"/>
                <a:gd name="T15" fmla="*/ 51 h 187"/>
                <a:gd name="T16" fmla="*/ 127 w 210"/>
                <a:gd name="T17" fmla="*/ 1 h 187"/>
                <a:gd name="T18" fmla="*/ 154 w 210"/>
                <a:gd name="T19" fmla="*/ 16 h 187"/>
                <a:gd name="T20" fmla="*/ 178 w 210"/>
                <a:gd name="T21" fmla="*/ 40 h 187"/>
                <a:gd name="T22" fmla="*/ 202 w 210"/>
                <a:gd name="T23" fmla="*/ 77 h 187"/>
                <a:gd name="T24" fmla="*/ 200 w 210"/>
                <a:gd name="T25" fmla="*/ 105 h 187"/>
                <a:gd name="T26" fmla="*/ 185 w 210"/>
                <a:gd name="T27" fmla="*/ 108 h 187"/>
                <a:gd name="T28" fmla="*/ 181 w 210"/>
                <a:gd name="T29" fmla="*/ 105 h 187"/>
                <a:gd name="T30" fmla="*/ 174 w 210"/>
                <a:gd name="T31" fmla="*/ 107 h 187"/>
                <a:gd name="T32" fmla="*/ 180 w 210"/>
                <a:gd name="T33" fmla="*/ 116 h 187"/>
                <a:gd name="T34" fmla="*/ 207 w 210"/>
                <a:gd name="T35" fmla="*/ 137 h 187"/>
                <a:gd name="T36" fmla="*/ 210 w 210"/>
                <a:gd name="T37" fmla="*/ 144 h 187"/>
                <a:gd name="T38" fmla="*/ 201 w 210"/>
                <a:gd name="T39" fmla="*/ 141 h 187"/>
                <a:gd name="T40" fmla="*/ 160 w 210"/>
                <a:gd name="T41" fmla="*/ 114 h 187"/>
                <a:gd name="T42" fmla="*/ 153 w 210"/>
                <a:gd name="T43" fmla="*/ 129 h 187"/>
                <a:gd name="T44" fmla="*/ 146 w 210"/>
                <a:gd name="T45" fmla="*/ 137 h 187"/>
                <a:gd name="T46" fmla="*/ 139 w 210"/>
                <a:gd name="T47" fmla="*/ 134 h 187"/>
                <a:gd name="T48" fmla="*/ 132 w 210"/>
                <a:gd name="T49" fmla="*/ 115 h 187"/>
                <a:gd name="T50" fmla="*/ 123 w 210"/>
                <a:gd name="T51" fmla="*/ 122 h 187"/>
                <a:gd name="T52" fmla="*/ 110 w 210"/>
                <a:gd name="T53" fmla="*/ 100 h 187"/>
                <a:gd name="T54" fmla="*/ 98 w 210"/>
                <a:gd name="T55" fmla="*/ 97 h 187"/>
                <a:gd name="T56" fmla="*/ 91 w 210"/>
                <a:gd name="T57" fmla="*/ 87 h 187"/>
                <a:gd name="T58" fmla="*/ 91 w 210"/>
                <a:gd name="T59" fmla="*/ 86 h 187"/>
                <a:gd name="T60" fmla="*/ 97 w 210"/>
                <a:gd name="T61" fmla="*/ 81 h 187"/>
                <a:gd name="T62" fmla="*/ 103 w 210"/>
                <a:gd name="T63" fmla="*/ 81 h 187"/>
                <a:gd name="T64" fmla="*/ 96 w 210"/>
                <a:gd name="T65" fmla="*/ 64 h 187"/>
                <a:gd name="T66" fmla="*/ 95 w 210"/>
                <a:gd name="T67" fmla="*/ 54 h 187"/>
                <a:gd name="T68" fmla="*/ 118 w 210"/>
                <a:gd name="T69" fmla="*/ 66 h 187"/>
                <a:gd name="T70" fmla="*/ 132 w 210"/>
                <a:gd name="T71" fmla="*/ 68 h 187"/>
                <a:gd name="T72" fmla="*/ 139 w 210"/>
                <a:gd name="T73" fmla="*/ 97 h 187"/>
                <a:gd name="T74" fmla="*/ 141 w 210"/>
                <a:gd name="T75" fmla="*/ 97 h 187"/>
                <a:gd name="T76" fmla="*/ 146 w 210"/>
                <a:gd name="T77" fmla="*/ 86 h 187"/>
                <a:gd name="T78" fmla="*/ 158 w 210"/>
                <a:gd name="T79" fmla="*/ 91 h 187"/>
                <a:gd name="T80" fmla="*/ 167 w 210"/>
                <a:gd name="T81" fmla="*/ 105 h 187"/>
                <a:gd name="T82" fmla="*/ 187 w 210"/>
                <a:gd name="T83" fmla="*/ 92 h 187"/>
                <a:gd name="T84" fmla="*/ 179 w 210"/>
                <a:gd name="T85" fmla="*/ 66 h 187"/>
                <a:gd name="T86" fmla="*/ 152 w 210"/>
                <a:gd name="T87" fmla="*/ 33 h 187"/>
                <a:gd name="T88" fmla="*/ 110 w 210"/>
                <a:gd name="T89" fmla="*/ 21 h 187"/>
                <a:gd name="T90" fmla="*/ 89 w 210"/>
                <a:gd name="T91" fmla="*/ 74 h 187"/>
                <a:gd name="T92" fmla="*/ 91 w 210"/>
                <a:gd name="T93" fmla="*/ 86 h 187"/>
                <a:gd name="T94" fmla="*/ 91 w 210"/>
                <a:gd name="T95" fmla="*/ 87 h 187"/>
                <a:gd name="T96" fmla="*/ 95 w 210"/>
                <a:gd name="T97" fmla="*/ 113 h 187"/>
                <a:gd name="T98" fmla="*/ 92 w 210"/>
                <a:gd name="T99" fmla="*/ 127 h 187"/>
                <a:gd name="T100" fmla="*/ 106 w 210"/>
                <a:gd name="T101" fmla="*/ 144 h 187"/>
                <a:gd name="T102" fmla="*/ 141 w 210"/>
                <a:gd name="T103" fmla="*/ 161 h 187"/>
                <a:gd name="T104" fmla="*/ 157 w 210"/>
                <a:gd name="T105" fmla="*/ 177 h 187"/>
                <a:gd name="T106" fmla="*/ 150 w 210"/>
                <a:gd name="T107" fmla="*/ 185 h 187"/>
                <a:gd name="T108" fmla="*/ 134 w 210"/>
                <a:gd name="T109" fmla="*/ 186 h 187"/>
                <a:gd name="T110" fmla="*/ 87 w 210"/>
                <a:gd name="T111" fmla="*/ 159 h 187"/>
                <a:gd name="T112" fmla="*/ 70 w 210"/>
                <a:gd name="T113" fmla="*/ 128 h 187"/>
                <a:gd name="T114" fmla="*/ 72 w 210"/>
                <a:gd name="T115" fmla="*/ 121 h 187"/>
                <a:gd name="T116" fmla="*/ 56 w 210"/>
                <a:gd name="T117" fmla="*/ 84 h 187"/>
                <a:gd name="T118" fmla="*/ 33 w 210"/>
                <a:gd name="T119" fmla="*/ 82 h 187"/>
                <a:gd name="T120" fmla="*/ 34 w 210"/>
                <a:gd name="T121" fmla="*/ 60 h 187"/>
                <a:gd name="T122" fmla="*/ 30 w 210"/>
                <a:gd name="T123" fmla="*/ 50 h 187"/>
                <a:gd name="T124" fmla="*/ 8 w 210"/>
                <a:gd name="T125" fmla="*/ 32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10" h="187">
                  <a:moveTo>
                    <a:pt x="3" y="19"/>
                  </a:moveTo>
                  <a:cubicBezTo>
                    <a:pt x="9" y="11"/>
                    <a:pt x="17" y="9"/>
                    <a:pt x="27" y="9"/>
                  </a:cubicBezTo>
                  <a:cubicBezTo>
                    <a:pt x="31" y="9"/>
                    <a:pt x="34" y="11"/>
                    <a:pt x="37" y="13"/>
                  </a:cubicBezTo>
                  <a:cubicBezTo>
                    <a:pt x="39" y="15"/>
                    <a:pt x="40" y="19"/>
                    <a:pt x="42" y="17"/>
                  </a:cubicBezTo>
                  <a:cubicBezTo>
                    <a:pt x="43" y="16"/>
                    <a:pt x="44" y="14"/>
                    <a:pt x="44" y="13"/>
                  </a:cubicBezTo>
                  <a:cubicBezTo>
                    <a:pt x="45" y="10"/>
                    <a:pt x="45" y="9"/>
                    <a:pt x="47" y="7"/>
                  </a:cubicBezTo>
                  <a:cubicBezTo>
                    <a:pt x="49" y="6"/>
                    <a:pt x="51" y="6"/>
                    <a:pt x="53" y="6"/>
                  </a:cubicBezTo>
                  <a:cubicBezTo>
                    <a:pt x="55" y="5"/>
                    <a:pt x="57" y="6"/>
                    <a:pt x="59" y="7"/>
                  </a:cubicBezTo>
                  <a:cubicBezTo>
                    <a:pt x="62" y="9"/>
                    <a:pt x="63" y="11"/>
                    <a:pt x="65" y="13"/>
                  </a:cubicBezTo>
                  <a:cubicBezTo>
                    <a:pt x="67" y="18"/>
                    <a:pt x="65" y="21"/>
                    <a:pt x="64" y="25"/>
                  </a:cubicBezTo>
                  <a:cubicBezTo>
                    <a:pt x="64" y="28"/>
                    <a:pt x="62" y="30"/>
                    <a:pt x="61" y="33"/>
                  </a:cubicBezTo>
                  <a:cubicBezTo>
                    <a:pt x="60" y="36"/>
                    <a:pt x="59" y="39"/>
                    <a:pt x="59" y="42"/>
                  </a:cubicBezTo>
                  <a:cubicBezTo>
                    <a:pt x="61" y="49"/>
                    <a:pt x="63" y="56"/>
                    <a:pt x="68" y="62"/>
                  </a:cubicBezTo>
                  <a:cubicBezTo>
                    <a:pt x="70" y="63"/>
                    <a:pt x="71" y="65"/>
                    <a:pt x="72" y="67"/>
                  </a:cubicBezTo>
                  <a:cubicBezTo>
                    <a:pt x="74" y="69"/>
                    <a:pt x="75" y="68"/>
                    <a:pt x="76" y="66"/>
                  </a:cubicBezTo>
                  <a:cubicBezTo>
                    <a:pt x="77" y="61"/>
                    <a:pt x="78" y="56"/>
                    <a:pt x="79" y="51"/>
                  </a:cubicBezTo>
                  <a:cubicBezTo>
                    <a:pt x="83" y="34"/>
                    <a:pt x="90" y="19"/>
                    <a:pt x="103" y="8"/>
                  </a:cubicBezTo>
                  <a:cubicBezTo>
                    <a:pt x="110" y="2"/>
                    <a:pt x="118" y="0"/>
                    <a:pt x="127" y="1"/>
                  </a:cubicBezTo>
                  <a:cubicBezTo>
                    <a:pt x="135" y="2"/>
                    <a:pt x="141" y="6"/>
                    <a:pt x="147" y="11"/>
                  </a:cubicBezTo>
                  <a:cubicBezTo>
                    <a:pt x="149" y="13"/>
                    <a:pt x="152" y="14"/>
                    <a:pt x="154" y="16"/>
                  </a:cubicBezTo>
                  <a:cubicBezTo>
                    <a:pt x="158" y="20"/>
                    <a:pt x="163" y="24"/>
                    <a:pt x="167" y="28"/>
                  </a:cubicBezTo>
                  <a:cubicBezTo>
                    <a:pt x="171" y="32"/>
                    <a:pt x="175" y="36"/>
                    <a:pt x="178" y="40"/>
                  </a:cubicBezTo>
                  <a:cubicBezTo>
                    <a:pt x="183" y="47"/>
                    <a:pt x="190" y="54"/>
                    <a:pt x="194" y="62"/>
                  </a:cubicBezTo>
                  <a:cubicBezTo>
                    <a:pt x="197" y="67"/>
                    <a:pt x="200" y="72"/>
                    <a:pt x="202" y="77"/>
                  </a:cubicBezTo>
                  <a:cubicBezTo>
                    <a:pt x="204" y="81"/>
                    <a:pt x="205" y="86"/>
                    <a:pt x="205" y="91"/>
                  </a:cubicBezTo>
                  <a:cubicBezTo>
                    <a:pt x="206" y="96"/>
                    <a:pt x="205" y="102"/>
                    <a:pt x="200" y="105"/>
                  </a:cubicBezTo>
                  <a:cubicBezTo>
                    <a:pt x="196" y="108"/>
                    <a:pt x="192" y="110"/>
                    <a:pt x="187" y="111"/>
                  </a:cubicBezTo>
                  <a:cubicBezTo>
                    <a:pt x="185" y="111"/>
                    <a:pt x="184" y="110"/>
                    <a:pt x="185" y="108"/>
                  </a:cubicBezTo>
                  <a:cubicBezTo>
                    <a:pt x="185" y="108"/>
                    <a:pt x="181" y="107"/>
                    <a:pt x="181" y="107"/>
                  </a:cubicBezTo>
                  <a:cubicBezTo>
                    <a:pt x="181" y="106"/>
                    <a:pt x="182" y="106"/>
                    <a:pt x="181" y="105"/>
                  </a:cubicBezTo>
                  <a:cubicBezTo>
                    <a:pt x="180" y="104"/>
                    <a:pt x="180" y="104"/>
                    <a:pt x="179" y="105"/>
                  </a:cubicBezTo>
                  <a:cubicBezTo>
                    <a:pt x="177" y="106"/>
                    <a:pt x="176" y="106"/>
                    <a:pt x="174" y="107"/>
                  </a:cubicBezTo>
                  <a:cubicBezTo>
                    <a:pt x="172" y="108"/>
                    <a:pt x="172" y="109"/>
                    <a:pt x="173" y="110"/>
                  </a:cubicBezTo>
                  <a:cubicBezTo>
                    <a:pt x="175" y="112"/>
                    <a:pt x="178" y="114"/>
                    <a:pt x="180" y="116"/>
                  </a:cubicBezTo>
                  <a:cubicBezTo>
                    <a:pt x="182" y="118"/>
                    <a:pt x="183" y="119"/>
                    <a:pt x="184" y="120"/>
                  </a:cubicBezTo>
                  <a:cubicBezTo>
                    <a:pt x="187" y="123"/>
                    <a:pt x="203" y="134"/>
                    <a:pt x="207" y="137"/>
                  </a:cubicBezTo>
                  <a:cubicBezTo>
                    <a:pt x="208" y="138"/>
                    <a:pt x="209" y="140"/>
                    <a:pt x="210" y="141"/>
                  </a:cubicBezTo>
                  <a:cubicBezTo>
                    <a:pt x="210" y="142"/>
                    <a:pt x="210" y="143"/>
                    <a:pt x="210" y="144"/>
                  </a:cubicBezTo>
                  <a:cubicBezTo>
                    <a:pt x="209" y="144"/>
                    <a:pt x="208" y="144"/>
                    <a:pt x="208" y="144"/>
                  </a:cubicBezTo>
                  <a:cubicBezTo>
                    <a:pt x="205" y="143"/>
                    <a:pt x="203" y="142"/>
                    <a:pt x="201" y="141"/>
                  </a:cubicBezTo>
                  <a:cubicBezTo>
                    <a:pt x="192" y="135"/>
                    <a:pt x="183" y="130"/>
                    <a:pt x="174" y="124"/>
                  </a:cubicBezTo>
                  <a:cubicBezTo>
                    <a:pt x="169" y="121"/>
                    <a:pt x="165" y="118"/>
                    <a:pt x="160" y="114"/>
                  </a:cubicBezTo>
                  <a:cubicBezTo>
                    <a:pt x="158" y="112"/>
                    <a:pt x="157" y="113"/>
                    <a:pt x="156" y="116"/>
                  </a:cubicBezTo>
                  <a:cubicBezTo>
                    <a:pt x="155" y="121"/>
                    <a:pt x="154" y="123"/>
                    <a:pt x="153" y="129"/>
                  </a:cubicBezTo>
                  <a:cubicBezTo>
                    <a:pt x="152" y="131"/>
                    <a:pt x="151" y="133"/>
                    <a:pt x="150" y="135"/>
                  </a:cubicBezTo>
                  <a:cubicBezTo>
                    <a:pt x="149" y="136"/>
                    <a:pt x="147" y="137"/>
                    <a:pt x="146" y="137"/>
                  </a:cubicBezTo>
                  <a:cubicBezTo>
                    <a:pt x="145" y="137"/>
                    <a:pt x="143" y="137"/>
                    <a:pt x="142" y="137"/>
                  </a:cubicBezTo>
                  <a:cubicBezTo>
                    <a:pt x="141" y="136"/>
                    <a:pt x="140" y="135"/>
                    <a:pt x="139" y="134"/>
                  </a:cubicBezTo>
                  <a:cubicBezTo>
                    <a:pt x="137" y="129"/>
                    <a:pt x="135" y="124"/>
                    <a:pt x="133" y="118"/>
                  </a:cubicBezTo>
                  <a:cubicBezTo>
                    <a:pt x="133" y="117"/>
                    <a:pt x="132" y="116"/>
                    <a:pt x="132" y="115"/>
                  </a:cubicBezTo>
                  <a:cubicBezTo>
                    <a:pt x="131" y="116"/>
                    <a:pt x="131" y="116"/>
                    <a:pt x="130" y="117"/>
                  </a:cubicBezTo>
                  <a:cubicBezTo>
                    <a:pt x="129" y="120"/>
                    <a:pt x="126" y="121"/>
                    <a:pt x="123" y="122"/>
                  </a:cubicBezTo>
                  <a:cubicBezTo>
                    <a:pt x="120" y="122"/>
                    <a:pt x="118" y="121"/>
                    <a:pt x="117" y="118"/>
                  </a:cubicBezTo>
                  <a:cubicBezTo>
                    <a:pt x="115" y="112"/>
                    <a:pt x="112" y="106"/>
                    <a:pt x="110" y="100"/>
                  </a:cubicBezTo>
                  <a:cubicBezTo>
                    <a:pt x="109" y="98"/>
                    <a:pt x="108" y="97"/>
                    <a:pt x="106" y="97"/>
                  </a:cubicBezTo>
                  <a:cubicBezTo>
                    <a:pt x="103" y="98"/>
                    <a:pt x="101" y="98"/>
                    <a:pt x="98" y="97"/>
                  </a:cubicBezTo>
                  <a:cubicBezTo>
                    <a:pt x="97" y="97"/>
                    <a:pt x="95" y="95"/>
                    <a:pt x="94" y="94"/>
                  </a:cubicBezTo>
                  <a:cubicBezTo>
                    <a:pt x="93" y="92"/>
                    <a:pt x="92" y="89"/>
                    <a:pt x="91" y="87"/>
                  </a:cubicBezTo>
                  <a:cubicBezTo>
                    <a:pt x="91" y="87"/>
                    <a:pt x="91" y="87"/>
                    <a:pt x="91" y="87"/>
                  </a:cubicBezTo>
                  <a:cubicBezTo>
                    <a:pt x="91" y="87"/>
                    <a:pt x="91" y="87"/>
                    <a:pt x="91" y="86"/>
                  </a:cubicBezTo>
                  <a:cubicBezTo>
                    <a:pt x="91" y="85"/>
                    <a:pt x="91" y="84"/>
                    <a:pt x="92" y="83"/>
                  </a:cubicBezTo>
                  <a:cubicBezTo>
                    <a:pt x="92" y="81"/>
                    <a:pt x="94" y="80"/>
                    <a:pt x="97" y="81"/>
                  </a:cubicBezTo>
                  <a:cubicBezTo>
                    <a:pt x="97" y="81"/>
                    <a:pt x="97" y="81"/>
                    <a:pt x="97" y="81"/>
                  </a:cubicBezTo>
                  <a:cubicBezTo>
                    <a:pt x="99" y="81"/>
                    <a:pt x="101" y="81"/>
                    <a:pt x="103" y="81"/>
                  </a:cubicBezTo>
                  <a:cubicBezTo>
                    <a:pt x="104" y="81"/>
                    <a:pt x="103" y="78"/>
                    <a:pt x="103" y="77"/>
                  </a:cubicBezTo>
                  <a:cubicBezTo>
                    <a:pt x="102" y="72"/>
                    <a:pt x="99" y="67"/>
                    <a:pt x="96" y="64"/>
                  </a:cubicBezTo>
                  <a:cubicBezTo>
                    <a:pt x="95" y="62"/>
                    <a:pt x="95" y="59"/>
                    <a:pt x="94" y="57"/>
                  </a:cubicBezTo>
                  <a:cubicBezTo>
                    <a:pt x="94" y="56"/>
                    <a:pt x="94" y="55"/>
                    <a:pt x="95" y="54"/>
                  </a:cubicBezTo>
                  <a:cubicBezTo>
                    <a:pt x="98" y="51"/>
                    <a:pt x="107" y="51"/>
                    <a:pt x="111" y="54"/>
                  </a:cubicBezTo>
                  <a:cubicBezTo>
                    <a:pt x="114" y="57"/>
                    <a:pt x="116" y="61"/>
                    <a:pt x="118" y="66"/>
                  </a:cubicBezTo>
                  <a:cubicBezTo>
                    <a:pt x="119" y="67"/>
                    <a:pt x="119" y="68"/>
                    <a:pt x="121" y="67"/>
                  </a:cubicBezTo>
                  <a:cubicBezTo>
                    <a:pt x="125" y="64"/>
                    <a:pt x="128" y="66"/>
                    <a:pt x="132" y="68"/>
                  </a:cubicBezTo>
                  <a:cubicBezTo>
                    <a:pt x="134" y="70"/>
                    <a:pt x="135" y="73"/>
                    <a:pt x="135" y="76"/>
                  </a:cubicBezTo>
                  <a:cubicBezTo>
                    <a:pt x="135" y="83"/>
                    <a:pt x="137" y="90"/>
                    <a:pt x="139" y="97"/>
                  </a:cubicBezTo>
                  <a:cubicBezTo>
                    <a:pt x="139" y="98"/>
                    <a:pt x="140" y="98"/>
                    <a:pt x="140" y="99"/>
                  </a:cubicBezTo>
                  <a:cubicBezTo>
                    <a:pt x="140" y="98"/>
                    <a:pt x="141" y="97"/>
                    <a:pt x="141" y="97"/>
                  </a:cubicBezTo>
                  <a:cubicBezTo>
                    <a:pt x="141" y="95"/>
                    <a:pt x="140" y="94"/>
                    <a:pt x="140" y="92"/>
                  </a:cubicBezTo>
                  <a:cubicBezTo>
                    <a:pt x="139" y="90"/>
                    <a:pt x="143" y="85"/>
                    <a:pt x="146" y="86"/>
                  </a:cubicBezTo>
                  <a:cubicBezTo>
                    <a:pt x="148" y="86"/>
                    <a:pt x="151" y="87"/>
                    <a:pt x="153" y="87"/>
                  </a:cubicBezTo>
                  <a:cubicBezTo>
                    <a:pt x="155" y="88"/>
                    <a:pt x="157" y="89"/>
                    <a:pt x="158" y="91"/>
                  </a:cubicBezTo>
                  <a:cubicBezTo>
                    <a:pt x="159" y="93"/>
                    <a:pt x="160" y="95"/>
                    <a:pt x="161" y="97"/>
                  </a:cubicBezTo>
                  <a:cubicBezTo>
                    <a:pt x="163" y="100"/>
                    <a:pt x="164" y="103"/>
                    <a:pt x="167" y="105"/>
                  </a:cubicBezTo>
                  <a:cubicBezTo>
                    <a:pt x="168" y="106"/>
                    <a:pt x="169" y="107"/>
                    <a:pt x="171" y="106"/>
                  </a:cubicBezTo>
                  <a:cubicBezTo>
                    <a:pt x="177" y="102"/>
                    <a:pt x="182" y="98"/>
                    <a:pt x="187" y="92"/>
                  </a:cubicBezTo>
                  <a:cubicBezTo>
                    <a:pt x="188" y="89"/>
                    <a:pt x="188" y="88"/>
                    <a:pt x="188" y="85"/>
                  </a:cubicBezTo>
                  <a:cubicBezTo>
                    <a:pt x="186" y="79"/>
                    <a:pt x="182" y="72"/>
                    <a:pt x="179" y="66"/>
                  </a:cubicBezTo>
                  <a:cubicBezTo>
                    <a:pt x="173" y="57"/>
                    <a:pt x="166" y="49"/>
                    <a:pt x="159" y="41"/>
                  </a:cubicBezTo>
                  <a:cubicBezTo>
                    <a:pt x="156" y="38"/>
                    <a:pt x="154" y="35"/>
                    <a:pt x="152" y="33"/>
                  </a:cubicBezTo>
                  <a:cubicBezTo>
                    <a:pt x="147" y="29"/>
                    <a:pt x="143" y="25"/>
                    <a:pt x="138" y="21"/>
                  </a:cubicBezTo>
                  <a:cubicBezTo>
                    <a:pt x="128" y="15"/>
                    <a:pt x="119" y="14"/>
                    <a:pt x="110" y="21"/>
                  </a:cubicBezTo>
                  <a:cubicBezTo>
                    <a:pt x="99" y="31"/>
                    <a:pt x="95" y="43"/>
                    <a:pt x="92" y="56"/>
                  </a:cubicBezTo>
                  <a:cubicBezTo>
                    <a:pt x="90" y="62"/>
                    <a:pt x="90" y="68"/>
                    <a:pt x="89" y="74"/>
                  </a:cubicBezTo>
                  <a:cubicBezTo>
                    <a:pt x="89" y="76"/>
                    <a:pt x="89" y="78"/>
                    <a:pt x="89" y="80"/>
                  </a:cubicBezTo>
                  <a:cubicBezTo>
                    <a:pt x="90" y="82"/>
                    <a:pt x="90" y="84"/>
                    <a:pt x="91" y="86"/>
                  </a:cubicBezTo>
                  <a:cubicBezTo>
                    <a:pt x="91" y="87"/>
                    <a:pt x="91" y="87"/>
                    <a:pt x="91" y="87"/>
                  </a:cubicBezTo>
                  <a:cubicBezTo>
                    <a:pt x="91" y="87"/>
                    <a:pt x="91" y="87"/>
                    <a:pt x="91" y="87"/>
                  </a:cubicBezTo>
                  <a:cubicBezTo>
                    <a:pt x="91" y="90"/>
                    <a:pt x="91" y="94"/>
                    <a:pt x="92" y="97"/>
                  </a:cubicBezTo>
                  <a:cubicBezTo>
                    <a:pt x="93" y="103"/>
                    <a:pt x="94" y="108"/>
                    <a:pt x="95" y="113"/>
                  </a:cubicBezTo>
                  <a:cubicBezTo>
                    <a:pt x="95" y="117"/>
                    <a:pt x="95" y="120"/>
                    <a:pt x="94" y="124"/>
                  </a:cubicBezTo>
                  <a:cubicBezTo>
                    <a:pt x="94" y="125"/>
                    <a:pt x="93" y="126"/>
                    <a:pt x="92" y="127"/>
                  </a:cubicBezTo>
                  <a:cubicBezTo>
                    <a:pt x="89" y="130"/>
                    <a:pt x="88" y="133"/>
                    <a:pt x="92" y="136"/>
                  </a:cubicBezTo>
                  <a:cubicBezTo>
                    <a:pt x="97" y="139"/>
                    <a:pt x="102" y="142"/>
                    <a:pt x="106" y="144"/>
                  </a:cubicBezTo>
                  <a:cubicBezTo>
                    <a:pt x="114" y="149"/>
                    <a:pt x="122" y="153"/>
                    <a:pt x="130" y="157"/>
                  </a:cubicBezTo>
                  <a:cubicBezTo>
                    <a:pt x="133" y="159"/>
                    <a:pt x="137" y="160"/>
                    <a:pt x="141" y="161"/>
                  </a:cubicBezTo>
                  <a:cubicBezTo>
                    <a:pt x="148" y="163"/>
                    <a:pt x="152" y="167"/>
                    <a:pt x="157" y="171"/>
                  </a:cubicBezTo>
                  <a:cubicBezTo>
                    <a:pt x="159" y="173"/>
                    <a:pt x="158" y="175"/>
                    <a:pt x="157" y="177"/>
                  </a:cubicBezTo>
                  <a:cubicBezTo>
                    <a:pt x="155" y="179"/>
                    <a:pt x="153" y="182"/>
                    <a:pt x="151" y="184"/>
                  </a:cubicBezTo>
                  <a:cubicBezTo>
                    <a:pt x="151" y="184"/>
                    <a:pt x="150" y="185"/>
                    <a:pt x="150" y="185"/>
                  </a:cubicBezTo>
                  <a:cubicBezTo>
                    <a:pt x="145" y="186"/>
                    <a:pt x="141" y="186"/>
                    <a:pt x="137" y="187"/>
                  </a:cubicBezTo>
                  <a:cubicBezTo>
                    <a:pt x="136" y="187"/>
                    <a:pt x="135" y="187"/>
                    <a:pt x="134" y="186"/>
                  </a:cubicBezTo>
                  <a:cubicBezTo>
                    <a:pt x="126" y="182"/>
                    <a:pt x="118" y="179"/>
                    <a:pt x="111" y="174"/>
                  </a:cubicBezTo>
                  <a:cubicBezTo>
                    <a:pt x="103" y="170"/>
                    <a:pt x="95" y="164"/>
                    <a:pt x="87" y="159"/>
                  </a:cubicBezTo>
                  <a:cubicBezTo>
                    <a:pt x="83" y="156"/>
                    <a:pt x="78" y="152"/>
                    <a:pt x="75" y="147"/>
                  </a:cubicBezTo>
                  <a:cubicBezTo>
                    <a:pt x="71" y="141"/>
                    <a:pt x="69" y="135"/>
                    <a:pt x="70" y="128"/>
                  </a:cubicBezTo>
                  <a:cubicBezTo>
                    <a:pt x="70" y="126"/>
                    <a:pt x="69" y="124"/>
                    <a:pt x="71" y="123"/>
                  </a:cubicBezTo>
                  <a:cubicBezTo>
                    <a:pt x="72" y="122"/>
                    <a:pt x="72" y="121"/>
                    <a:pt x="72" y="121"/>
                  </a:cubicBezTo>
                  <a:cubicBezTo>
                    <a:pt x="70" y="114"/>
                    <a:pt x="70" y="107"/>
                    <a:pt x="66" y="101"/>
                  </a:cubicBezTo>
                  <a:cubicBezTo>
                    <a:pt x="63" y="96"/>
                    <a:pt x="59" y="90"/>
                    <a:pt x="56" y="84"/>
                  </a:cubicBezTo>
                  <a:cubicBezTo>
                    <a:pt x="55" y="83"/>
                    <a:pt x="54" y="83"/>
                    <a:pt x="52" y="84"/>
                  </a:cubicBezTo>
                  <a:cubicBezTo>
                    <a:pt x="47" y="88"/>
                    <a:pt x="37" y="86"/>
                    <a:pt x="33" y="82"/>
                  </a:cubicBezTo>
                  <a:cubicBezTo>
                    <a:pt x="31" y="79"/>
                    <a:pt x="31" y="75"/>
                    <a:pt x="32" y="72"/>
                  </a:cubicBezTo>
                  <a:cubicBezTo>
                    <a:pt x="34" y="68"/>
                    <a:pt x="34" y="64"/>
                    <a:pt x="34" y="60"/>
                  </a:cubicBezTo>
                  <a:cubicBezTo>
                    <a:pt x="34" y="59"/>
                    <a:pt x="34" y="58"/>
                    <a:pt x="34" y="57"/>
                  </a:cubicBezTo>
                  <a:cubicBezTo>
                    <a:pt x="34" y="54"/>
                    <a:pt x="32" y="52"/>
                    <a:pt x="30" y="50"/>
                  </a:cubicBezTo>
                  <a:cubicBezTo>
                    <a:pt x="26" y="46"/>
                    <a:pt x="22" y="41"/>
                    <a:pt x="18" y="37"/>
                  </a:cubicBezTo>
                  <a:cubicBezTo>
                    <a:pt x="15" y="35"/>
                    <a:pt x="12" y="33"/>
                    <a:pt x="8" y="32"/>
                  </a:cubicBezTo>
                  <a:cubicBezTo>
                    <a:pt x="4" y="31"/>
                    <a:pt x="0" y="24"/>
                    <a:pt x="3" y="1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26" name="Freeform 60"/>
            <p:cNvSpPr>
              <a:spLocks noEditPoints="1"/>
            </p:cNvSpPr>
            <p:nvPr/>
          </p:nvSpPr>
          <p:spPr bwMode="auto">
            <a:xfrm>
              <a:off x="-1889125" y="-954088"/>
              <a:ext cx="114300" cy="150813"/>
            </a:xfrm>
            <a:custGeom>
              <a:avLst/>
              <a:gdLst>
                <a:gd name="T0" fmla="*/ 0 w 151"/>
                <a:gd name="T1" fmla="*/ 139 h 197"/>
                <a:gd name="T2" fmla="*/ 13 w 151"/>
                <a:gd name="T3" fmla="*/ 110 h 197"/>
                <a:gd name="T4" fmla="*/ 55 w 151"/>
                <a:gd name="T5" fmla="*/ 43 h 197"/>
                <a:gd name="T6" fmla="*/ 83 w 151"/>
                <a:gd name="T7" fmla="*/ 8 h 197"/>
                <a:gd name="T8" fmla="*/ 102 w 151"/>
                <a:gd name="T9" fmla="*/ 4 h 197"/>
                <a:gd name="T10" fmla="*/ 108 w 151"/>
                <a:gd name="T11" fmla="*/ 19 h 197"/>
                <a:gd name="T12" fmla="*/ 89 w 151"/>
                <a:gd name="T13" fmla="*/ 38 h 197"/>
                <a:gd name="T14" fmla="*/ 68 w 151"/>
                <a:gd name="T15" fmla="*/ 60 h 197"/>
                <a:gd name="T16" fmla="*/ 56 w 151"/>
                <a:gd name="T17" fmla="*/ 91 h 197"/>
                <a:gd name="T18" fmla="*/ 57 w 151"/>
                <a:gd name="T19" fmla="*/ 113 h 197"/>
                <a:gd name="T20" fmla="*/ 59 w 151"/>
                <a:gd name="T21" fmla="*/ 112 h 197"/>
                <a:gd name="T22" fmla="*/ 64 w 151"/>
                <a:gd name="T23" fmla="*/ 96 h 197"/>
                <a:gd name="T24" fmla="*/ 79 w 151"/>
                <a:gd name="T25" fmla="*/ 70 h 197"/>
                <a:gd name="T26" fmla="*/ 95 w 151"/>
                <a:gd name="T27" fmla="*/ 74 h 197"/>
                <a:gd name="T28" fmla="*/ 97 w 151"/>
                <a:gd name="T29" fmla="*/ 94 h 197"/>
                <a:gd name="T30" fmla="*/ 107 w 151"/>
                <a:gd name="T31" fmla="*/ 110 h 197"/>
                <a:gd name="T32" fmla="*/ 103 w 151"/>
                <a:gd name="T33" fmla="*/ 124 h 197"/>
                <a:gd name="T34" fmla="*/ 113 w 151"/>
                <a:gd name="T35" fmla="*/ 138 h 197"/>
                <a:gd name="T36" fmla="*/ 138 w 151"/>
                <a:gd name="T37" fmla="*/ 121 h 197"/>
                <a:gd name="T38" fmla="*/ 143 w 151"/>
                <a:gd name="T39" fmla="*/ 146 h 197"/>
                <a:gd name="T40" fmla="*/ 136 w 151"/>
                <a:gd name="T41" fmla="*/ 152 h 197"/>
                <a:gd name="T42" fmla="*/ 135 w 151"/>
                <a:gd name="T43" fmla="*/ 152 h 197"/>
                <a:gd name="T44" fmla="*/ 138 w 151"/>
                <a:gd name="T45" fmla="*/ 138 h 197"/>
                <a:gd name="T46" fmla="*/ 122 w 151"/>
                <a:gd name="T47" fmla="*/ 150 h 197"/>
                <a:gd name="T48" fmla="*/ 133 w 151"/>
                <a:gd name="T49" fmla="*/ 169 h 197"/>
                <a:gd name="T50" fmla="*/ 134 w 151"/>
                <a:gd name="T51" fmla="*/ 178 h 197"/>
                <a:gd name="T52" fmla="*/ 130 w 151"/>
                <a:gd name="T53" fmla="*/ 184 h 197"/>
                <a:gd name="T54" fmla="*/ 119 w 151"/>
                <a:gd name="T55" fmla="*/ 184 h 197"/>
                <a:gd name="T56" fmla="*/ 112 w 151"/>
                <a:gd name="T57" fmla="*/ 176 h 197"/>
                <a:gd name="T58" fmla="*/ 107 w 151"/>
                <a:gd name="T59" fmla="*/ 175 h 197"/>
                <a:gd name="T60" fmla="*/ 93 w 151"/>
                <a:gd name="T61" fmla="*/ 197 h 197"/>
                <a:gd name="T62" fmla="*/ 83 w 151"/>
                <a:gd name="T63" fmla="*/ 185 h 197"/>
                <a:gd name="T64" fmla="*/ 86 w 151"/>
                <a:gd name="T65" fmla="*/ 177 h 197"/>
                <a:gd name="T66" fmla="*/ 101 w 151"/>
                <a:gd name="T67" fmla="*/ 155 h 197"/>
                <a:gd name="T68" fmla="*/ 93 w 151"/>
                <a:gd name="T69" fmla="*/ 136 h 197"/>
                <a:gd name="T70" fmla="*/ 89 w 151"/>
                <a:gd name="T71" fmla="*/ 138 h 197"/>
                <a:gd name="T72" fmla="*/ 78 w 151"/>
                <a:gd name="T73" fmla="*/ 120 h 197"/>
                <a:gd name="T74" fmla="*/ 91 w 151"/>
                <a:gd name="T75" fmla="*/ 79 h 197"/>
                <a:gd name="T76" fmla="*/ 88 w 151"/>
                <a:gd name="T77" fmla="*/ 78 h 197"/>
                <a:gd name="T78" fmla="*/ 72 w 151"/>
                <a:gd name="T79" fmla="*/ 115 h 197"/>
                <a:gd name="T80" fmla="*/ 74 w 151"/>
                <a:gd name="T81" fmla="*/ 127 h 197"/>
                <a:gd name="T82" fmla="*/ 75 w 151"/>
                <a:gd name="T83" fmla="*/ 135 h 197"/>
                <a:gd name="T84" fmla="*/ 73 w 151"/>
                <a:gd name="T85" fmla="*/ 150 h 197"/>
                <a:gd name="T86" fmla="*/ 57 w 151"/>
                <a:gd name="T87" fmla="*/ 138 h 197"/>
                <a:gd name="T88" fmla="*/ 57 w 151"/>
                <a:gd name="T89" fmla="*/ 76 h 197"/>
                <a:gd name="T90" fmla="*/ 55 w 151"/>
                <a:gd name="T91" fmla="*/ 72 h 197"/>
                <a:gd name="T92" fmla="*/ 40 w 151"/>
                <a:gd name="T93" fmla="*/ 97 h 197"/>
                <a:gd name="T94" fmla="*/ 16 w 151"/>
                <a:gd name="T95" fmla="*/ 143 h 197"/>
                <a:gd name="T96" fmla="*/ 0 w 151"/>
                <a:gd name="T97" fmla="*/ 142 h 197"/>
                <a:gd name="T98" fmla="*/ 19 w 151"/>
                <a:gd name="T99" fmla="*/ 36 h 197"/>
                <a:gd name="T100" fmla="*/ 26 w 151"/>
                <a:gd name="T101" fmla="*/ 40 h 197"/>
                <a:gd name="T102" fmla="*/ 26 w 151"/>
                <a:gd name="T103" fmla="*/ 55 h 197"/>
                <a:gd name="T104" fmla="*/ 35 w 151"/>
                <a:gd name="T105" fmla="*/ 41 h 197"/>
                <a:gd name="T106" fmla="*/ 51 w 151"/>
                <a:gd name="T107" fmla="*/ 23 h 197"/>
                <a:gd name="T108" fmla="*/ 29 w 151"/>
                <a:gd name="T109" fmla="*/ 7 h 197"/>
                <a:gd name="T110" fmla="*/ 10 w 151"/>
                <a:gd name="T111" fmla="*/ 12 h 197"/>
                <a:gd name="T112" fmla="*/ 14 w 151"/>
                <a:gd name="T113" fmla="*/ 34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51" h="197">
                  <a:moveTo>
                    <a:pt x="0" y="142"/>
                  </a:moveTo>
                  <a:cubicBezTo>
                    <a:pt x="0" y="141"/>
                    <a:pt x="0" y="140"/>
                    <a:pt x="0" y="139"/>
                  </a:cubicBezTo>
                  <a:cubicBezTo>
                    <a:pt x="1" y="133"/>
                    <a:pt x="3" y="128"/>
                    <a:pt x="6" y="123"/>
                  </a:cubicBezTo>
                  <a:cubicBezTo>
                    <a:pt x="9" y="119"/>
                    <a:pt x="11" y="115"/>
                    <a:pt x="13" y="110"/>
                  </a:cubicBezTo>
                  <a:cubicBezTo>
                    <a:pt x="17" y="104"/>
                    <a:pt x="20" y="98"/>
                    <a:pt x="23" y="92"/>
                  </a:cubicBezTo>
                  <a:cubicBezTo>
                    <a:pt x="24" y="90"/>
                    <a:pt x="50" y="49"/>
                    <a:pt x="55" y="43"/>
                  </a:cubicBezTo>
                  <a:cubicBezTo>
                    <a:pt x="59" y="37"/>
                    <a:pt x="63" y="31"/>
                    <a:pt x="68" y="25"/>
                  </a:cubicBezTo>
                  <a:cubicBezTo>
                    <a:pt x="73" y="20"/>
                    <a:pt x="78" y="14"/>
                    <a:pt x="83" y="8"/>
                  </a:cubicBezTo>
                  <a:cubicBezTo>
                    <a:pt x="84" y="7"/>
                    <a:pt x="85" y="6"/>
                    <a:pt x="86" y="4"/>
                  </a:cubicBezTo>
                  <a:cubicBezTo>
                    <a:pt x="90" y="1"/>
                    <a:pt x="97" y="0"/>
                    <a:pt x="102" y="4"/>
                  </a:cubicBezTo>
                  <a:cubicBezTo>
                    <a:pt x="105" y="6"/>
                    <a:pt x="107" y="10"/>
                    <a:pt x="108" y="14"/>
                  </a:cubicBezTo>
                  <a:cubicBezTo>
                    <a:pt x="109" y="16"/>
                    <a:pt x="108" y="17"/>
                    <a:pt x="108" y="19"/>
                  </a:cubicBezTo>
                  <a:cubicBezTo>
                    <a:pt x="106" y="23"/>
                    <a:pt x="103" y="25"/>
                    <a:pt x="100" y="27"/>
                  </a:cubicBezTo>
                  <a:cubicBezTo>
                    <a:pt x="96" y="30"/>
                    <a:pt x="92" y="34"/>
                    <a:pt x="89" y="38"/>
                  </a:cubicBezTo>
                  <a:cubicBezTo>
                    <a:pt x="84" y="42"/>
                    <a:pt x="79" y="47"/>
                    <a:pt x="74" y="52"/>
                  </a:cubicBezTo>
                  <a:cubicBezTo>
                    <a:pt x="71" y="54"/>
                    <a:pt x="70" y="57"/>
                    <a:pt x="68" y="60"/>
                  </a:cubicBezTo>
                  <a:cubicBezTo>
                    <a:pt x="65" y="65"/>
                    <a:pt x="62" y="69"/>
                    <a:pt x="60" y="73"/>
                  </a:cubicBezTo>
                  <a:cubicBezTo>
                    <a:pt x="58" y="79"/>
                    <a:pt x="57" y="85"/>
                    <a:pt x="56" y="91"/>
                  </a:cubicBezTo>
                  <a:cubicBezTo>
                    <a:pt x="55" y="96"/>
                    <a:pt x="55" y="101"/>
                    <a:pt x="56" y="106"/>
                  </a:cubicBezTo>
                  <a:cubicBezTo>
                    <a:pt x="56" y="108"/>
                    <a:pt x="57" y="110"/>
                    <a:pt x="57" y="113"/>
                  </a:cubicBezTo>
                  <a:cubicBezTo>
                    <a:pt x="57" y="113"/>
                    <a:pt x="58" y="114"/>
                    <a:pt x="58" y="114"/>
                  </a:cubicBezTo>
                  <a:cubicBezTo>
                    <a:pt x="59" y="113"/>
                    <a:pt x="59" y="113"/>
                    <a:pt x="59" y="112"/>
                  </a:cubicBezTo>
                  <a:cubicBezTo>
                    <a:pt x="60" y="110"/>
                    <a:pt x="60" y="107"/>
                    <a:pt x="61" y="104"/>
                  </a:cubicBezTo>
                  <a:cubicBezTo>
                    <a:pt x="61" y="101"/>
                    <a:pt x="63" y="98"/>
                    <a:pt x="64" y="96"/>
                  </a:cubicBezTo>
                  <a:cubicBezTo>
                    <a:pt x="66" y="91"/>
                    <a:pt x="68" y="87"/>
                    <a:pt x="70" y="83"/>
                  </a:cubicBezTo>
                  <a:cubicBezTo>
                    <a:pt x="72" y="78"/>
                    <a:pt x="74" y="72"/>
                    <a:pt x="79" y="70"/>
                  </a:cubicBezTo>
                  <a:cubicBezTo>
                    <a:pt x="82" y="69"/>
                    <a:pt x="85" y="68"/>
                    <a:pt x="88" y="67"/>
                  </a:cubicBezTo>
                  <a:cubicBezTo>
                    <a:pt x="91" y="66"/>
                    <a:pt x="95" y="69"/>
                    <a:pt x="95" y="74"/>
                  </a:cubicBezTo>
                  <a:cubicBezTo>
                    <a:pt x="96" y="77"/>
                    <a:pt x="97" y="80"/>
                    <a:pt x="97" y="84"/>
                  </a:cubicBezTo>
                  <a:cubicBezTo>
                    <a:pt x="97" y="87"/>
                    <a:pt x="97" y="90"/>
                    <a:pt x="97" y="94"/>
                  </a:cubicBezTo>
                  <a:cubicBezTo>
                    <a:pt x="97" y="97"/>
                    <a:pt x="100" y="100"/>
                    <a:pt x="102" y="101"/>
                  </a:cubicBezTo>
                  <a:cubicBezTo>
                    <a:pt x="105" y="103"/>
                    <a:pt x="107" y="106"/>
                    <a:pt x="107" y="110"/>
                  </a:cubicBezTo>
                  <a:cubicBezTo>
                    <a:pt x="107" y="114"/>
                    <a:pt x="106" y="118"/>
                    <a:pt x="104" y="121"/>
                  </a:cubicBezTo>
                  <a:cubicBezTo>
                    <a:pt x="103" y="122"/>
                    <a:pt x="103" y="123"/>
                    <a:pt x="103" y="124"/>
                  </a:cubicBezTo>
                  <a:cubicBezTo>
                    <a:pt x="105" y="128"/>
                    <a:pt x="107" y="133"/>
                    <a:pt x="109" y="138"/>
                  </a:cubicBezTo>
                  <a:cubicBezTo>
                    <a:pt x="110" y="140"/>
                    <a:pt x="111" y="140"/>
                    <a:pt x="113" y="138"/>
                  </a:cubicBezTo>
                  <a:cubicBezTo>
                    <a:pt x="116" y="135"/>
                    <a:pt x="119" y="131"/>
                    <a:pt x="123" y="128"/>
                  </a:cubicBezTo>
                  <a:cubicBezTo>
                    <a:pt x="127" y="124"/>
                    <a:pt x="132" y="121"/>
                    <a:pt x="138" y="121"/>
                  </a:cubicBezTo>
                  <a:cubicBezTo>
                    <a:pt x="145" y="120"/>
                    <a:pt x="151" y="124"/>
                    <a:pt x="149" y="132"/>
                  </a:cubicBezTo>
                  <a:cubicBezTo>
                    <a:pt x="149" y="138"/>
                    <a:pt x="145" y="142"/>
                    <a:pt x="143" y="146"/>
                  </a:cubicBezTo>
                  <a:cubicBezTo>
                    <a:pt x="141" y="148"/>
                    <a:pt x="140" y="148"/>
                    <a:pt x="139" y="149"/>
                  </a:cubicBezTo>
                  <a:cubicBezTo>
                    <a:pt x="138" y="149"/>
                    <a:pt x="137" y="151"/>
                    <a:pt x="136" y="152"/>
                  </a:cubicBezTo>
                  <a:cubicBezTo>
                    <a:pt x="136" y="152"/>
                    <a:pt x="136" y="153"/>
                    <a:pt x="135" y="153"/>
                  </a:cubicBezTo>
                  <a:cubicBezTo>
                    <a:pt x="135" y="153"/>
                    <a:pt x="135" y="152"/>
                    <a:pt x="135" y="152"/>
                  </a:cubicBezTo>
                  <a:cubicBezTo>
                    <a:pt x="136" y="151"/>
                    <a:pt x="138" y="146"/>
                    <a:pt x="138" y="144"/>
                  </a:cubicBezTo>
                  <a:cubicBezTo>
                    <a:pt x="139" y="142"/>
                    <a:pt x="139" y="139"/>
                    <a:pt x="138" y="138"/>
                  </a:cubicBezTo>
                  <a:cubicBezTo>
                    <a:pt x="136" y="138"/>
                    <a:pt x="135" y="138"/>
                    <a:pt x="133" y="139"/>
                  </a:cubicBezTo>
                  <a:cubicBezTo>
                    <a:pt x="129" y="141"/>
                    <a:pt x="125" y="146"/>
                    <a:pt x="122" y="150"/>
                  </a:cubicBezTo>
                  <a:cubicBezTo>
                    <a:pt x="120" y="152"/>
                    <a:pt x="120" y="154"/>
                    <a:pt x="122" y="156"/>
                  </a:cubicBezTo>
                  <a:cubicBezTo>
                    <a:pt x="125" y="161"/>
                    <a:pt x="128" y="166"/>
                    <a:pt x="133" y="169"/>
                  </a:cubicBezTo>
                  <a:cubicBezTo>
                    <a:pt x="134" y="170"/>
                    <a:pt x="135" y="172"/>
                    <a:pt x="134" y="174"/>
                  </a:cubicBezTo>
                  <a:cubicBezTo>
                    <a:pt x="134" y="175"/>
                    <a:pt x="134" y="177"/>
                    <a:pt x="134" y="178"/>
                  </a:cubicBezTo>
                  <a:cubicBezTo>
                    <a:pt x="134" y="180"/>
                    <a:pt x="134" y="182"/>
                    <a:pt x="132" y="183"/>
                  </a:cubicBezTo>
                  <a:cubicBezTo>
                    <a:pt x="131" y="183"/>
                    <a:pt x="130" y="183"/>
                    <a:pt x="130" y="184"/>
                  </a:cubicBezTo>
                  <a:cubicBezTo>
                    <a:pt x="130" y="186"/>
                    <a:pt x="128" y="186"/>
                    <a:pt x="127" y="186"/>
                  </a:cubicBezTo>
                  <a:cubicBezTo>
                    <a:pt x="124" y="185"/>
                    <a:pt x="121" y="185"/>
                    <a:pt x="119" y="184"/>
                  </a:cubicBezTo>
                  <a:cubicBezTo>
                    <a:pt x="119" y="184"/>
                    <a:pt x="118" y="184"/>
                    <a:pt x="118" y="184"/>
                  </a:cubicBezTo>
                  <a:cubicBezTo>
                    <a:pt x="116" y="181"/>
                    <a:pt x="114" y="178"/>
                    <a:pt x="112" y="176"/>
                  </a:cubicBezTo>
                  <a:cubicBezTo>
                    <a:pt x="111" y="174"/>
                    <a:pt x="109" y="172"/>
                    <a:pt x="109" y="171"/>
                  </a:cubicBezTo>
                  <a:cubicBezTo>
                    <a:pt x="108" y="172"/>
                    <a:pt x="107" y="174"/>
                    <a:pt x="107" y="175"/>
                  </a:cubicBezTo>
                  <a:cubicBezTo>
                    <a:pt x="105" y="180"/>
                    <a:pt x="104" y="185"/>
                    <a:pt x="102" y="190"/>
                  </a:cubicBezTo>
                  <a:cubicBezTo>
                    <a:pt x="99" y="195"/>
                    <a:pt x="98" y="197"/>
                    <a:pt x="93" y="197"/>
                  </a:cubicBezTo>
                  <a:cubicBezTo>
                    <a:pt x="89" y="196"/>
                    <a:pt x="84" y="192"/>
                    <a:pt x="84" y="189"/>
                  </a:cubicBezTo>
                  <a:cubicBezTo>
                    <a:pt x="84" y="187"/>
                    <a:pt x="83" y="186"/>
                    <a:pt x="83" y="185"/>
                  </a:cubicBezTo>
                  <a:cubicBezTo>
                    <a:pt x="82" y="182"/>
                    <a:pt x="82" y="180"/>
                    <a:pt x="84" y="177"/>
                  </a:cubicBezTo>
                  <a:cubicBezTo>
                    <a:pt x="86" y="175"/>
                    <a:pt x="85" y="176"/>
                    <a:pt x="86" y="177"/>
                  </a:cubicBezTo>
                  <a:cubicBezTo>
                    <a:pt x="88" y="178"/>
                    <a:pt x="90" y="176"/>
                    <a:pt x="92" y="174"/>
                  </a:cubicBezTo>
                  <a:cubicBezTo>
                    <a:pt x="96" y="169"/>
                    <a:pt x="98" y="162"/>
                    <a:pt x="101" y="155"/>
                  </a:cubicBezTo>
                  <a:cubicBezTo>
                    <a:pt x="101" y="154"/>
                    <a:pt x="101" y="153"/>
                    <a:pt x="101" y="153"/>
                  </a:cubicBezTo>
                  <a:cubicBezTo>
                    <a:pt x="98" y="147"/>
                    <a:pt x="96" y="141"/>
                    <a:pt x="93" y="136"/>
                  </a:cubicBezTo>
                  <a:cubicBezTo>
                    <a:pt x="91" y="135"/>
                    <a:pt x="91" y="135"/>
                    <a:pt x="90" y="136"/>
                  </a:cubicBezTo>
                  <a:cubicBezTo>
                    <a:pt x="89" y="137"/>
                    <a:pt x="89" y="138"/>
                    <a:pt x="89" y="138"/>
                  </a:cubicBezTo>
                  <a:cubicBezTo>
                    <a:pt x="86" y="141"/>
                    <a:pt x="83" y="141"/>
                    <a:pt x="81" y="138"/>
                  </a:cubicBezTo>
                  <a:cubicBezTo>
                    <a:pt x="78" y="132"/>
                    <a:pt x="76" y="126"/>
                    <a:pt x="78" y="120"/>
                  </a:cubicBezTo>
                  <a:cubicBezTo>
                    <a:pt x="80" y="115"/>
                    <a:pt x="83" y="110"/>
                    <a:pt x="85" y="104"/>
                  </a:cubicBezTo>
                  <a:cubicBezTo>
                    <a:pt x="88" y="96"/>
                    <a:pt x="91" y="88"/>
                    <a:pt x="91" y="79"/>
                  </a:cubicBezTo>
                  <a:cubicBezTo>
                    <a:pt x="91" y="79"/>
                    <a:pt x="91" y="77"/>
                    <a:pt x="91" y="77"/>
                  </a:cubicBezTo>
                  <a:cubicBezTo>
                    <a:pt x="90" y="77"/>
                    <a:pt x="89" y="77"/>
                    <a:pt x="88" y="78"/>
                  </a:cubicBezTo>
                  <a:cubicBezTo>
                    <a:pt x="84" y="81"/>
                    <a:pt x="82" y="85"/>
                    <a:pt x="79" y="89"/>
                  </a:cubicBezTo>
                  <a:cubicBezTo>
                    <a:pt x="75" y="97"/>
                    <a:pt x="74" y="106"/>
                    <a:pt x="72" y="115"/>
                  </a:cubicBezTo>
                  <a:cubicBezTo>
                    <a:pt x="71" y="117"/>
                    <a:pt x="73" y="120"/>
                    <a:pt x="73" y="122"/>
                  </a:cubicBezTo>
                  <a:cubicBezTo>
                    <a:pt x="73" y="124"/>
                    <a:pt x="74" y="125"/>
                    <a:pt x="74" y="127"/>
                  </a:cubicBezTo>
                  <a:cubicBezTo>
                    <a:pt x="74" y="128"/>
                    <a:pt x="74" y="130"/>
                    <a:pt x="75" y="132"/>
                  </a:cubicBezTo>
                  <a:cubicBezTo>
                    <a:pt x="75" y="133"/>
                    <a:pt x="75" y="134"/>
                    <a:pt x="75" y="135"/>
                  </a:cubicBezTo>
                  <a:cubicBezTo>
                    <a:pt x="75" y="138"/>
                    <a:pt x="75" y="141"/>
                    <a:pt x="75" y="144"/>
                  </a:cubicBezTo>
                  <a:cubicBezTo>
                    <a:pt x="75" y="146"/>
                    <a:pt x="75" y="148"/>
                    <a:pt x="73" y="150"/>
                  </a:cubicBezTo>
                  <a:cubicBezTo>
                    <a:pt x="71" y="151"/>
                    <a:pt x="69" y="150"/>
                    <a:pt x="67" y="149"/>
                  </a:cubicBezTo>
                  <a:cubicBezTo>
                    <a:pt x="62" y="147"/>
                    <a:pt x="59" y="143"/>
                    <a:pt x="57" y="138"/>
                  </a:cubicBezTo>
                  <a:cubicBezTo>
                    <a:pt x="53" y="132"/>
                    <a:pt x="52" y="125"/>
                    <a:pt x="51" y="118"/>
                  </a:cubicBezTo>
                  <a:cubicBezTo>
                    <a:pt x="51" y="104"/>
                    <a:pt x="53" y="90"/>
                    <a:pt x="57" y="76"/>
                  </a:cubicBezTo>
                  <a:cubicBezTo>
                    <a:pt x="57" y="74"/>
                    <a:pt x="58" y="72"/>
                    <a:pt x="57" y="71"/>
                  </a:cubicBezTo>
                  <a:cubicBezTo>
                    <a:pt x="57" y="71"/>
                    <a:pt x="56" y="71"/>
                    <a:pt x="55" y="72"/>
                  </a:cubicBezTo>
                  <a:cubicBezTo>
                    <a:pt x="51" y="79"/>
                    <a:pt x="46" y="86"/>
                    <a:pt x="42" y="93"/>
                  </a:cubicBezTo>
                  <a:cubicBezTo>
                    <a:pt x="41" y="94"/>
                    <a:pt x="40" y="96"/>
                    <a:pt x="40" y="97"/>
                  </a:cubicBezTo>
                  <a:cubicBezTo>
                    <a:pt x="34" y="105"/>
                    <a:pt x="31" y="115"/>
                    <a:pt x="26" y="124"/>
                  </a:cubicBezTo>
                  <a:cubicBezTo>
                    <a:pt x="23" y="130"/>
                    <a:pt x="20" y="137"/>
                    <a:pt x="16" y="143"/>
                  </a:cubicBezTo>
                  <a:cubicBezTo>
                    <a:pt x="14" y="147"/>
                    <a:pt x="11" y="148"/>
                    <a:pt x="7" y="147"/>
                  </a:cubicBezTo>
                  <a:cubicBezTo>
                    <a:pt x="4" y="147"/>
                    <a:pt x="2" y="145"/>
                    <a:pt x="0" y="142"/>
                  </a:cubicBezTo>
                  <a:close/>
                  <a:moveTo>
                    <a:pt x="14" y="34"/>
                  </a:moveTo>
                  <a:cubicBezTo>
                    <a:pt x="16" y="34"/>
                    <a:pt x="18" y="35"/>
                    <a:pt x="19" y="36"/>
                  </a:cubicBezTo>
                  <a:cubicBezTo>
                    <a:pt x="21" y="36"/>
                    <a:pt x="22" y="37"/>
                    <a:pt x="23" y="37"/>
                  </a:cubicBezTo>
                  <a:cubicBezTo>
                    <a:pt x="25" y="37"/>
                    <a:pt x="26" y="38"/>
                    <a:pt x="26" y="40"/>
                  </a:cubicBezTo>
                  <a:cubicBezTo>
                    <a:pt x="26" y="42"/>
                    <a:pt x="26" y="44"/>
                    <a:pt x="26" y="47"/>
                  </a:cubicBezTo>
                  <a:cubicBezTo>
                    <a:pt x="26" y="49"/>
                    <a:pt x="25" y="55"/>
                    <a:pt x="26" y="55"/>
                  </a:cubicBezTo>
                  <a:cubicBezTo>
                    <a:pt x="27" y="55"/>
                    <a:pt x="29" y="49"/>
                    <a:pt x="30" y="47"/>
                  </a:cubicBezTo>
                  <a:cubicBezTo>
                    <a:pt x="31" y="45"/>
                    <a:pt x="32" y="42"/>
                    <a:pt x="35" y="41"/>
                  </a:cubicBezTo>
                  <a:cubicBezTo>
                    <a:pt x="40" y="40"/>
                    <a:pt x="45" y="37"/>
                    <a:pt x="48" y="33"/>
                  </a:cubicBezTo>
                  <a:cubicBezTo>
                    <a:pt x="51" y="30"/>
                    <a:pt x="53" y="27"/>
                    <a:pt x="51" y="23"/>
                  </a:cubicBezTo>
                  <a:cubicBezTo>
                    <a:pt x="49" y="17"/>
                    <a:pt x="46" y="11"/>
                    <a:pt x="39" y="9"/>
                  </a:cubicBezTo>
                  <a:cubicBezTo>
                    <a:pt x="36" y="8"/>
                    <a:pt x="33" y="7"/>
                    <a:pt x="29" y="7"/>
                  </a:cubicBezTo>
                  <a:cubicBezTo>
                    <a:pt x="25" y="7"/>
                    <a:pt x="20" y="7"/>
                    <a:pt x="16" y="8"/>
                  </a:cubicBezTo>
                  <a:cubicBezTo>
                    <a:pt x="13" y="9"/>
                    <a:pt x="11" y="9"/>
                    <a:pt x="10" y="12"/>
                  </a:cubicBezTo>
                  <a:cubicBezTo>
                    <a:pt x="9" y="14"/>
                    <a:pt x="8" y="17"/>
                    <a:pt x="7" y="19"/>
                  </a:cubicBezTo>
                  <a:cubicBezTo>
                    <a:pt x="5" y="24"/>
                    <a:pt x="8" y="33"/>
                    <a:pt x="14" y="3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27" name="Freeform 61"/>
            <p:cNvSpPr>
              <a:spLocks noEditPoints="1"/>
            </p:cNvSpPr>
            <p:nvPr/>
          </p:nvSpPr>
          <p:spPr bwMode="auto">
            <a:xfrm>
              <a:off x="-1695450" y="-1049338"/>
              <a:ext cx="127000" cy="174625"/>
            </a:xfrm>
            <a:custGeom>
              <a:avLst/>
              <a:gdLst>
                <a:gd name="T0" fmla="*/ 81 w 167"/>
                <a:gd name="T1" fmla="*/ 122 h 228"/>
                <a:gd name="T2" fmla="*/ 96 w 167"/>
                <a:gd name="T3" fmla="*/ 130 h 228"/>
                <a:gd name="T4" fmla="*/ 82 w 167"/>
                <a:gd name="T5" fmla="*/ 167 h 228"/>
                <a:gd name="T6" fmla="*/ 99 w 167"/>
                <a:gd name="T7" fmla="*/ 175 h 228"/>
                <a:gd name="T8" fmla="*/ 87 w 167"/>
                <a:gd name="T9" fmla="*/ 195 h 228"/>
                <a:gd name="T10" fmla="*/ 84 w 167"/>
                <a:gd name="T11" fmla="*/ 216 h 228"/>
                <a:gd name="T12" fmla="*/ 110 w 167"/>
                <a:gd name="T13" fmla="*/ 210 h 228"/>
                <a:gd name="T14" fmla="*/ 150 w 167"/>
                <a:gd name="T15" fmla="*/ 201 h 228"/>
                <a:gd name="T16" fmla="*/ 161 w 167"/>
                <a:gd name="T17" fmla="*/ 197 h 228"/>
                <a:gd name="T18" fmla="*/ 163 w 167"/>
                <a:gd name="T19" fmla="*/ 174 h 228"/>
                <a:gd name="T20" fmla="*/ 124 w 167"/>
                <a:gd name="T21" fmla="*/ 178 h 228"/>
                <a:gd name="T22" fmla="*/ 121 w 167"/>
                <a:gd name="T23" fmla="*/ 159 h 228"/>
                <a:gd name="T24" fmla="*/ 138 w 167"/>
                <a:gd name="T25" fmla="*/ 128 h 228"/>
                <a:gd name="T26" fmla="*/ 114 w 167"/>
                <a:gd name="T27" fmla="*/ 133 h 228"/>
                <a:gd name="T28" fmla="*/ 118 w 167"/>
                <a:gd name="T29" fmla="*/ 112 h 228"/>
                <a:gd name="T30" fmla="*/ 136 w 167"/>
                <a:gd name="T31" fmla="*/ 85 h 228"/>
                <a:gd name="T32" fmla="*/ 147 w 167"/>
                <a:gd name="T33" fmla="*/ 25 h 228"/>
                <a:gd name="T34" fmla="*/ 112 w 167"/>
                <a:gd name="T35" fmla="*/ 1 h 228"/>
                <a:gd name="T36" fmla="*/ 97 w 167"/>
                <a:gd name="T37" fmla="*/ 5 h 228"/>
                <a:gd name="T38" fmla="*/ 66 w 167"/>
                <a:gd name="T39" fmla="*/ 46 h 228"/>
                <a:gd name="T40" fmla="*/ 83 w 167"/>
                <a:gd name="T41" fmla="*/ 53 h 228"/>
                <a:gd name="T42" fmla="*/ 116 w 167"/>
                <a:gd name="T43" fmla="*/ 21 h 228"/>
                <a:gd name="T44" fmla="*/ 131 w 167"/>
                <a:gd name="T45" fmla="*/ 46 h 228"/>
                <a:gd name="T46" fmla="*/ 115 w 167"/>
                <a:gd name="T47" fmla="*/ 89 h 228"/>
                <a:gd name="T48" fmla="*/ 111 w 167"/>
                <a:gd name="T49" fmla="*/ 76 h 228"/>
                <a:gd name="T50" fmla="*/ 123 w 167"/>
                <a:gd name="T51" fmla="*/ 53 h 228"/>
                <a:gd name="T52" fmla="*/ 103 w 167"/>
                <a:gd name="T53" fmla="*/ 49 h 228"/>
                <a:gd name="T54" fmla="*/ 89 w 167"/>
                <a:gd name="T55" fmla="*/ 59 h 228"/>
                <a:gd name="T56" fmla="*/ 81 w 167"/>
                <a:gd name="T57" fmla="*/ 80 h 228"/>
                <a:gd name="T58" fmla="*/ 79 w 167"/>
                <a:gd name="T59" fmla="*/ 81 h 228"/>
                <a:gd name="T60" fmla="*/ 59 w 167"/>
                <a:gd name="T61" fmla="*/ 102 h 228"/>
                <a:gd name="T62" fmla="*/ 84 w 167"/>
                <a:gd name="T63" fmla="*/ 87 h 228"/>
                <a:gd name="T64" fmla="*/ 89 w 167"/>
                <a:gd name="T65" fmla="*/ 102 h 228"/>
                <a:gd name="T66" fmla="*/ 82 w 167"/>
                <a:gd name="T67" fmla="*/ 88 h 228"/>
                <a:gd name="T68" fmla="*/ 7 w 167"/>
                <a:gd name="T69" fmla="*/ 103 h 228"/>
                <a:gd name="T70" fmla="*/ 33 w 167"/>
                <a:gd name="T71" fmla="*/ 100 h 228"/>
                <a:gd name="T72" fmla="*/ 40 w 167"/>
                <a:gd name="T73" fmla="*/ 123 h 228"/>
                <a:gd name="T74" fmla="*/ 10 w 167"/>
                <a:gd name="T75" fmla="*/ 157 h 228"/>
                <a:gd name="T76" fmla="*/ 32 w 167"/>
                <a:gd name="T77" fmla="*/ 185 h 228"/>
                <a:gd name="T78" fmla="*/ 42 w 167"/>
                <a:gd name="T79" fmla="*/ 226 h 228"/>
                <a:gd name="T80" fmla="*/ 61 w 167"/>
                <a:gd name="T81" fmla="*/ 185 h 228"/>
                <a:gd name="T82" fmla="*/ 67 w 167"/>
                <a:gd name="T83" fmla="*/ 143 h 228"/>
                <a:gd name="T84" fmla="*/ 66 w 167"/>
                <a:gd name="T85" fmla="*/ 139 h 228"/>
                <a:gd name="T86" fmla="*/ 48 w 167"/>
                <a:gd name="T87" fmla="*/ 197 h 228"/>
                <a:gd name="T88" fmla="*/ 46 w 167"/>
                <a:gd name="T89" fmla="*/ 191 h 228"/>
                <a:gd name="T90" fmla="*/ 53 w 167"/>
                <a:gd name="T91" fmla="*/ 137 h 228"/>
                <a:gd name="T92" fmla="*/ 46 w 167"/>
                <a:gd name="T93" fmla="*/ 110 h 228"/>
                <a:gd name="T94" fmla="*/ 52 w 167"/>
                <a:gd name="T95" fmla="*/ 68 h 228"/>
                <a:gd name="T96" fmla="*/ 22 w 167"/>
                <a:gd name="T97" fmla="*/ 71 h 228"/>
                <a:gd name="T98" fmla="*/ 1 w 167"/>
                <a:gd name="T99" fmla="*/ 95 h 228"/>
                <a:gd name="T100" fmla="*/ 34 w 167"/>
                <a:gd name="T101" fmla="*/ 162 h 228"/>
                <a:gd name="T102" fmla="*/ 33 w 167"/>
                <a:gd name="T103" fmla="*/ 146 h 228"/>
                <a:gd name="T104" fmla="*/ 35 w 167"/>
                <a:gd name="T105" fmla="*/ 160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67" h="228">
                  <a:moveTo>
                    <a:pt x="62" y="112"/>
                  </a:moveTo>
                  <a:cubicBezTo>
                    <a:pt x="65" y="117"/>
                    <a:pt x="69" y="122"/>
                    <a:pt x="76" y="122"/>
                  </a:cubicBezTo>
                  <a:cubicBezTo>
                    <a:pt x="77" y="122"/>
                    <a:pt x="79" y="123"/>
                    <a:pt x="81" y="122"/>
                  </a:cubicBezTo>
                  <a:cubicBezTo>
                    <a:pt x="82" y="121"/>
                    <a:pt x="83" y="122"/>
                    <a:pt x="84" y="123"/>
                  </a:cubicBezTo>
                  <a:cubicBezTo>
                    <a:pt x="85" y="127"/>
                    <a:pt x="88" y="128"/>
                    <a:pt x="92" y="128"/>
                  </a:cubicBezTo>
                  <a:cubicBezTo>
                    <a:pt x="95" y="127"/>
                    <a:pt x="96" y="128"/>
                    <a:pt x="96" y="130"/>
                  </a:cubicBezTo>
                  <a:cubicBezTo>
                    <a:pt x="97" y="133"/>
                    <a:pt x="97" y="137"/>
                    <a:pt x="97" y="140"/>
                  </a:cubicBezTo>
                  <a:cubicBezTo>
                    <a:pt x="97" y="144"/>
                    <a:pt x="96" y="148"/>
                    <a:pt x="92" y="151"/>
                  </a:cubicBezTo>
                  <a:cubicBezTo>
                    <a:pt x="87" y="155"/>
                    <a:pt x="85" y="161"/>
                    <a:pt x="82" y="167"/>
                  </a:cubicBezTo>
                  <a:cubicBezTo>
                    <a:pt x="81" y="169"/>
                    <a:pt x="82" y="170"/>
                    <a:pt x="83" y="171"/>
                  </a:cubicBezTo>
                  <a:cubicBezTo>
                    <a:pt x="87" y="173"/>
                    <a:pt x="91" y="174"/>
                    <a:pt x="96" y="173"/>
                  </a:cubicBezTo>
                  <a:cubicBezTo>
                    <a:pt x="98" y="173"/>
                    <a:pt x="98" y="173"/>
                    <a:pt x="99" y="175"/>
                  </a:cubicBezTo>
                  <a:cubicBezTo>
                    <a:pt x="99" y="178"/>
                    <a:pt x="99" y="180"/>
                    <a:pt x="100" y="183"/>
                  </a:cubicBezTo>
                  <a:cubicBezTo>
                    <a:pt x="100" y="185"/>
                    <a:pt x="99" y="187"/>
                    <a:pt x="98" y="188"/>
                  </a:cubicBezTo>
                  <a:cubicBezTo>
                    <a:pt x="94" y="191"/>
                    <a:pt x="90" y="192"/>
                    <a:pt x="87" y="195"/>
                  </a:cubicBezTo>
                  <a:cubicBezTo>
                    <a:pt x="86" y="196"/>
                    <a:pt x="84" y="197"/>
                    <a:pt x="83" y="199"/>
                  </a:cubicBezTo>
                  <a:cubicBezTo>
                    <a:pt x="80" y="203"/>
                    <a:pt x="79" y="209"/>
                    <a:pt x="82" y="212"/>
                  </a:cubicBezTo>
                  <a:cubicBezTo>
                    <a:pt x="82" y="213"/>
                    <a:pt x="83" y="215"/>
                    <a:pt x="84" y="216"/>
                  </a:cubicBezTo>
                  <a:cubicBezTo>
                    <a:pt x="85" y="219"/>
                    <a:pt x="88" y="221"/>
                    <a:pt x="91" y="220"/>
                  </a:cubicBezTo>
                  <a:cubicBezTo>
                    <a:pt x="93" y="219"/>
                    <a:pt x="96" y="218"/>
                    <a:pt x="98" y="217"/>
                  </a:cubicBezTo>
                  <a:cubicBezTo>
                    <a:pt x="102" y="214"/>
                    <a:pt x="106" y="212"/>
                    <a:pt x="110" y="210"/>
                  </a:cubicBezTo>
                  <a:cubicBezTo>
                    <a:pt x="113" y="208"/>
                    <a:pt x="116" y="207"/>
                    <a:pt x="119" y="205"/>
                  </a:cubicBezTo>
                  <a:cubicBezTo>
                    <a:pt x="126" y="202"/>
                    <a:pt x="134" y="199"/>
                    <a:pt x="142" y="200"/>
                  </a:cubicBezTo>
                  <a:cubicBezTo>
                    <a:pt x="145" y="200"/>
                    <a:pt x="148" y="201"/>
                    <a:pt x="150" y="201"/>
                  </a:cubicBezTo>
                  <a:cubicBezTo>
                    <a:pt x="151" y="201"/>
                    <a:pt x="152" y="202"/>
                    <a:pt x="153" y="201"/>
                  </a:cubicBezTo>
                  <a:cubicBezTo>
                    <a:pt x="156" y="200"/>
                    <a:pt x="157" y="199"/>
                    <a:pt x="159" y="198"/>
                  </a:cubicBezTo>
                  <a:cubicBezTo>
                    <a:pt x="160" y="198"/>
                    <a:pt x="161" y="197"/>
                    <a:pt x="161" y="197"/>
                  </a:cubicBezTo>
                  <a:cubicBezTo>
                    <a:pt x="162" y="194"/>
                    <a:pt x="163" y="192"/>
                    <a:pt x="164" y="189"/>
                  </a:cubicBezTo>
                  <a:cubicBezTo>
                    <a:pt x="165" y="186"/>
                    <a:pt x="165" y="183"/>
                    <a:pt x="166" y="180"/>
                  </a:cubicBezTo>
                  <a:cubicBezTo>
                    <a:pt x="167" y="177"/>
                    <a:pt x="166" y="175"/>
                    <a:pt x="163" y="174"/>
                  </a:cubicBezTo>
                  <a:cubicBezTo>
                    <a:pt x="161" y="173"/>
                    <a:pt x="158" y="173"/>
                    <a:pt x="156" y="173"/>
                  </a:cubicBezTo>
                  <a:cubicBezTo>
                    <a:pt x="152" y="173"/>
                    <a:pt x="148" y="172"/>
                    <a:pt x="144" y="173"/>
                  </a:cubicBezTo>
                  <a:cubicBezTo>
                    <a:pt x="137" y="174"/>
                    <a:pt x="131" y="177"/>
                    <a:pt x="124" y="178"/>
                  </a:cubicBezTo>
                  <a:cubicBezTo>
                    <a:pt x="123" y="179"/>
                    <a:pt x="122" y="178"/>
                    <a:pt x="122" y="177"/>
                  </a:cubicBezTo>
                  <a:cubicBezTo>
                    <a:pt x="120" y="176"/>
                    <a:pt x="120" y="174"/>
                    <a:pt x="119" y="172"/>
                  </a:cubicBezTo>
                  <a:cubicBezTo>
                    <a:pt x="118" y="167"/>
                    <a:pt x="117" y="163"/>
                    <a:pt x="121" y="159"/>
                  </a:cubicBezTo>
                  <a:cubicBezTo>
                    <a:pt x="124" y="155"/>
                    <a:pt x="128" y="151"/>
                    <a:pt x="133" y="148"/>
                  </a:cubicBezTo>
                  <a:cubicBezTo>
                    <a:pt x="138" y="144"/>
                    <a:pt x="142" y="137"/>
                    <a:pt x="138" y="130"/>
                  </a:cubicBezTo>
                  <a:cubicBezTo>
                    <a:pt x="138" y="129"/>
                    <a:pt x="138" y="129"/>
                    <a:pt x="138" y="128"/>
                  </a:cubicBezTo>
                  <a:cubicBezTo>
                    <a:pt x="137" y="125"/>
                    <a:pt x="134" y="123"/>
                    <a:pt x="131" y="124"/>
                  </a:cubicBezTo>
                  <a:cubicBezTo>
                    <a:pt x="128" y="125"/>
                    <a:pt x="125" y="127"/>
                    <a:pt x="122" y="128"/>
                  </a:cubicBezTo>
                  <a:cubicBezTo>
                    <a:pt x="119" y="129"/>
                    <a:pt x="117" y="131"/>
                    <a:pt x="114" y="133"/>
                  </a:cubicBezTo>
                  <a:cubicBezTo>
                    <a:pt x="112" y="134"/>
                    <a:pt x="111" y="134"/>
                    <a:pt x="111" y="132"/>
                  </a:cubicBezTo>
                  <a:cubicBezTo>
                    <a:pt x="111" y="129"/>
                    <a:pt x="110" y="126"/>
                    <a:pt x="110" y="124"/>
                  </a:cubicBezTo>
                  <a:cubicBezTo>
                    <a:pt x="110" y="118"/>
                    <a:pt x="113" y="114"/>
                    <a:pt x="118" y="112"/>
                  </a:cubicBezTo>
                  <a:cubicBezTo>
                    <a:pt x="125" y="111"/>
                    <a:pt x="128" y="107"/>
                    <a:pt x="129" y="101"/>
                  </a:cubicBezTo>
                  <a:cubicBezTo>
                    <a:pt x="130" y="99"/>
                    <a:pt x="130" y="98"/>
                    <a:pt x="131" y="96"/>
                  </a:cubicBezTo>
                  <a:cubicBezTo>
                    <a:pt x="132" y="92"/>
                    <a:pt x="135" y="89"/>
                    <a:pt x="136" y="85"/>
                  </a:cubicBezTo>
                  <a:cubicBezTo>
                    <a:pt x="138" y="80"/>
                    <a:pt x="140" y="75"/>
                    <a:pt x="142" y="70"/>
                  </a:cubicBezTo>
                  <a:cubicBezTo>
                    <a:pt x="144" y="60"/>
                    <a:pt x="146" y="50"/>
                    <a:pt x="148" y="40"/>
                  </a:cubicBezTo>
                  <a:cubicBezTo>
                    <a:pt x="148" y="35"/>
                    <a:pt x="148" y="30"/>
                    <a:pt x="147" y="25"/>
                  </a:cubicBezTo>
                  <a:cubicBezTo>
                    <a:pt x="146" y="21"/>
                    <a:pt x="144" y="17"/>
                    <a:pt x="141" y="14"/>
                  </a:cubicBezTo>
                  <a:cubicBezTo>
                    <a:pt x="138" y="9"/>
                    <a:pt x="134" y="4"/>
                    <a:pt x="128" y="2"/>
                  </a:cubicBezTo>
                  <a:cubicBezTo>
                    <a:pt x="123" y="0"/>
                    <a:pt x="117" y="0"/>
                    <a:pt x="112" y="1"/>
                  </a:cubicBezTo>
                  <a:cubicBezTo>
                    <a:pt x="112" y="1"/>
                    <a:pt x="111" y="1"/>
                    <a:pt x="110" y="1"/>
                  </a:cubicBezTo>
                  <a:cubicBezTo>
                    <a:pt x="109" y="2"/>
                    <a:pt x="107" y="2"/>
                    <a:pt x="105" y="3"/>
                  </a:cubicBezTo>
                  <a:cubicBezTo>
                    <a:pt x="102" y="4"/>
                    <a:pt x="100" y="4"/>
                    <a:pt x="97" y="5"/>
                  </a:cubicBezTo>
                  <a:cubicBezTo>
                    <a:pt x="89" y="10"/>
                    <a:pt x="82" y="17"/>
                    <a:pt x="76" y="24"/>
                  </a:cubicBezTo>
                  <a:cubicBezTo>
                    <a:pt x="73" y="29"/>
                    <a:pt x="70" y="33"/>
                    <a:pt x="68" y="39"/>
                  </a:cubicBezTo>
                  <a:cubicBezTo>
                    <a:pt x="68" y="41"/>
                    <a:pt x="66" y="43"/>
                    <a:pt x="66" y="46"/>
                  </a:cubicBezTo>
                  <a:cubicBezTo>
                    <a:pt x="65" y="49"/>
                    <a:pt x="66" y="52"/>
                    <a:pt x="68" y="53"/>
                  </a:cubicBezTo>
                  <a:cubicBezTo>
                    <a:pt x="70" y="53"/>
                    <a:pt x="72" y="54"/>
                    <a:pt x="75" y="54"/>
                  </a:cubicBezTo>
                  <a:cubicBezTo>
                    <a:pt x="78" y="54"/>
                    <a:pt x="80" y="54"/>
                    <a:pt x="83" y="53"/>
                  </a:cubicBezTo>
                  <a:cubicBezTo>
                    <a:pt x="85" y="52"/>
                    <a:pt x="87" y="51"/>
                    <a:pt x="88" y="50"/>
                  </a:cubicBezTo>
                  <a:cubicBezTo>
                    <a:pt x="91" y="46"/>
                    <a:pt x="94" y="42"/>
                    <a:pt x="97" y="38"/>
                  </a:cubicBezTo>
                  <a:cubicBezTo>
                    <a:pt x="102" y="31"/>
                    <a:pt x="108" y="25"/>
                    <a:pt x="116" y="21"/>
                  </a:cubicBezTo>
                  <a:cubicBezTo>
                    <a:pt x="120" y="20"/>
                    <a:pt x="122" y="20"/>
                    <a:pt x="125" y="23"/>
                  </a:cubicBezTo>
                  <a:cubicBezTo>
                    <a:pt x="128" y="26"/>
                    <a:pt x="130" y="30"/>
                    <a:pt x="131" y="35"/>
                  </a:cubicBezTo>
                  <a:cubicBezTo>
                    <a:pt x="131" y="38"/>
                    <a:pt x="131" y="42"/>
                    <a:pt x="131" y="46"/>
                  </a:cubicBezTo>
                  <a:cubicBezTo>
                    <a:pt x="130" y="52"/>
                    <a:pt x="129" y="58"/>
                    <a:pt x="128" y="64"/>
                  </a:cubicBezTo>
                  <a:cubicBezTo>
                    <a:pt x="127" y="70"/>
                    <a:pt x="125" y="76"/>
                    <a:pt x="123" y="82"/>
                  </a:cubicBezTo>
                  <a:cubicBezTo>
                    <a:pt x="122" y="86"/>
                    <a:pt x="119" y="89"/>
                    <a:pt x="115" y="89"/>
                  </a:cubicBezTo>
                  <a:cubicBezTo>
                    <a:pt x="114" y="89"/>
                    <a:pt x="113" y="89"/>
                    <a:pt x="112" y="90"/>
                  </a:cubicBezTo>
                  <a:cubicBezTo>
                    <a:pt x="110" y="90"/>
                    <a:pt x="109" y="89"/>
                    <a:pt x="109" y="87"/>
                  </a:cubicBezTo>
                  <a:cubicBezTo>
                    <a:pt x="109" y="84"/>
                    <a:pt x="109" y="80"/>
                    <a:pt x="111" y="76"/>
                  </a:cubicBezTo>
                  <a:cubicBezTo>
                    <a:pt x="114" y="73"/>
                    <a:pt x="117" y="69"/>
                    <a:pt x="120" y="66"/>
                  </a:cubicBezTo>
                  <a:cubicBezTo>
                    <a:pt x="121" y="65"/>
                    <a:pt x="121" y="64"/>
                    <a:pt x="122" y="63"/>
                  </a:cubicBezTo>
                  <a:cubicBezTo>
                    <a:pt x="122" y="60"/>
                    <a:pt x="122" y="56"/>
                    <a:pt x="123" y="53"/>
                  </a:cubicBezTo>
                  <a:cubicBezTo>
                    <a:pt x="123" y="52"/>
                    <a:pt x="122" y="51"/>
                    <a:pt x="122" y="51"/>
                  </a:cubicBezTo>
                  <a:cubicBezTo>
                    <a:pt x="117" y="48"/>
                    <a:pt x="112" y="45"/>
                    <a:pt x="106" y="49"/>
                  </a:cubicBezTo>
                  <a:cubicBezTo>
                    <a:pt x="105" y="50"/>
                    <a:pt x="104" y="50"/>
                    <a:pt x="103" y="49"/>
                  </a:cubicBezTo>
                  <a:cubicBezTo>
                    <a:pt x="100" y="47"/>
                    <a:pt x="94" y="47"/>
                    <a:pt x="91" y="50"/>
                  </a:cubicBezTo>
                  <a:cubicBezTo>
                    <a:pt x="90" y="52"/>
                    <a:pt x="90" y="54"/>
                    <a:pt x="89" y="56"/>
                  </a:cubicBezTo>
                  <a:cubicBezTo>
                    <a:pt x="89" y="57"/>
                    <a:pt x="88" y="59"/>
                    <a:pt x="89" y="59"/>
                  </a:cubicBezTo>
                  <a:cubicBezTo>
                    <a:pt x="90" y="61"/>
                    <a:pt x="89" y="62"/>
                    <a:pt x="88" y="63"/>
                  </a:cubicBezTo>
                  <a:cubicBezTo>
                    <a:pt x="87" y="64"/>
                    <a:pt x="86" y="66"/>
                    <a:pt x="85" y="67"/>
                  </a:cubicBezTo>
                  <a:cubicBezTo>
                    <a:pt x="82" y="71"/>
                    <a:pt x="80" y="75"/>
                    <a:pt x="81" y="80"/>
                  </a:cubicBezTo>
                  <a:cubicBezTo>
                    <a:pt x="81" y="81"/>
                    <a:pt x="81" y="82"/>
                    <a:pt x="81" y="83"/>
                  </a:cubicBezTo>
                  <a:cubicBezTo>
                    <a:pt x="80" y="83"/>
                    <a:pt x="80" y="83"/>
                    <a:pt x="80" y="83"/>
                  </a:cubicBezTo>
                  <a:cubicBezTo>
                    <a:pt x="80" y="82"/>
                    <a:pt x="79" y="82"/>
                    <a:pt x="79" y="81"/>
                  </a:cubicBezTo>
                  <a:cubicBezTo>
                    <a:pt x="76" y="75"/>
                    <a:pt x="72" y="73"/>
                    <a:pt x="66" y="73"/>
                  </a:cubicBezTo>
                  <a:cubicBezTo>
                    <a:pt x="61" y="73"/>
                    <a:pt x="54" y="78"/>
                    <a:pt x="55" y="85"/>
                  </a:cubicBezTo>
                  <a:cubicBezTo>
                    <a:pt x="56" y="91"/>
                    <a:pt x="57" y="96"/>
                    <a:pt x="59" y="102"/>
                  </a:cubicBezTo>
                  <a:cubicBezTo>
                    <a:pt x="60" y="105"/>
                    <a:pt x="61" y="109"/>
                    <a:pt x="62" y="112"/>
                  </a:cubicBezTo>
                  <a:close/>
                  <a:moveTo>
                    <a:pt x="82" y="87"/>
                  </a:moveTo>
                  <a:cubicBezTo>
                    <a:pt x="83" y="86"/>
                    <a:pt x="83" y="87"/>
                    <a:pt x="84" y="87"/>
                  </a:cubicBezTo>
                  <a:cubicBezTo>
                    <a:pt x="86" y="89"/>
                    <a:pt x="88" y="90"/>
                    <a:pt x="91" y="91"/>
                  </a:cubicBezTo>
                  <a:cubicBezTo>
                    <a:pt x="92" y="91"/>
                    <a:pt x="93" y="93"/>
                    <a:pt x="93" y="93"/>
                  </a:cubicBezTo>
                  <a:cubicBezTo>
                    <a:pt x="92" y="96"/>
                    <a:pt x="91" y="99"/>
                    <a:pt x="89" y="102"/>
                  </a:cubicBezTo>
                  <a:cubicBezTo>
                    <a:pt x="89" y="102"/>
                    <a:pt x="89" y="103"/>
                    <a:pt x="88" y="103"/>
                  </a:cubicBezTo>
                  <a:cubicBezTo>
                    <a:pt x="88" y="103"/>
                    <a:pt x="87" y="102"/>
                    <a:pt x="87" y="102"/>
                  </a:cubicBezTo>
                  <a:cubicBezTo>
                    <a:pt x="86" y="97"/>
                    <a:pt x="84" y="93"/>
                    <a:pt x="82" y="88"/>
                  </a:cubicBezTo>
                  <a:cubicBezTo>
                    <a:pt x="82" y="88"/>
                    <a:pt x="82" y="88"/>
                    <a:pt x="82" y="88"/>
                  </a:cubicBezTo>
                  <a:cubicBezTo>
                    <a:pt x="82" y="87"/>
                    <a:pt x="82" y="87"/>
                    <a:pt x="82" y="87"/>
                  </a:cubicBezTo>
                  <a:close/>
                  <a:moveTo>
                    <a:pt x="7" y="103"/>
                  </a:moveTo>
                  <a:cubicBezTo>
                    <a:pt x="8" y="103"/>
                    <a:pt x="9" y="104"/>
                    <a:pt x="10" y="105"/>
                  </a:cubicBezTo>
                  <a:cubicBezTo>
                    <a:pt x="13" y="109"/>
                    <a:pt x="20" y="110"/>
                    <a:pt x="24" y="107"/>
                  </a:cubicBezTo>
                  <a:cubicBezTo>
                    <a:pt x="27" y="104"/>
                    <a:pt x="30" y="102"/>
                    <a:pt x="33" y="100"/>
                  </a:cubicBezTo>
                  <a:cubicBezTo>
                    <a:pt x="34" y="98"/>
                    <a:pt x="35" y="98"/>
                    <a:pt x="36" y="100"/>
                  </a:cubicBezTo>
                  <a:cubicBezTo>
                    <a:pt x="37" y="102"/>
                    <a:pt x="37" y="104"/>
                    <a:pt x="38" y="107"/>
                  </a:cubicBezTo>
                  <a:cubicBezTo>
                    <a:pt x="38" y="112"/>
                    <a:pt x="39" y="118"/>
                    <a:pt x="40" y="123"/>
                  </a:cubicBezTo>
                  <a:cubicBezTo>
                    <a:pt x="40" y="127"/>
                    <a:pt x="38" y="129"/>
                    <a:pt x="35" y="129"/>
                  </a:cubicBezTo>
                  <a:cubicBezTo>
                    <a:pt x="31" y="130"/>
                    <a:pt x="28" y="131"/>
                    <a:pt x="25" y="133"/>
                  </a:cubicBezTo>
                  <a:cubicBezTo>
                    <a:pt x="17" y="139"/>
                    <a:pt x="13" y="147"/>
                    <a:pt x="10" y="157"/>
                  </a:cubicBezTo>
                  <a:cubicBezTo>
                    <a:pt x="8" y="163"/>
                    <a:pt x="8" y="168"/>
                    <a:pt x="12" y="174"/>
                  </a:cubicBezTo>
                  <a:cubicBezTo>
                    <a:pt x="17" y="180"/>
                    <a:pt x="22" y="183"/>
                    <a:pt x="30" y="182"/>
                  </a:cubicBezTo>
                  <a:cubicBezTo>
                    <a:pt x="31" y="182"/>
                    <a:pt x="32" y="183"/>
                    <a:pt x="32" y="185"/>
                  </a:cubicBezTo>
                  <a:cubicBezTo>
                    <a:pt x="31" y="192"/>
                    <a:pt x="30" y="199"/>
                    <a:pt x="30" y="207"/>
                  </a:cubicBezTo>
                  <a:cubicBezTo>
                    <a:pt x="29" y="211"/>
                    <a:pt x="29" y="216"/>
                    <a:pt x="31" y="220"/>
                  </a:cubicBezTo>
                  <a:cubicBezTo>
                    <a:pt x="33" y="225"/>
                    <a:pt x="38" y="228"/>
                    <a:pt x="42" y="226"/>
                  </a:cubicBezTo>
                  <a:cubicBezTo>
                    <a:pt x="44" y="225"/>
                    <a:pt x="45" y="223"/>
                    <a:pt x="47" y="221"/>
                  </a:cubicBezTo>
                  <a:cubicBezTo>
                    <a:pt x="53" y="214"/>
                    <a:pt x="56" y="205"/>
                    <a:pt x="58" y="195"/>
                  </a:cubicBezTo>
                  <a:cubicBezTo>
                    <a:pt x="59" y="192"/>
                    <a:pt x="60" y="189"/>
                    <a:pt x="61" y="185"/>
                  </a:cubicBezTo>
                  <a:cubicBezTo>
                    <a:pt x="62" y="180"/>
                    <a:pt x="63" y="175"/>
                    <a:pt x="64" y="170"/>
                  </a:cubicBezTo>
                  <a:cubicBezTo>
                    <a:pt x="65" y="165"/>
                    <a:pt x="66" y="157"/>
                    <a:pt x="66" y="156"/>
                  </a:cubicBezTo>
                  <a:cubicBezTo>
                    <a:pt x="66" y="152"/>
                    <a:pt x="67" y="148"/>
                    <a:pt x="67" y="143"/>
                  </a:cubicBezTo>
                  <a:cubicBezTo>
                    <a:pt x="67" y="142"/>
                    <a:pt x="68" y="140"/>
                    <a:pt x="68" y="139"/>
                  </a:cubicBezTo>
                  <a:cubicBezTo>
                    <a:pt x="68" y="138"/>
                    <a:pt x="68" y="136"/>
                    <a:pt x="67" y="136"/>
                  </a:cubicBezTo>
                  <a:cubicBezTo>
                    <a:pt x="66" y="136"/>
                    <a:pt x="66" y="138"/>
                    <a:pt x="66" y="139"/>
                  </a:cubicBezTo>
                  <a:cubicBezTo>
                    <a:pt x="64" y="146"/>
                    <a:pt x="62" y="154"/>
                    <a:pt x="60" y="161"/>
                  </a:cubicBezTo>
                  <a:cubicBezTo>
                    <a:pt x="58" y="167"/>
                    <a:pt x="57" y="173"/>
                    <a:pt x="55" y="179"/>
                  </a:cubicBezTo>
                  <a:cubicBezTo>
                    <a:pt x="53" y="185"/>
                    <a:pt x="52" y="191"/>
                    <a:pt x="48" y="197"/>
                  </a:cubicBezTo>
                  <a:cubicBezTo>
                    <a:pt x="47" y="197"/>
                    <a:pt x="47" y="198"/>
                    <a:pt x="46" y="198"/>
                  </a:cubicBezTo>
                  <a:cubicBezTo>
                    <a:pt x="46" y="197"/>
                    <a:pt x="45" y="196"/>
                    <a:pt x="45" y="196"/>
                  </a:cubicBezTo>
                  <a:cubicBezTo>
                    <a:pt x="45" y="194"/>
                    <a:pt x="46" y="193"/>
                    <a:pt x="46" y="191"/>
                  </a:cubicBezTo>
                  <a:cubicBezTo>
                    <a:pt x="47" y="187"/>
                    <a:pt x="48" y="182"/>
                    <a:pt x="48" y="178"/>
                  </a:cubicBezTo>
                  <a:cubicBezTo>
                    <a:pt x="50" y="171"/>
                    <a:pt x="51" y="164"/>
                    <a:pt x="52" y="156"/>
                  </a:cubicBezTo>
                  <a:cubicBezTo>
                    <a:pt x="53" y="150"/>
                    <a:pt x="53" y="144"/>
                    <a:pt x="53" y="137"/>
                  </a:cubicBezTo>
                  <a:cubicBezTo>
                    <a:pt x="53" y="134"/>
                    <a:pt x="52" y="131"/>
                    <a:pt x="49" y="128"/>
                  </a:cubicBezTo>
                  <a:cubicBezTo>
                    <a:pt x="49" y="127"/>
                    <a:pt x="48" y="126"/>
                    <a:pt x="48" y="125"/>
                  </a:cubicBezTo>
                  <a:cubicBezTo>
                    <a:pt x="47" y="120"/>
                    <a:pt x="47" y="115"/>
                    <a:pt x="46" y="110"/>
                  </a:cubicBezTo>
                  <a:cubicBezTo>
                    <a:pt x="45" y="104"/>
                    <a:pt x="46" y="98"/>
                    <a:pt x="47" y="93"/>
                  </a:cubicBezTo>
                  <a:cubicBezTo>
                    <a:pt x="48" y="90"/>
                    <a:pt x="49" y="87"/>
                    <a:pt x="51" y="84"/>
                  </a:cubicBezTo>
                  <a:cubicBezTo>
                    <a:pt x="53" y="79"/>
                    <a:pt x="53" y="73"/>
                    <a:pt x="52" y="68"/>
                  </a:cubicBezTo>
                  <a:cubicBezTo>
                    <a:pt x="51" y="65"/>
                    <a:pt x="49" y="62"/>
                    <a:pt x="45" y="62"/>
                  </a:cubicBezTo>
                  <a:cubicBezTo>
                    <a:pt x="42" y="61"/>
                    <a:pt x="39" y="61"/>
                    <a:pt x="35" y="63"/>
                  </a:cubicBezTo>
                  <a:cubicBezTo>
                    <a:pt x="31" y="66"/>
                    <a:pt x="27" y="68"/>
                    <a:pt x="22" y="71"/>
                  </a:cubicBezTo>
                  <a:cubicBezTo>
                    <a:pt x="19" y="73"/>
                    <a:pt x="15" y="76"/>
                    <a:pt x="11" y="78"/>
                  </a:cubicBezTo>
                  <a:cubicBezTo>
                    <a:pt x="9" y="81"/>
                    <a:pt x="6" y="83"/>
                    <a:pt x="3" y="86"/>
                  </a:cubicBezTo>
                  <a:cubicBezTo>
                    <a:pt x="1" y="88"/>
                    <a:pt x="0" y="92"/>
                    <a:pt x="1" y="95"/>
                  </a:cubicBezTo>
                  <a:cubicBezTo>
                    <a:pt x="2" y="98"/>
                    <a:pt x="4" y="101"/>
                    <a:pt x="7" y="103"/>
                  </a:cubicBezTo>
                  <a:close/>
                  <a:moveTo>
                    <a:pt x="35" y="160"/>
                  </a:moveTo>
                  <a:cubicBezTo>
                    <a:pt x="34" y="161"/>
                    <a:pt x="34" y="161"/>
                    <a:pt x="34" y="162"/>
                  </a:cubicBezTo>
                  <a:cubicBezTo>
                    <a:pt x="33" y="164"/>
                    <a:pt x="32" y="166"/>
                    <a:pt x="30" y="165"/>
                  </a:cubicBezTo>
                  <a:cubicBezTo>
                    <a:pt x="28" y="165"/>
                    <a:pt x="26" y="162"/>
                    <a:pt x="26" y="160"/>
                  </a:cubicBezTo>
                  <a:cubicBezTo>
                    <a:pt x="26" y="154"/>
                    <a:pt x="29" y="150"/>
                    <a:pt x="33" y="146"/>
                  </a:cubicBezTo>
                  <a:cubicBezTo>
                    <a:pt x="34" y="146"/>
                    <a:pt x="35" y="146"/>
                    <a:pt x="35" y="146"/>
                  </a:cubicBezTo>
                  <a:cubicBezTo>
                    <a:pt x="35" y="148"/>
                    <a:pt x="36" y="149"/>
                    <a:pt x="35" y="151"/>
                  </a:cubicBezTo>
                  <a:cubicBezTo>
                    <a:pt x="35" y="154"/>
                    <a:pt x="35" y="157"/>
                    <a:pt x="35" y="1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28" name="Freeform 62"/>
            <p:cNvSpPr/>
            <p:nvPr/>
          </p:nvSpPr>
          <p:spPr bwMode="auto">
            <a:xfrm>
              <a:off x="-1458913" y="-1000125"/>
              <a:ext cx="100013" cy="82550"/>
            </a:xfrm>
            <a:custGeom>
              <a:avLst/>
              <a:gdLst>
                <a:gd name="T0" fmla="*/ 6 w 131"/>
                <a:gd name="T1" fmla="*/ 85 h 109"/>
                <a:gd name="T2" fmla="*/ 10 w 131"/>
                <a:gd name="T3" fmla="*/ 80 h 109"/>
                <a:gd name="T4" fmla="*/ 18 w 131"/>
                <a:gd name="T5" fmla="*/ 76 h 109"/>
                <a:gd name="T6" fmla="*/ 42 w 131"/>
                <a:gd name="T7" fmla="*/ 72 h 109"/>
                <a:gd name="T8" fmla="*/ 54 w 131"/>
                <a:gd name="T9" fmla="*/ 72 h 109"/>
                <a:gd name="T10" fmla="*/ 71 w 131"/>
                <a:gd name="T11" fmla="*/ 67 h 109"/>
                <a:gd name="T12" fmla="*/ 87 w 131"/>
                <a:gd name="T13" fmla="*/ 52 h 109"/>
                <a:gd name="T14" fmla="*/ 97 w 131"/>
                <a:gd name="T15" fmla="*/ 37 h 109"/>
                <a:gd name="T16" fmla="*/ 91 w 131"/>
                <a:gd name="T17" fmla="*/ 38 h 109"/>
                <a:gd name="T18" fmla="*/ 77 w 131"/>
                <a:gd name="T19" fmla="*/ 42 h 109"/>
                <a:gd name="T20" fmla="*/ 60 w 131"/>
                <a:gd name="T21" fmla="*/ 41 h 109"/>
                <a:gd name="T22" fmla="*/ 51 w 131"/>
                <a:gd name="T23" fmla="*/ 25 h 109"/>
                <a:gd name="T24" fmla="*/ 58 w 131"/>
                <a:gd name="T25" fmla="*/ 16 h 109"/>
                <a:gd name="T26" fmla="*/ 77 w 131"/>
                <a:gd name="T27" fmla="*/ 7 h 109"/>
                <a:gd name="T28" fmla="*/ 103 w 131"/>
                <a:gd name="T29" fmla="*/ 2 h 109"/>
                <a:gd name="T30" fmla="*/ 118 w 131"/>
                <a:gd name="T31" fmla="*/ 10 h 109"/>
                <a:gd name="T32" fmla="*/ 123 w 131"/>
                <a:gd name="T33" fmla="*/ 23 h 109"/>
                <a:gd name="T34" fmla="*/ 124 w 131"/>
                <a:gd name="T35" fmla="*/ 27 h 109"/>
                <a:gd name="T36" fmla="*/ 122 w 131"/>
                <a:gd name="T37" fmla="*/ 36 h 109"/>
                <a:gd name="T38" fmla="*/ 112 w 131"/>
                <a:gd name="T39" fmla="*/ 53 h 109"/>
                <a:gd name="T40" fmla="*/ 97 w 131"/>
                <a:gd name="T41" fmla="*/ 70 h 109"/>
                <a:gd name="T42" fmla="*/ 95 w 131"/>
                <a:gd name="T43" fmla="*/ 73 h 109"/>
                <a:gd name="T44" fmla="*/ 98 w 131"/>
                <a:gd name="T45" fmla="*/ 73 h 109"/>
                <a:gd name="T46" fmla="*/ 112 w 131"/>
                <a:gd name="T47" fmla="*/ 75 h 109"/>
                <a:gd name="T48" fmla="*/ 118 w 131"/>
                <a:gd name="T49" fmla="*/ 73 h 109"/>
                <a:gd name="T50" fmla="*/ 127 w 131"/>
                <a:gd name="T51" fmla="*/ 76 h 109"/>
                <a:gd name="T52" fmla="*/ 131 w 131"/>
                <a:gd name="T53" fmla="*/ 92 h 109"/>
                <a:gd name="T54" fmla="*/ 125 w 131"/>
                <a:gd name="T55" fmla="*/ 104 h 109"/>
                <a:gd name="T56" fmla="*/ 115 w 131"/>
                <a:gd name="T57" fmla="*/ 108 h 109"/>
                <a:gd name="T58" fmla="*/ 108 w 131"/>
                <a:gd name="T59" fmla="*/ 105 h 109"/>
                <a:gd name="T60" fmla="*/ 100 w 131"/>
                <a:gd name="T61" fmla="*/ 103 h 109"/>
                <a:gd name="T62" fmla="*/ 44 w 131"/>
                <a:gd name="T63" fmla="*/ 104 h 109"/>
                <a:gd name="T64" fmla="*/ 21 w 131"/>
                <a:gd name="T65" fmla="*/ 107 h 109"/>
                <a:gd name="T66" fmla="*/ 11 w 131"/>
                <a:gd name="T67" fmla="*/ 105 h 109"/>
                <a:gd name="T68" fmla="*/ 6 w 131"/>
                <a:gd name="T69" fmla="*/ 85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31" h="109">
                  <a:moveTo>
                    <a:pt x="6" y="85"/>
                  </a:moveTo>
                  <a:cubicBezTo>
                    <a:pt x="8" y="84"/>
                    <a:pt x="9" y="82"/>
                    <a:pt x="10" y="80"/>
                  </a:cubicBezTo>
                  <a:cubicBezTo>
                    <a:pt x="12" y="77"/>
                    <a:pt x="15" y="76"/>
                    <a:pt x="18" y="76"/>
                  </a:cubicBezTo>
                  <a:cubicBezTo>
                    <a:pt x="26" y="75"/>
                    <a:pt x="34" y="73"/>
                    <a:pt x="42" y="72"/>
                  </a:cubicBezTo>
                  <a:cubicBezTo>
                    <a:pt x="46" y="72"/>
                    <a:pt x="50" y="72"/>
                    <a:pt x="54" y="72"/>
                  </a:cubicBezTo>
                  <a:cubicBezTo>
                    <a:pt x="60" y="71"/>
                    <a:pt x="66" y="71"/>
                    <a:pt x="71" y="67"/>
                  </a:cubicBezTo>
                  <a:cubicBezTo>
                    <a:pt x="77" y="63"/>
                    <a:pt x="82" y="58"/>
                    <a:pt x="87" y="52"/>
                  </a:cubicBezTo>
                  <a:cubicBezTo>
                    <a:pt x="90" y="48"/>
                    <a:pt x="98" y="38"/>
                    <a:pt x="97" y="37"/>
                  </a:cubicBezTo>
                  <a:cubicBezTo>
                    <a:pt x="96" y="36"/>
                    <a:pt x="92" y="37"/>
                    <a:pt x="91" y="38"/>
                  </a:cubicBezTo>
                  <a:cubicBezTo>
                    <a:pt x="85" y="39"/>
                    <a:pt x="83" y="41"/>
                    <a:pt x="77" y="42"/>
                  </a:cubicBezTo>
                  <a:cubicBezTo>
                    <a:pt x="72" y="43"/>
                    <a:pt x="65" y="45"/>
                    <a:pt x="60" y="41"/>
                  </a:cubicBezTo>
                  <a:cubicBezTo>
                    <a:pt x="55" y="37"/>
                    <a:pt x="52" y="31"/>
                    <a:pt x="51" y="25"/>
                  </a:cubicBezTo>
                  <a:cubicBezTo>
                    <a:pt x="51" y="21"/>
                    <a:pt x="54" y="18"/>
                    <a:pt x="58" y="16"/>
                  </a:cubicBezTo>
                  <a:cubicBezTo>
                    <a:pt x="64" y="13"/>
                    <a:pt x="70" y="9"/>
                    <a:pt x="77" y="7"/>
                  </a:cubicBezTo>
                  <a:cubicBezTo>
                    <a:pt x="85" y="3"/>
                    <a:pt x="94" y="0"/>
                    <a:pt x="103" y="2"/>
                  </a:cubicBezTo>
                  <a:cubicBezTo>
                    <a:pt x="109" y="3"/>
                    <a:pt x="114" y="6"/>
                    <a:pt x="118" y="10"/>
                  </a:cubicBezTo>
                  <a:cubicBezTo>
                    <a:pt x="122" y="13"/>
                    <a:pt x="123" y="18"/>
                    <a:pt x="123" y="23"/>
                  </a:cubicBezTo>
                  <a:cubicBezTo>
                    <a:pt x="123" y="24"/>
                    <a:pt x="123" y="26"/>
                    <a:pt x="124" y="27"/>
                  </a:cubicBezTo>
                  <a:cubicBezTo>
                    <a:pt x="124" y="30"/>
                    <a:pt x="123" y="33"/>
                    <a:pt x="122" y="36"/>
                  </a:cubicBezTo>
                  <a:cubicBezTo>
                    <a:pt x="121" y="38"/>
                    <a:pt x="116" y="47"/>
                    <a:pt x="112" y="53"/>
                  </a:cubicBezTo>
                  <a:cubicBezTo>
                    <a:pt x="108" y="58"/>
                    <a:pt x="101" y="66"/>
                    <a:pt x="97" y="70"/>
                  </a:cubicBezTo>
                  <a:cubicBezTo>
                    <a:pt x="96" y="71"/>
                    <a:pt x="94" y="72"/>
                    <a:pt x="95" y="73"/>
                  </a:cubicBezTo>
                  <a:cubicBezTo>
                    <a:pt x="95" y="73"/>
                    <a:pt x="97" y="73"/>
                    <a:pt x="98" y="73"/>
                  </a:cubicBezTo>
                  <a:cubicBezTo>
                    <a:pt x="103" y="74"/>
                    <a:pt x="107" y="75"/>
                    <a:pt x="112" y="75"/>
                  </a:cubicBezTo>
                  <a:cubicBezTo>
                    <a:pt x="114" y="75"/>
                    <a:pt x="116" y="74"/>
                    <a:pt x="118" y="73"/>
                  </a:cubicBezTo>
                  <a:cubicBezTo>
                    <a:pt x="122" y="72"/>
                    <a:pt x="125" y="73"/>
                    <a:pt x="127" y="76"/>
                  </a:cubicBezTo>
                  <a:cubicBezTo>
                    <a:pt x="130" y="81"/>
                    <a:pt x="131" y="86"/>
                    <a:pt x="131" y="92"/>
                  </a:cubicBezTo>
                  <a:cubicBezTo>
                    <a:pt x="130" y="96"/>
                    <a:pt x="128" y="100"/>
                    <a:pt x="125" y="104"/>
                  </a:cubicBezTo>
                  <a:cubicBezTo>
                    <a:pt x="121" y="108"/>
                    <a:pt x="119" y="109"/>
                    <a:pt x="115" y="108"/>
                  </a:cubicBezTo>
                  <a:cubicBezTo>
                    <a:pt x="113" y="108"/>
                    <a:pt x="111" y="105"/>
                    <a:pt x="108" y="105"/>
                  </a:cubicBezTo>
                  <a:cubicBezTo>
                    <a:pt x="106" y="104"/>
                    <a:pt x="103" y="103"/>
                    <a:pt x="100" y="103"/>
                  </a:cubicBezTo>
                  <a:cubicBezTo>
                    <a:pt x="87" y="101"/>
                    <a:pt x="50" y="104"/>
                    <a:pt x="44" y="104"/>
                  </a:cubicBezTo>
                  <a:cubicBezTo>
                    <a:pt x="41" y="105"/>
                    <a:pt x="29" y="106"/>
                    <a:pt x="21" y="107"/>
                  </a:cubicBezTo>
                  <a:cubicBezTo>
                    <a:pt x="18" y="107"/>
                    <a:pt x="14" y="106"/>
                    <a:pt x="11" y="105"/>
                  </a:cubicBezTo>
                  <a:cubicBezTo>
                    <a:pt x="4" y="103"/>
                    <a:pt x="0" y="92"/>
                    <a:pt x="6" y="8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29" name="Freeform 63"/>
            <p:cNvSpPr/>
            <p:nvPr/>
          </p:nvSpPr>
          <p:spPr bwMode="auto">
            <a:xfrm>
              <a:off x="-1271588" y="-927100"/>
              <a:ext cx="134938" cy="142875"/>
            </a:xfrm>
            <a:custGeom>
              <a:avLst/>
              <a:gdLst>
                <a:gd name="T0" fmla="*/ 1 w 177"/>
                <a:gd name="T1" fmla="*/ 99 h 188"/>
                <a:gd name="T2" fmla="*/ 0 w 177"/>
                <a:gd name="T3" fmla="*/ 97 h 188"/>
                <a:gd name="T4" fmla="*/ 40 w 177"/>
                <a:gd name="T5" fmla="*/ 95 h 188"/>
                <a:gd name="T6" fmla="*/ 81 w 177"/>
                <a:gd name="T7" fmla="*/ 80 h 188"/>
                <a:gd name="T8" fmla="*/ 98 w 177"/>
                <a:gd name="T9" fmla="*/ 69 h 188"/>
                <a:gd name="T10" fmla="*/ 90 w 177"/>
                <a:gd name="T11" fmla="*/ 66 h 188"/>
                <a:gd name="T12" fmla="*/ 78 w 177"/>
                <a:gd name="T13" fmla="*/ 60 h 188"/>
                <a:gd name="T14" fmla="*/ 71 w 177"/>
                <a:gd name="T15" fmla="*/ 52 h 188"/>
                <a:gd name="T16" fmla="*/ 70 w 177"/>
                <a:gd name="T17" fmla="*/ 50 h 188"/>
                <a:gd name="T18" fmla="*/ 73 w 177"/>
                <a:gd name="T19" fmla="*/ 39 h 188"/>
                <a:gd name="T20" fmla="*/ 75 w 177"/>
                <a:gd name="T21" fmla="*/ 36 h 188"/>
                <a:gd name="T22" fmla="*/ 90 w 177"/>
                <a:gd name="T23" fmla="*/ 35 h 188"/>
                <a:gd name="T24" fmla="*/ 109 w 177"/>
                <a:gd name="T25" fmla="*/ 42 h 188"/>
                <a:gd name="T26" fmla="*/ 119 w 177"/>
                <a:gd name="T27" fmla="*/ 45 h 188"/>
                <a:gd name="T28" fmla="*/ 127 w 177"/>
                <a:gd name="T29" fmla="*/ 43 h 188"/>
                <a:gd name="T30" fmla="*/ 146 w 177"/>
                <a:gd name="T31" fmla="*/ 20 h 188"/>
                <a:gd name="T32" fmla="*/ 153 w 177"/>
                <a:gd name="T33" fmla="*/ 9 h 188"/>
                <a:gd name="T34" fmla="*/ 166 w 177"/>
                <a:gd name="T35" fmla="*/ 1 h 188"/>
                <a:gd name="T36" fmla="*/ 173 w 177"/>
                <a:gd name="T37" fmla="*/ 5 h 188"/>
                <a:gd name="T38" fmla="*/ 177 w 177"/>
                <a:gd name="T39" fmla="*/ 19 h 188"/>
                <a:gd name="T40" fmla="*/ 175 w 177"/>
                <a:gd name="T41" fmla="*/ 24 h 188"/>
                <a:gd name="T42" fmla="*/ 164 w 177"/>
                <a:gd name="T43" fmla="*/ 39 h 188"/>
                <a:gd name="T44" fmla="*/ 154 w 177"/>
                <a:gd name="T45" fmla="*/ 51 h 188"/>
                <a:gd name="T46" fmla="*/ 153 w 177"/>
                <a:gd name="T47" fmla="*/ 53 h 188"/>
                <a:gd name="T48" fmla="*/ 155 w 177"/>
                <a:gd name="T49" fmla="*/ 53 h 188"/>
                <a:gd name="T50" fmla="*/ 164 w 177"/>
                <a:gd name="T51" fmla="*/ 55 h 188"/>
                <a:gd name="T52" fmla="*/ 172 w 177"/>
                <a:gd name="T53" fmla="*/ 67 h 188"/>
                <a:gd name="T54" fmla="*/ 171 w 177"/>
                <a:gd name="T55" fmla="*/ 71 h 188"/>
                <a:gd name="T56" fmla="*/ 167 w 177"/>
                <a:gd name="T57" fmla="*/ 75 h 188"/>
                <a:gd name="T58" fmla="*/ 164 w 177"/>
                <a:gd name="T59" fmla="*/ 77 h 188"/>
                <a:gd name="T60" fmla="*/ 158 w 177"/>
                <a:gd name="T61" fmla="*/ 81 h 188"/>
                <a:gd name="T62" fmla="*/ 146 w 177"/>
                <a:gd name="T63" fmla="*/ 82 h 188"/>
                <a:gd name="T64" fmla="*/ 130 w 177"/>
                <a:gd name="T65" fmla="*/ 77 h 188"/>
                <a:gd name="T66" fmla="*/ 121 w 177"/>
                <a:gd name="T67" fmla="*/ 81 h 188"/>
                <a:gd name="T68" fmla="*/ 115 w 177"/>
                <a:gd name="T69" fmla="*/ 85 h 188"/>
                <a:gd name="T70" fmla="*/ 111 w 177"/>
                <a:gd name="T71" fmla="*/ 92 h 188"/>
                <a:gd name="T72" fmla="*/ 112 w 177"/>
                <a:gd name="T73" fmla="*/ 116 h 188"/>
                <a:gd name="T74" fmla="*/ 115 w 177"/>
                <a:gd name="T75" fmla="*/ 135 h 188"/>
                <a:gd name="T76" fmla="*/ 120 w 177"/>
                <a:gd name="T77" fmla="*/ 155 h 188"/>
                <a:gd name="T78" fmla="*/ 125 w 177"/>
                <a:gd name="T79" fmla="*/ 169 h 188"/>
                <a:gd name="T80" fmla="*/ 132 w 177"/>
                <a:gd name="T81" fmla="*/ 181 h 188"/>
                <a:gd name="T82" fmla="*/ 128 w 177"/>
                <a:gd name="T83" fmla="*/ 184 h 188"/>
                <a:gd name="T84" fmla="*/ 124 w 177"/>
                <a:gd name="T85" fmla="*/ 186 h 188"/>
                <a:gd name="T86" fmla="*/ 119 w 177"/>
                <a:gd name="T87" fmla="*/ 187 h 188"/>
                <a:gd name="T88" fmla="*/ 115 w 177"/>
                <a:gd name="T89" fmla="*/ 188 h 188"/>
                <a:gd name="T90" fmla="*/ 105 w 177"/>
                <a:gd name="T91" fmla="*/ 183 h 188"/>
                <a:gd name="T92" fmla="*/ 101 w 177"/>
                <a:gd name="T93" fmla="*/ 179 h 188"/>
                <a:gd name="T94" fmla="*/ 94 w 177"/>
                <a:gd name="T95" fmla="*/ 171 h 188"/>
                <a:gd name="T96" fmla="*/ 88 w 177"/>
                <a:gd name="T97" fmla="*/ 162 h 188"/>
                <a:gd name="T98" fmla="*/ 86 w 177"/>
                <a:gd name="T99" fmla="*/ 148 h 188"/>
                <a:gd name="T100" fmla="*/ 87 w 177"/>
                <a:gd name="T101" fmla="*/ 137 h 188"/>
                <a:gd name="T102" fmla="*/ 89 w 177"/>
                <a:gd name="T103" fmla="*/ 121 h 188"/>
                <a:gd name="T104" fmla="*/ 91 w 177"/>
                <a:gd name="T105" fmla="*/ 101 h 188"/>
                <a:gd name="T106" fmla="*/ 89 w 177"/>
                <a:gd name="T107" fmla="*/ 100 h 188"/>
                <a:gd name="T108" fmla="*/ 69 w 177"/>
                <a:gd name="T109" fmla="*/ 108 h 188"/>
                <a:gd name="T110" fmla="*/ 51 w 177"/>
                <a:gd name="T111" fmla="*/ 112 h 188"/>
                <a:gd name="T112" fmla="*/ 18 w 177"/>
                <a:gd name="T113" fmla="*/ 110 h 188"/>
                <a:gd name="T114" fmla="*/ 9 w 177"/>
                <a:gd name="T115" fmla="*/ 105 h 188"/>
                <a:gd name="T116" fmla="*/ 1 w 177"/>
                <a:gd name="T117" fmla="*/ 99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77" h="188">
                  <a:moveTo>
                    <a:pt x="1" y="99"/>
                  </a:moveTo>
                  <a:cubicBezTo>
                    <a:pt x="0" y="97"/>
                    <a:pt x="0" y="97"/>
                    <a:pt x="0" y="97"/>
                  </a:cubicBezTo>
                  <a:cubicBezTo>
                    <a:pt x="3" y="96"/>
                    <a:pt x="16" y="101"/>
                    <a:pt x="40" y="95"/>
                  </a:cubicBezTo>
                  <a:cubicBezTo>
                    <a:pt x="60" y="91"/>
                    <a:pt x="71" y="85"/>
                    <a:pt x="81" y="80"/>
                  </a:cubicBezTo>
                  <a:cubicBezTo>
                    <a:pt x="89" y="75"/>
                    <a:pt x="97" y="70"/>
                    <a:pt x="98" y="69"/>
                  </a:cubicBezTo>
                  <a:cubicBezTo>
                    <a:pt x="96" y="68"/>
                    <a:pt x="92" y="67"/>
                    <a:pt x="90" y="66"/>
                  </a:cubicBezTo>
                  <a:cubicBezTo>
                    <a:pt x="86" y="64"/>
                    <a:pt x="82" y="62"/>
                    <a:pt x="78" y="60"/>
                  </a:cubicBezTo>
                  <a:cubicBezTo>
                    <a:pt x="75" y="58"/>
                    <a:pt x="72" y="56"/>
                    <a:pt x="71" y="52"/>
                  </a:cubicBezTo>
                  <a:cubicBezTo>
                    <a:pt x="70" y="52"/>
                    <a:pt x="70" y="51"/>
                    <a:pt x="70" y="50"/>
                  </a:cubicBezTo>
                  <a:cubicBezTo>
                    <a:pt x="71" y="47"/>
                    <a:pt x="72" y="43"/>
                    <a:pt x="73" y="39"/>
                  </a:cubicBezTo>
                  <a:cubicBezTo>
                    <a:pt x="73" y="38"/>
                    <a:pt x="74" y="37"/>
                    <a:pt x="75" y="36"/>
                  </a:cubicBezTo>
                  <a:cubicBezTo>
                    <a:pt x="79" y="32"/>
                    <a:pt x="85" y="32"/>
                    <a:pt x="90" y="35"/>
                  </a:cubicBezTo>
                  <a:cubicBezTo>
                    <a:pt x="96" y="39"/>
                    <a:pt x="103" y="41"/>
                    <a:pt x="109" y="42"/>
                  </a:cubicBezTo>
                  <a:cubicBezTo>
                    <a:pt x="113" y="43"/>
                    <a:pt x="116" y="44"/>
                    <a:pt x="119" y="45"/>
                  </a:cubicBezTo>
                  <a:cubicBezTo>
                    <a:pt x="122" y="46"/>
                    <a:pt x="125" y="45"/>
                    <a:pt x="127" y="43"/>
                  </a:cubicBezTo>
                  <a:cubicBezTo>
                    <a:pt x="134" y="36"/>
                    <a:pt x="140" y="28"/>
                    <a:pt x="146" y="20"/>
                  </a:cubicBezTo>
                  <a:cubicBezTo>
                    <a:pt x="148" y="17"/>
                    <a:pt x="151" y="13"/>
                    <a:pt x="153" y="9"/>
                  </a:cubicBezTo>
                  <a:cubicBezTo>
                    <a:pt x="155" y="3"/>
                    <a:pt x="161" y="2"/>
                    <a:pt x="166" y="1"/>
                  </a:cubicBezTo>
                  <a:cubicBezTo>
                    <a:pt x="169" y="0"/>
                    <a:pt x="171" y="2"/>
                    <a:pt x="173" y="5"/>
                  </a:cubicBezTo>
                  <a:cubicBezTo>
                    <a:pt x="176" y="9"/>
                    <a:pt x="177" y="14"/>
                    <a:pt x="177" y="19"/>
                  </a:cubicBezTo>
                  <a:cubicBezTo>
                    <a:pt x="177" y="21"/>
                    <a:pt x="176" y="23"/>
                    <a:pt x="175" y="24"/>
                  </a:cubicBezTo>
                  <a:cubicBezTo>
                    <a:pt x="172" y="29"/>
                    <a:pt x="168" y="34"/>
                    <a:pt x="164" y="39"/>
                  </a:cubicBezTo>
                  <a:cubicBezTo>
                    <a:pt x="161" y="43"/>
                    <a:pt x="157" y="47"/>
                    <a:pt x="154" y="51"/>
                  </a:cubicBezTo>
                  <a:cubicBezTo>
                    <a:pt x="153" y="51"/>
                    <a:pt x="152" y="53"/>
                    <a:pt x="153" y="53"/>
                  </a:cubicBezTo>
                  <a:cubicBezTo>
                    <a:pt x="153" y="54"/>
                    <a:pt x="154" y="54"/>
                    <a:pt x="155" y="53"/>
                  </a:cubicBezTo>
                  <a:cubicBezTo>
                    <a:pt x="158" y="52"/>
                    <a:pt x="161" y="54"/>
                    <a:pt x="164" y="55"/>
                  </a:cubicBezTo>
                  <a:cubicBezTo>
                    <a:pt x="168" y="58"/>
                    <a:pt x="170" y="62"/>
                    <a:pt x="172" y="67"/>
                  </a:cubicBezTo>
                  <a:cubicBezTo>
                    <a:pt x="174" y="69"/>
                    <a:pt x="173" y="70"/>
                    <a:pt x="171" y="71"/>
                  </a:cubicBezTo>
                  <a:cubicBezTo>
                    <a:pt x="170" y="72"/>
                    <a:pt x="169" y="74"/>
                    <a:pt x="167" y="75"/>
                  </a:cubicBezTo>
                  <a:cubicBezTo>
                    <a:pt x="167" y="76"/>
                    <a:pt x="165" y="76"/>
                    <a:pt x="164" y="77"/>
                  </a:cubicBezTo>
                  <a:cubicBezTo>
                    <a:pt x="162" y="78"/>
                    <a:pt x="160" y="79"/>
                    <a:pt x="158" y="81"/>
                  </a:cubicBezTo>
                  <a:cubicBezTo>
                    <a:pt x="154" y="83"/>
                    <a:pt x="149" y="84"/>
                    <a:pt x="146" y="82"/>
                  </a:cubicBezTo>
                  <a:cubicBezTo>
                    <a:pt x="141" y="78"/>
                    <a:pt x="136" y="78"/>
                    <a:pt x="130" y="77"/>
                  </a:cubicBezTo>
                  <a:cubicBezTo>
                    <a:pt x="126" y="76"/>
                    <a:pt x="124" y="79"/>
                    <a:pt x="121" y="81"/>
                  </a:cubicBezTo>
                  <a:cubicBezTo>
                    <a:pt x="119" y="83"/>
                    <a:pt x="117" y="84"/>
                    <a:pt x="115" y="85"/>
                  </a:cubicBezTo>
                  <a:cubicBezTo>
                    <a:pt x="113" y="86"/>
                    <a:pt x="110" y="88"/>
                    <a:pt x="111" y="92"/>
                  </a:cubicBezTo>
                  <a:cubicBezTo>
                    <a:pt x="111" y="98"/>
                    <a:pt x="111" y="108"/>
                    <a:pt x="112" y="116"/>
                  </a:cubicBezTo>
                  <a:cubicBezTo>
                    <a:pt x="113" y="122"/>
                    <a:pt x="114" y="129"/>
                    <a:pt x="115" y="135"/>
                  </a:cubicBezTo>
                  <a:cubicBezTo>
                    <a:pt x="116" y="142"/>
                    <a:pt x="117" y="148"/>
                    <a:pt x="120" y="155"/>
                  </a:cubicBezTo>
                  <a:cubicBezTo>
                    <a:pt x="122" y="160"/>
                    <a:pt x="123" y="163"/>
                    <a:pt x="125" y="169"/>
                  </a:cubicBezTo>
                  <a:cubicBezTo>
                    <a:pt x="130" y="178"/>
                    <a:pt x="132" y="181"/>
                    <a:pt x="132" y="181"/>
                  </a:cubicBezTo>
                  <a:cubicBezTo>
                    <a:pt x="132" y="182"/>
                    <a:pt x="131" y="183"/>
                    <a:pt x="128" y="184"/>
                  </a:cubicBezTo>
                  <a:cubicBezTo>
                    <a:pt x="126" y="185"/>
                    <a:pt x="125" y="185"/>
                    <a:pt x="124" y="186"/>
                  </a:cubicBezTo>
                  <a:cubicBezTo>
                    <a:pt x="122" y="186"/>
                    <a:pt x="120" y="186"/>
                    <a:pt x="119" y="187"/>
                  </a:cubicBezTo>
                  <a:cubicBezTo>
                    <a:pt x="118" y="187"/>
                    <a:pt x="118" y="187"/>
                    <a:pt x="115" y="188"/>
                  </a:cubicBezTo>
                  <a:cubicBezTo>
                    <a:pt x="113" y="188"/>
                    <a:pt x="108" y="185"/>
                    <a:pt x="105" y="183"/>
                  </a:cubicBezTo>
                  <a:cubicBezTo>
                    <a:pt x="104" y="181"/>
                    <a:pt x="103" y="181"/>
                    <a:pt x="101" y="179"/>
                  </a:cubicBezTo>
                  <a:cubicBezTo>
                    <a:pt x="98" y="176"/>
                    <a:pt x="96" y="174"/>
                    <a:pt x="94" y="171"/>
                  </a:cubicBezTo>
                  <a:cubicBezTo>
                    <a:pt x="92" y="168"/>
                    <a:pt x="90" y="165"/>
                    <a:pt x="88" y="162"/>
                  </a:cubicBezTo>
                  <a:cubicBezTo>
                    <a:pt x="85" y="158"/>
                    <a:pt x="85" y="153"/>
                    <a:pt x="86" y="148"/>
                  </a:cubicBezTo>
                  <a:cubicBezTo>
                    <a:pt x="87" y="144"/>
                    <a:pt x="86" y="141"/>
                    <a:pt x="87" y="137"/>
                  </a:cubicBezTo>
                  <a:cubicBezTo>
                    <a:pt x="87" y="131"/>
                    <a:pt x="88" y="126"/>
                    <a:pt x="89" y="121"/>
                  </a:cubicBezTo>
                  <a:cubicBezTo>
                    <a:pt x="90" y="114"/>
                    <a:pt x="91" y="108"/>
                    <a:pt x="91" y="101"/>
                  </a:cubicBezTo>
                  <a:cubicBezTo>
                    <a:pt x="92" y="99"/>
                    <a:pt x="91" y="99"/>
                    <a:pt x="89" y="100"/>
                  </a:cubicBezTo>
                  <a:cubicBezTo>
                    <a:pt x="82" y="102"/>
                    <a:pt x="75" y="105"/>
                    <a:pt x="69" y="108"/>
                  </a:cubicBezTo>
                  <a:cubicBezTo>
                    <a:pt x="67" y="108"/>
                    <a:pt x="58" y="111"/>
                    <a:pt x="51" y="112"/>
                  </a:cubicBezTo>
                  <a:cubicBezTo>
                    <a:pt x="40" y="113"/>
                    <a:pt x="22" y="112"/>
                    <a:pt x="18" y="110"/>
                  </a:cubicBezTo>
                  <a:cubicBezTo>
                    <a:pt x="15" y="109"/>
                    <a:pt x="12" y="107"/>
                    <a:pt x="9" y="105"/>
                  </a:cubicBezTo>
                  <a:cubicBezTo>
                    <a:pt x="8" y="104"/>
                    <a:pt x="3" y="100"/>
                    <a:pt x="1" y="9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null,&quot;Name&quot;:&quot;适中&quot;,&quot;HeaderHeight&quot;:13.0,&quot;FooterHeight&quot;:6.0,&quot;SideMargin&quot;:4.0,&quot;TopMargin&quot;:0.0,&quot;BottomMargin&quot;:0.0,&quot;IntervalMargin&quot;:1.5,&quot;SettingType&quot;:&quot;System&quot;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168214;#78993;"/>
</p:tagLst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Times New Roman"/>
        <a:ea typeface="思源黑体 CN Heavy"/>
        <a:cs typeface=""/>
      </a:majorFont>
      <a:minorFont>
        <a:latin typeface="Times New Roman"/>
        <a:ea typeface="思源黑体 CN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PLUS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1431</TotalTime>
  <Words>1225</Words>
  <Application>Microsoft Office PowerPoint</Application>
  <PresentationFormat>宽屏</PresentationFormat>
  <Paragraphs>263</Paragraphs>
  <Slides>28</Slides>
  <Notes>28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28</vt:i4>
      </vt:variant>
    </vt:vector>
  </HeadingPairs>
  <TitlesOfParts>
    <vt:vector size="39" baseType="lpstr">
      <vt:lpstr>等线</vt:lpstr>
      <vt:lpstr>等线 Light</vt:lpstr>
      <vt:lpstr>思源黑体 CN Heavy</vt:lpstr>
      <vt:lpstr>思源黑体 CN Regular</vt:lpstr>
      <vt:lpstr>Arial</vt:lpstr>
      <vt:lpstr>Cambria Math</vt:lpstr>
      <vt:lpstr>Impact</vt:lpstr>
      <vt:lpstr>Times New Roman</vt:lpstr>
      <vt:lpstr>自定义设计方案</vt:lpstr>
      <vt:lpstr>Office 主题​​</vt:lpstr>
      <vt:lpstr>1_OfficePLUS</vt:lpstr>
      <vt:lpstr>PowerPoint 演示文稿</vt:lpstr>
      <vt:lpstr>PowerPoint 演示文稿</vt:lpstr>
      <vt:lpstr>Motivation</vt:lpstr>
      <vt:lpstr>Motivation</vt:lpstr>
      <vt:lpstr>Architecture</vt:lpstr>
      <vt:lpstr>Architecture</vt:lpstr>
      <vt:lpstr>Architecture</vt:lpstr>
      <vt:lpstr>Architecture</vt:lpstr>
      <vt:lpstr>Architecture</vt:lpstr>
      <vt:lpstr>Architecture</vt:lpstr>
      <vt:lpstr>Architecture</vt:lpstr>
      <vt:lpstr>Architecture</vt:lpstr>
      <vt:lpstr>Architecture</vt:lpstr>
      <vt:lpstr>Architecture</vt:lpstr>
      <vt:lpstr>Architecture</vt:lpstr>
      <vt:lpstr>Architecture</vt:lpstr>
      <vt:lpstr>Architecture</vt:lpstr>
      <vt:lpstr>交叉注意力变体</vt:lpstr>
      <vt:lpstr>PowerPoint 演示文稿</vt:lpstr>
      <vt:lpstr>Motivation</vt:lpstr>
      <vt:lpstr>Motivation</vt:lpstr>
      <vt:lpstr>Method</vt:lpstr>
      <vt:lpstr>Method</vt:lpstr>
      <vt:lpstr>Method</vt:lpstr>
      <vt:lpstr>PowerPoint 演示文稿</vt:lpstr>
      <vt:lpstr>Method</vt:lpstr>
      <vt:lpstr>Motivation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cocosunry</dc:creator>
  <cp:lastModifiedBy>2755644025@qq.com</cp:lastModifiedBy>
  <cp:revision>177</cp:revision>
  <dcterms:created xsi:type="dcterms:W3CDTF">2020-04-10T14:58:00Z</dcterms:created>
  <dcterms:modified xsi:type="dcterms:W3CDTF">2025-11-13T03:27:51Z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E2E9EA5297184991A38B7EA6C0F68501_13</vt:lpwstr>
  </property>
  <property fmtid="{D5CDD505-2E9C-101B-9397-08002B2CF9AE}" pid="3" name="KSOProductBuildVer">
    <vt:lpwstr>2052-12.1.0.16388</vt:lpwstr>
  </property>
</Properties>
</file>